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308" r:id="rId14"/>
    <p:sldId id="269" r:id="rId15"/>
    <p:sldId id="270" r:id="rId16"/>
    <p:sldId id="273" r:id="rId17"/>
    <p:sldId id="274" r:id="rId18"/>
    <p:sldId id="285" r:id="rId19"/>
    <p:sldId id="370" r:id="rId20"/>
    <p:sldId id="286" r:id="rId21"/>
    <p:sldId id="289" r:id="rId22"/>
    <p:sldId id="296" r:id="rId23"/>
    <p:sldId id="298" r:id="rId24"/>
    <p:sldId id="295" r:id="rId25"/>
    <p:sldId id="290" r:id="rId26"/>
    <p:sldId id="294" r:id="rId27"/>
    <p:sldId id="297" r:id="rId28"/>
    <p:sldId id="299" r:id="rId29"/>
    <p:sldId id="301" r:id="rId30"/>
    <p:sldId id="302" r:id="rId31"/>
    <p:sldId id="305" r:id="rId32"/>
    <p:sldId id="309" r:id="rId33"/>
  </p:sldIdLst>
  <p:sldSz cx="18288000" cy="10287000"/>
  <p:notesSz cx="6858000" cy="9144000"/>
  <p:embeddedFontLst>
    <p:embeddedFont>
      <p:font typeface="Garet Bold" panose="020B0604020202020204" charset="0"/>
      <p:regular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Lato Bold" panose="020F0502020204030203" charset="0"/>
      <p:regular r:id="rId40"/>
    </p:embeddedFont>
    <p:embeddedFont>
      <p:font typeface="Poppins" panose="00000500000000000000" pitchFamily="2" charset="0"/>
      <p:regular r:id="rId41"/>
      <p:bold r:id="rId42"/>
      <p:italic r:id="rId43"/>
      <p:boldItalic r:id="rId44"/>
    </p:embeddedFont>
    <p:embeddedFont>
      <p:font typeface="Poppins Bold" panose="00000800000000000000" charset="0"/>
      <p:regular r:id="rId45"/>
    </p:embeddedFont>
    <p:embeddedFont>
      <p:font typeface="Poppins Italics" panose="020B0604020202020204" charset="0"/>
      <p:regular r:id="rId46"/>
    </p:embeddedFont>
    <p:embeddedFont>
      <p:font typeface="Poppins Medium" panose="00000600000000000000" pitchFamily="2" charset="0"/>
      <p:regular r:id="rId47"/>
      <p: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C0DF"/>
    <a:srgbClr val="FF0066"/>
    <a:srgbClr val="1B1F23"/>
    <a:srgbClr val="F15226"/>
    <a:srgbClr val="060F20"/>
    <a:srgbClr val="CB6CE6"/>
    <a:srgbClr val="66CCFF"/>
    <a:srgbClr val="409A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22" autoAdjust="0"/>
  </p:normalViewPr>
  <p:slideViewPr>
    <p:cSldViewPr>
      <p:cViewPr varScale="1">
        <p:scale>
          <a:sx n="66" d="100"/>
          <a:sy n="66" d="100"/>
        </p:scale>
        <p:origin x="408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39741-EA90-40F1-8F69-A982E86F8F0D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23BC2B-1F62-4E43-A4AA-9EA4DC9C78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554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4504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30.sv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hyperlink" Target="https://forms.gle/7UScrwTwCwN1wkGZ7" TargetMode="Externa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35" y="0"/>
            <a:ext cx="18308335" cy="10268856"/>
          </a:xfrm>
          <a:custGeom>
            <a:avLst/>
            <a:gdLst/>
            <a:ahLst/>
            <a:cxnLst/>
            <a:rect l="l" t="t" r="r" b="b"/>
            <a:pathLst>
              <a:path w="18308335" h="10268856">
                <a:moveTo>
                  <a:pt x="0" y="0"/>
                </a:moveTo>
                <a:lnTo>
                  <a:pt x="18308335" y="0"/>
                </a:lnTo>
                <a:lnTo>
                  <a:pt x="18308335" y="10268856"/>
                </a:lnTo>
                <a:lnTo>
                  <a:pt x="0" y="10268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15203" r="-7382" b="-12430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5382950" y="-454626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0" y="0"/>
                </a:moveTo>
                <a:lnTo>
                  <a:pt x="2905050" y="0"/>
                </a:lnTo>
                <a:lnTo>
                  <a:pt x="2905050" y="4827123"/>
                </a:lnTo>
                <a:lnTo>
                  <a:pt x="0" y="4827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5382950" y="634629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0" y="0"/>
                </a:moveTo>
                <a:lnTo>
                  <a:pt x="2905050" y="0"/>
                </a:lnTo>
                <a:lnTo>
                  <a:pt x="2905050" y="4827122"/>
                </a:lnTo>
                <a:lnTo>
                  <a:pt x="0" y="4827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 flipH="1">
            <a:off x="15754" y="0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2905050" y="0"/>
                </a:moveTo>
                <a:lnTo>
                  <a:pt x="0" y="0"/>
                </a:lnTo>
                <a:lnTo>
                  <a:pt x="0" y="4827122"/>
                </a:lnTo>
                <a:lnTo>
                  <a:pt x="2905050" y="4827122"/>
                </a:lnTo>
                <a:lnTo>
                  <a:pt x="290505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flipH="1">
            <a:off x="15754" y="1167173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2905050" y="0"/>
                </a:moveTo>
                <a:lnTo>
                  <a:pt x="0" y="0"/>
                </a:lnTo>
                <a:lnTo>
                  <a:pt x="0" y="4827123"/>
                </a:lnTo>
                <a:lnTo>
                  <a:pt x="2905050" y="4827123"/>
                </a:lnTo>
                <a:lnTo>
                  <a:pt x="290505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7" name="Group 7"/>
          <p:cNvGrpSpPr/>
          <p:nvPr/>
        </p:nvGrpSpPr>
        <p:grpSpPr>
          <a:xfrm>
            <a:off x="2920804" y="1349508"/>
            <a:ext cx="5714206" cy="3061070"/>
            <a:chOff x="0" y="0"/>
            <a:chExt cx="1504976" cy="8062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04976" cy="806208"/>
            </a:xfrm>
            <a:custGeom>
              <a:avLst/>
              <a:gdLst/>
              <a:ahLst/>
              <a:cxnLst/>
              <a:rect l="l" t="t" r="r" b="b"/>
              <a:pathLst>
                <a:path w="1504976" h="806208">
                  <a:moveTo>
                    <a:pt x="135485" y="0"/>
                  </a:moveTo>
                  <a:lnTo>
                    <a:pt x="1369491" y="0"/>
                  </a:lnTo>
                  <a:cubicBezTo>
                    <a:pt x="1405424" y="0"/>
                    <a:pt x="1439885" y="14274"/>
                    <a:pt x="1465293" y="39683"/>
                  </a:cubicBezTo>
                  <a:cubicBezTo>
                    <a:pt x="1490702" y="65091"/>
                    <a:pt x="1504976" y="99552"/>
                    <a:pt x="1504976" y="135485"/>
                  </a:cubicBezTo>
                  <a:lnTo>
                    <a:pt x="1504976" y="670722"/>
                  </a:lnTo>
                  <a:cubicBezTo>
                    <a:pt x="1504976" y="706655"/>
                    <a:pt x="1490702" y="741117"/>
                    <a:pt x="1465293" y="766525"/>
                  </a:cubicBezTo>
                  <a:cubicBezTo>
                    <a:pt x="1439885" y="791934"/>
                    <a:pt x="1405424" y="806208"/>
                    <a:pt x="1369491" y="806208"/>
                  </a:cubicBezTo>
                  <a:lnTo>
                    <a:pt x="135485" y="806208"/>
                  </a:lnTo>
                  <a:cubicBezTo>
                    <a:pt x="99552" y="806208"/>
                    <a:pt x="65091" y="791934"/>
                    <a:pt x="39683" y="766525"/>
                  </a:cubicBezTo>
                  <a:cubicBezTo>
                    <a:pt x="14274" y="741117"/>
                    <a:pt x="0" y="706655"/>
                    <a:pt x="0" y="670722"/>
                  </a:cubicBezTo>
                  <a:lnTo>
                    <a:pt x="0" y="135485"/>
                  </a:lnTo>
                  <a:cubicBezTo>
                    <a:pt x="0" y="99552"/>
                    <a:pt x="14274" y="65091"/>
                    <a:pt x="39683" y="39683"/>
                  </a:cubicBezTo>
                  <a:cubicBezTo>
                    <a:pt x="65091" y="14274"/>
                    <a:pt x="99552" y="0"/>
                    <a:pt x="135485" y="0"/>
                  </a:cubicBez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504976" cy="825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34949" y="6571869"/>
            <a:ext cx="5148001" cy="2735686"/>
            <a:chOff x="0" y="0"/>
            <a:chExt cx="1355852" cy="7205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55852" cy="720510"/>
            </a:xfrm>
            <a:custGeom>
              <a:avLst/>
              <a:gdLst/>
              <a:ahLst/>
              <a:cxnLst/>
              <a:rect l="l" t="t" r="r" b="b"/>
              <a:pathLst>
                <a:path w="1355852" h="720510">
                  <a:moveTo>
                    <a:pt x="150387" y="0"/>
                  </a:moveTo>
                  <a:lnTo>
                    <a:pt x="1205465" y="0"/>
                  </a:lnTo>
                  <a:cubicBezTo>
                    <a:pt x="1245350" y="0"/>
                    <a:pt x="1283602" y="15844"/>
                    <a:pt x="1311805" y="44047"/>
                  </a:cubicBezTo>
                  <a:cubicBezTo>
                    <a:pt x="1340008" y="72250"/>
                    <a:pt x="1355852" y="110502"/>
                    <a:pt x="1355852" y="150387"/>
                  </a:cubicBezTo>
                  <a:lnTo>
                    <a:pt x="1355852" y="570123"/>
                  </a:lnTo>
                  <a:cubicBezTo>
                    <a:pt x="1355852" y="653179"/>
                    <a:pt x="1288522" y="720510"/>
                    <a:pt x="1205465" y="720510"/>
                  </a:cubicBezTo>
                  <a:lnTo>
                    <a:pt x="150387" y="720510"/>
                  </a:lnTo>
                  <a:cubicBezTo>
                    <a:pt x="67331" y="720510"/>
                    <a:pt x="0" y="653179"/>
                    <a:pt x="0" y="570123"/>
                  </a:cubicBezTo>
                  <a:lnTo>
                    <a:pt x="0" y="150387"/>
                  </a:lnTo>
                  <a:cubicBezTo>
                    <a:pt x="0" y="67331"/>
                    <a:pt x="67331" y="0"/>
                    <a:pt x="150387" y="0"/>
                  </a:cubicBez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355852" cy="739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268790" y="1789947"/>
            <a:ext cx="2180194" cy="2180194"/>
          </a:xfrm>
          <a:custGeom>
            <a:avLst/>
            <a:gdLst/>
            <a:ahLst/>
            <a:cxnLst/>
            <a:rect l="l" t="t" r="r" b="b"/>
            <a:pathLst>
              <a:path w="2180194" h="2180194">
                <a:moveTo>
                  <a:pt x="0" y="0"/>
                </a:moveTo>
                <a:lnTo>
                  <a:pt x="2180194" y="0"/>
                </a:lnTo>
                <a:lnTo>
                  <a:pt x="2180194" y="2180193"/>
                </a:lnTo>
                <a:lnTo>
                  <a:pt x="0" y="2180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Freeform 14"/>
          <p:cNvSpPr/>
          <p:nvPr/>
        </p:nvSpPr>
        <p:spPr>
          <a:xfrm>
            <a:off x="13665684" y="7320164"/>
            <a:ext cx="1266733" cy="1239096"/>
          </a:xfrm>
          <a:custGeom>
            <a:avLst/>
            <a:gdLst/>
            <a:ahLst/>
            <a:cxnLst/>
            <a:rect l="l" t="t" r="r" b="b"/>
            <a:pathLst>
              <a:path w="1266733" h="1239096">
                <a:moveTo>
                  <a:pt x="0" y="0"/>
                </a:moveTo>
                <a:lnTo>
                  <a:pt x="1266733" y="0"/>
                </a:lnTo>
                <a:lnTo>
                  <a:pt x="1266733" y="1239096"/>
                </a:lnTo>
                <a:lnTo>
                  <a:pt x="0" y="12390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5214928" y="805223"/>
            <a:ext cx="3420082" cy="3242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34"/>
              </a:lnSpc>
            </a:pPr>
            <a:r>
              <a:rPr lang="en-US" sz="1895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git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8475" y="4457583"/>
            <a:ext cx="4930715" cy="195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00"/>
              </a:lnSpc>
            </a:pPr>
            <a:r>
              <a:rPr lang="en-US" sz="10785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60452" y="6867909"/>
            <a:ext cx="4722498" cy="192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26"/>
              </a:lnSpc>
            </a:pPr>
            <a:r>
              <a:rPr lang="en-US" sz="1123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CER</a:t>
            </a:r>
          </a:p>
        </p:txBody>
      </p:sp>
      <p:grpSp>
        <p:nvGrpSpPr>
          <p:cNvPr id="29" name="Group 10">
            <a:extLst>
              <a:ext uri="{FF2B5EF4-FFF2-40B4-BE49-F238E27FC236}">
                <a16:creationId xmlns:a16="http://schemas.microsoft.com/office/drawing/2014/main" id="{901E32DD-86FB-468D-373B-3E19D788561C}"/>
              </a:ext>
            </a:extLst>
          </p:cNvPr>
          <p:cNvGrpSpPr/>
          <p:nvPr/>
        </p:nvGrpSpPr>
        <p:grpSpPr>
          <a:xfrm>
            <a:off x="-228601" y="8792440"/>
            <a:ext cx="2905050" cy="1773321"/>
            <a:chOff x="0" y="0"/>
            <a:chExt cx="1355852" cy="720510"/>
          </a:xfrm>
        </p:grpSpPr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5E8C71BB-113D-DF10-2B3C-233DEEA0F287}"/>
                </a:ext>
              </a:extLst>
            </p:cNvPr>
            <p:cNvSpPr/>
            <p:nvPr/>
          </p:nvSpPr>
          <p:spPr>
            <a:xfrm>
              <a:off x="0" y="0"/>
              <a:ext cx="1355852" cy="720510"/>
            </a:xfrm>
            <a:custGeom>
              <a:avLst/>
              <a:gdLst/>
              <a:ahLst/>
              <a:cxnLst/>
              <a:rect l="l" t="t" r="r" b="b"/>
              <a:pathLst>
                <a:path w="1355852" h="720510">
                  <a:moveTo>
                    <a:pt x="150387" y="0"/>
                  </a:moveTo>
                  <a:lnTo>
                    <a:pt x="1205465" y="0"/>
                  </a:lnTo>
                  <a:cubicBezTo>
                    <a:pt x="1245350" y="0"/>
                    <a:pt x="1283602" y="15844"/>
                    <a:pt x="1311805" y="44047"/>
                  </a:cubicBezTo>
                  <a:cubicBezTo>
                    <a:pt x="1340008" y="72250"/>
                    <a:pt x="1355852" y="110502"/>
                    <a:pt x="1355852" y="150387"/>
                  </a:cubicBezTo>
                  <a:lnTo>
                    <a:pt x="1355852" y="570123"/>
                  </a:lnTo>
                  <a:cubicBezTo>
                    <a:pt x="1355852" y="653179"/>
                    <a:pt x="1288522" y="720510"/>
                    <a:pt x="1205465" y="720510"/>
                  </a:cubicBezTo>
                  <a:lnTo>
                    <a:pt x="150387" y="720510"/>
                  </a:lnTo>
                  <a:cubicBezTo>
                    <a:pt x="67331" y="720510"/>
                    <a:pt x="0" y="653179"/>
                    <a:pt x="0" y="570123"/>
                  </a:cubicBezTo>
                  <a:lnTo>
                    <a:pt x="0" y="150387"/>
                  </a:lnTo>
                  <a:cubicBezTo>
                    <a:pt x="0" y="67331"/>
                    <a:pt x="67331" y="0"/>
                    <a:pt x="150387" y="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67F9D129-80CB-D9C8-22FF-36E468E3C590}"/>
                </a:ext>
              </a:extLst>
            </p:cNvPr>
            <p:cNvSpPr txBox="1"/>
            <p:nvPr/>
          </p:nvSpPr>
          <p:spPr>
            <a:xfrm>
              <a:off x="0" y="-19050"/>
              <a:ext cx="1355852" cy="739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pic>
        <p:nvPicPr>
          <p:cNvPr id="19" name="Imagen 18">
            <a:extLst>
              <a:ext uri="{FF2B5EF4-FFF2-40B4-BE49-F238E27FC236}">
                <a16:creationId xmlns:a16="http://schemas.microsoft.com/office/drawing/2014/main" id="{9C5DF83D-061F-D6A4-6266-63FE9B9E46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77" y="8559260"/>
            <a:ext cx="1901694" cy="19016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7983646" y="-1996091"/>
            <a:ext cx="11728201" cy="14279182"/>
            <a:chOff x="0" y="0"/>
            <a:chExt cx="3088909" cy="37607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88909" cy="3760772"/>
            </a:xfrm>
            <a:custGeom>
              <a:avLst/>
              <a:gdLst/>
              <a:ahLst/>
              <a:cxnLst/>
              <a:rect l="l" t="t" r="r" b="b"/>
              <a:pathLst>
                <a:path w="3088909" h="3760772">
                  <a:moveTo>
                    <a:pt x="0" y="0"/>
                  </a:moveTo>
                  <a:lnTo>
                    <a:pt x="3088909" y="0"/>
                  </a:lnTo>
                  <a:lnTo>
                    <a:pt x="3088909" y="3760772"/>
                  </a:lnTo>
                  <a:lnTo>
                    <a:pt x="0" y="3760772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088909" cy="3779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96292" y="2424175"/>
            <a:ext cx="9908441" cy="3015100"/>
            <a:chOff x="0" y="0"/>
            <a:chExt cx="3685615" cy="11215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85615" cy="1121518"/>
            </a:xfrm>
            <a:custGeom>
              <a:avLst/>
              <a:gdLst/>
              <a:ahLst/>
              <a:cxnLst/>
              <a:rect l="l" t="t" r="r" b="b"/>
              <a:pathLst>
                <a:path w="3685615" h="1121518">
                  <a:moveTo>
                    <a:pt x="17971" y="0"/>
                  </a:moveTo>
                  <a:lnTo>
                    <a:pt x="3667644" y="0"/>
                  </a:lnTo>
                  <a:cubicBezTo>
                    <a:pt x="3672410" y="0"/>
                    <a:pt x="3676981" y="1893"/>
                    <a:pt x="3680351" y="5264"/>
                  </a:cubicBezTo>
                  <a:cubicBezTo>
                    <a:pt x="3683722" y="8634"/>
                    <a:pt x="3685615" y="13205"/>
                    <a:pt x="3685615" y="17971"/>
                  </a:cubicBezTo>
                  <a:lnTo>
                    <a:pt x="3685615" y="1103547"/>
                  </a:lnTo>
                  <a:cubicBezTo>
                    <a:pt x="3685615" y="1113473"/>
                    <a:pt x="3677569" y="1121518"/>
                    <a:pt x="3667644" y="1121518"/>
                  </a:cubicBezTo>
                  <a:lnTo>
                    <a:pt x="17971" y="1121518"/>
                  </a:lnTo>
                  <a:cubicBezTo>
                    <a:pt x="13205" y="1121518"/>
                    <a:pt x="8634" y="1119625"/>
                    <a:pt x="5264" y="1116255"/>
                  </a:cubicBezTo>
                  <a:cubicBezTo>
                    <a:pt x="1893" y="1112885"/>
                    <a:pt x="0" y="1108314"/>
                    <a:pt x="0" y="1103547"/>
                  </a:cubicBezTo>
                  <a:lnTo>
                    <a:pt x="0" y="17971"/>
                  </a:lnTo>
                  <a:cubicBezTo>
                    <a:pt x="0" y="13205"/>
                    <a:pt x="1893" y="8634"/>
                    <a:pt x="5264" y="5264"/>
                  </a:cubicBezTo>
                  <a:cubicBezTo>
                    <a:pt x="8634" y="1893"/>
                    <a:pt x="13205" y="0"/>
                    <a:pt x="17971" y="0"/>
                  </a:cubicBezTo>
                  <a:close/>
                </a:path>
              </a:pathLst>
            </a:custGeom>
            <a:blipFill>
              <a:blip r:embed="rId3"/>
              <a:stretch>
                <a:fillRect t="-817" b="-817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047750"/>
            <a:ext cx="7552018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ES LA TERMINAL?</a:t>
            </a:r>
          </a:p>
        </p:txBody>
      </p:sp>
      <p:sp>
        <p:nvSpPr>
          <p:cNvPr id="9" name="Freeform 9"/>
          <p:cNvSpPr/>
          <p:nvPr/>
        </p:nvSpPr>
        <p:spPr>
          <a:xfrm>
            <a:off x="5383534" y="-935059"/>
            <a:ext cx="1743088" cy="2896370"/>
          </a:xfrm>
          <a:custGeom>
            <a:avLst/>
            <a:gdLst/>
            <a:ahLst/>
            <a:cxnLst/>
            <a:rect l="l" t="t" r="r" b="b"/>
            <a:pathLst>
              <a:path w="1743088" h="2896370">
                <a:moveTo>
                  <a:pt x="0" y="0"/>
                </a:moveTo>
                <a:lnTo>
                  <a:pt x="1743088" y="0"/>
                </a:lnTo>
                <a:lnTo>
                  <a:pt x="1743088" y="2896369"/>
                </a:lnTo>
                <a:lnTo>
                  <a:pt x="0" y="2896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6453204" y="-935059"/>
            <a:ext cx="1743088" cy="2896370"/>
          </a:xfrm>
          <a:custGeom>
            <a:avLst/>
            <a:gdLst/>
            <a:ahLst/>
            <a:cxnLst/>
            <a:rect l="l" t="t" r="r" b="b"/>
            <a:pathLst>
              <a:path w="1743088" h="2896370">
                <a:moveTo>
                  <a:pt x="0" y="0"/>
                </a:moveTo>
                <a:lnTo>
                  <a:pt x="1743088" y="0"/>
                </a:lnTo>
                <a:lnTo>
                  <a:pt x="1743088" y="2896369"/>
                </a:lnTo>
                <a:lnTo>
                  <a:pt x="0" y="2896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1" name="Group 11"/>
          <p:cNvGrpSpPr/>
          <p:nvPr/>
        </p:nvGrpSpPr>
        <p:grpSpPr>
          <a:xfrm>
            <a:off x="8225671" y="6686923"/>
            <a:ext cx="9879062" cy="2137287"/>
            <a:chOff x="0" y="0"/>
            <a:chExt cx="5183932" cy="11215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83932" cy="1121518"/>
            </a:xfrm>
            <a:custGeom>
              <a:avLst/>
              <a:gdLst/>
              <a:ahLst/>
              <a:cxnLst/>
              <a:rect l="l" t="t" r="r" b="b"/>
              <a:pathLst>
                <a:path w="5183932" h="1121518">
                  <a:moveTo>
                    <a:pt x="18024" y="0"/>
                  </a:moveTo>
                  <a:lnTo>
                    <a:pt x="5165908" y="0"/>
                  </a:lnTo>
                  <a:cubicBezTo>
                    <a:pt x="5170688" y="0"/>
                    <a:pt x="5175273" y="1899"/>
                    <a:pt x="5178653" y="5279"/>
                  </a:cubicBezTo>
                  <a:cubicBezTo>
                    <a:pt x="5182033" y="8659"/>
                    <a:pt x="5183932" y="13244"/>
                    <a:pt x="5183932" y="18024"/>
                  </a:cubicBezTo>
                  <a:lnTo>
                    <a:pt x="5183932" y="1103494"/>
                  </a:lnTo>
                  <a:cubicBezTo>
                    <a:pt x="5183932" y="1108274"/>
                    <a:pt x="5182033" y="1112859"/>
                    <a:pt x="5178653" y="1116239"/>
                  </a:cubicBezTo>
                  <a:cubicBezTo>
                    <a:pt x="5175273" y="1119619"/>
                    <a:pt x="5170688" y="1121518"/>
                    <a:pt x="5165908" y="1121518"/>
                  </a:cubicBezTo>
                  <a:lnTo>
                    <a:pt x="18024" y="1121518"/>
                  </a:lnTo>
                  <a:cubicBezTo>
                    <a:pt x="13244" y="1121518"/>
                    <a:pt x="8659" y="1119619"/>
                    <a:pt x="5279" y="1116239"/>
                  </a:cubicBezTo>
                  <a:cubicBezTo>
                    <a:pt x="1899" y="1112859"/>
                    <a:pt x="0" y="1108274"/>
                    <a:pt x="0" y="1103494"/>
                  </a:cubicBezTo>
                  <a:lnTo>
                    <a:pt x="0" y="18024"/>
                  </a:lnTo>
                  <a:cubicBezTo>
                    <a:pt x="0" y="13244"/>
                    <a:pt x="1899" y="8659"/>
                    <a:pt x="5279" y="5279"/>
                  </a:cubicBezTo>
                  <a:cubicBezTo>
                    <a:pt x="8659" y="1899"/>
                    <a:pt x="13244" y="0"/>
                    <a:pt x="18024" y="0"/>
                  </a:cubicBezTo>
                  <a:close/>
                </a:path>
              </a:pathLst>
            </a:custGeom>
            <a:blipFill>
              <a:blip r:embed="rId5"/>
              <a:stretch>
                <a:fillRect t="-2195" b="-2195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4621639"/>
            <a:ext cx="6673602" cy="150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interfaz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línea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comandos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dar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instrucciones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directas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operativo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mediante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texto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101790"/>
            <a:ext cx="6673602" cy="100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b="1" spc="-55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sz="2799" b="1" u="none" strike="noStrike" spc="-55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s el entorno nativo y más estable para ejecutar comandos de Git.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25671" y="1766400"/>
            <a:ext cx="6673602" cy="457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</a:pPr>
            <a:r>
              <a:rPr lang="en-US" sz="2599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Windows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5671" y="5858826"/>
            <a:ext cx="6673602" cy="457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</a:pPr>
            <a:r>
              <a:rPr lang="en-US" sz="2599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Linux (Ubuntu)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2190449" y="4678596"/>
            <a:ext cx="13907101" cy="2491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ntes de ejecutar comandos de Git, es indispensable saber en qué carpeta estás posicionado. 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l">
              <a:lnSpc>
                <a:spcPts val="3919"/>
              </a:lnSpc>
            </a:pP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</a:t>
            </a:r>
            <a:r>
              <a:rPr lang="en-US" sz="2799" b="1" u="none" strike="noStrike" spc="-75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comandos varían 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ligeramente entre sistemas operativos, pero la </a:t>
            </a:r>
            <a:r>
              <a:rPr lang="en-US" sz="2799" b="1" u="none" strike="noStrike" spc="-75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lógica 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</a:t>
            </a:r>
            <a:r>
              <a:rPr lang="en-US" sz="2799" b="1" u="none" strike="noStrike" spc="-75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idéntica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55238" y="924585"/>
            <a:ext cx="11638327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NAVEGACIÓN BÁSICA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76049660-19B9-620A-93C8-7BA9F7BD2ED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2" name="Group 10">
              <a:extLst>
                <a:ext uri="{FF2B5EF4-FFF2-40B4-BE49-F238E27FC236}">
                  <a16:creationId xmlns:a16="http://schemas.microsoft.com/office/drawing/2014/main" id="{DDB22D10-C53A-40C1-BDB5-1E31ACBBF9AC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4" name="Freeform 11">
                <a:extLst>
                  <a:ext uri="{FF2B5EF4-FFF2-40B4-BE49-F238E27FC236}">
                    <a16:creationId xmlns:a16="http://schemas.microsoft.com/office/drawing/2014/main" id="{A8FBC23E-8CE1-9B8D-7F86-BA5C69ECB8A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5" name="TextBox 12">
                <a:extLst>
                  <a:ext uri="{FF2B5EF4-FFF2-40B4-BE49-F238E27FC236}">
                    <a16:creationId xmlns:a16="http://schemas.microsoft.com/office/drawing/2014/main" id="{31DE0939-041C-D1D2-D61E-7CFBFA6FECE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619422DC-4603-6C91-E21A-793787767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flipV="1">
            <a:off x="4495621" y="4767763"/>
            <a:ext cx="8757562" cy="2787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2575111" y="3835378"/>
            <a:ext cx="1920510" cy="19205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53183" y="3807508"/>
            <a:ext cx="1920510" cy="19205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498618" y="7570418"/>
            <a:ext cx="7429640" cy="1999077"/>
          </a:xfrm>
          <a:custGeom>
            <a:avLst/>
            <a:gdLst/>
            <a:ahLst/>
            <a:cxnLst/>
            <a:rect l="l" t="t" r="r" b="b"/>
            <a:pathLst>
              <a:path w="7429640" h="1999077">
                <a:moveTo>
                  <a:pt x="0" y="0"/>
                </a:moveTo>
                <a:lnTo>
                  <a:pt x="7429640" y="0"/>
                </a:lnTo>
                <a:lnTo>
                  <a:pt x="7429640" y="1999077"/>
                </a:lnTo>
                <a:lnTo>
                  <a:pt x="0" y="19990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1026479" y="7608160"/>
            <a:ext cx="7602060" cy="1923593"/>
          </a:xfrm>
          <a:custGeom>
            <a:avLst/>
            <a:gdLst/>
            <a:ahLst/>
            <a:cxnLst/>
            <a:rect l="l" t="t" r="r" b="b"/>
            <a:pathLst>
              <a:path w="7602060" h="1923593">
                <a:moveTo>
                  <a:pt x="0" y="0"/>
                </a:moveTo>
                <a:lnTo>
                  <a:pt x="7602061" y="0"/>
                </a:lnTo>
                <a:lnTo>
                  <a:pt x="7602061" y="1923594"/>
                </a:lnTo>
                <a:lnTo>
                  <a:pt x="0" y="19235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37" b="-137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5547126" y="4101578"/>
            <a:ext cx="667360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i="1" spc="-8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¿Dónde estoy?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75935" y="6649403"/>
            <a:ext cx="2796933" cy="57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15"/>
              </a:lnSpc>
              <a:spcBef>
                <a:spcPct val="0"/>
              </a:spcBef>
            </a:pPr>
            <a:r>
              <a:rPr lang="en-US" sz="3577" spc="1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pwd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86246" y="5090974"/>
            <a:ext cx="6673602" cy="126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Mue</a:t>
            </a:r>
            <a:r>
              <a:rPr lang="en-US" sz="2400" u="none" strike="noStrike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 la ubicación exacta o ruta de la carpeta en la que estás posicionado dentro del sistema.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9672751"/>
            <a:ext cx="11304075" cy="457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</a:pPr>
            <a:r>
              <a:rPr lang="en-US" sz="2599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n-US" sz="2599" u="none" strike="noStrike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ta: En la terminal CMD de Windows se utiliza </a:t>
            </a:r>
            <a:r>
              <a:rPr lang="en-US" sz="2599" i="1" u="none" strike="noStrike" spc="-7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cd </a:t>
            </a:r>
            <a:r>
              <a:rPr lang="en-US" sz="2599" u="none" strike="noStrike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 argumentos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55238" y="924585"/>
            <a:ext cx="11638327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NAVEGACIÓN BÁSICA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5E47A413-E0C2-E3DF-866E-525E7F361C4F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5" name="Group 10">
              <a:extLst>
                <a:ext uri="{FF2B5EF4-FFF2-40B4-BE49-F238E27FC236}">
                  <a16:creationId xmlns:a16="http://schemas.microsoft.com/office/drawing/2014/main" id="{3790981B-2F0C-A6C6-ECFA-C88A8A1C5E9E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AA98A324-9608-0E07-D695-B5E3B623D4E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7" name="TextBox 12">
                <a:extLst>
                  <a:ext uri="{FF2B5EF4-FFF2-40B4-BE49-F238E27FC236}">
                    <a16:creationId xmlns:a16="http://schemas.microsoft.com/office/drawing/2014/main" id="{4D33F655-67BB-5827-DF9F-BCB650D7320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E9F804DB-F6FF-8AC2-5AD4-D278C0A71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flipV="1">
            <a:off x="4495621" y="4767763"/>
            <a:ext cx="8757562" cy="2787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2575111" y="3835378"/>
            <a:ext cx="1920510" cy="19205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53183" y="3807508"/>
            <a:ext cx="1920510" cy="19205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88750" y="7068850"/>
            <a:ext cx="7904833" cy="2394288"/>
          </a:xfrm>
          <a:custGeom>
            <a:avLst/>
            <a:gdLst/>
            <a:ahLst/>
            <a:cxnLst/>
            <a:rect l="l" t="t" r="r" b="b"/>
            <a:pathLst>
              <a:path w="7904833" h="2394288">
                <a:moveTo>
                  <a:pt x="0" y="0"/>
                </a:moveTo>
                <a:lnTo>
                  <a:pt x="7904833" y="0"/>
                </a:lnTo>
                <a:lnTo>
                  <a:pt x="7904833" y="2394288"/>
                </a:lnTo>
                <a:lnTo>
                  <a:pt x="0" y="23942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10587666" y="6989393"/>
            <a:ext cx="7251544" cy="2406829"/>
          </a:xfrm>
          <a:custGeom>
            <a:avLst/>
            <a:gdLst/>
            <a:ahLst/>
            <a:cxnLst/>
            <a:rect l="l" t="t" r="r" b="b"/>
            <a:pathLst>
              <a:path w="7251544" h="2406829">
                <a:moveTo>
                  <a:pt x="0" y="0"/>
                </a:moveTo>
                <a:lnTo>
                  <a:pt x="7251543" y="0"/>
                </a:lnTo>
                <a:lnTo>
                  <a:pt x="7251543" y="2406830"/>
                </a:lnTo>
                <a:lnTo>
                  <a:pt x="0" y="2406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3055238" y="924585"/>
            <a:ext cx="11638327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NAVEGACIÓN BÁSICA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37601" y="4101013"/>
            <a:ext cx="667360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i="1" spc="-8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¿Qué hay en esta carpeta?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36899" y="5988910"/>
            <a:ext cx="2796933" cy="57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15"/>
              </a:lnSpc>
              <a:spcBef>
                <a:spcPct val="0"/>
              </a:spcBef>
            </a:pPr>
            <a:r>
              <a:rPr lang="en-US" sz="3577" spc="1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14971" y="5988910"/>
            <a:ext cx="2796933" cy="57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15"/>
              </a:lnSpc>
              <a:spcBef>
                <a:spcPct val="0"/>
              </a:spcBef>
            </a:pPr>
            <a:r>
              <a:rPr lang="en-US" sz="3577" spc="1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87279" y="5252910"/>
            <a:ext cx="7044911" cy="126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Mue</a:t>
            </a:r>
            <a:r>
              <a:rPr lang="en-US" sz="2400" u="none" strike="noStrike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 una lista con todos los archivos y subcarpetas que se encuentran dentro del directorio actual.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41EEE82E-D4A6-5AE1-BB3F-F6398AB898E7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B05EB9FD-4BE0-AEF0-CF66-DA6A676A12FF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F619BB99-F684-B934-506A-0373EEA40F29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9" name="TextBox 12">
                <a:extLst>
                  <a:ext uri="{FF2B5EF4-FFF2-40B4-BE49-F238E27FC236}">
                    <a16:creationId xmlns:a16="http://schemas.microsoft.com/office/drawing/2014/main" id="{FA6B16DA-1F96-B4F5-0A70-CC0C6DF6B65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C46567BC-4F57-F972-50AE-F081E58A3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flipV="1">
            <a:off x="4495621" y="4767763"/>
            <a:ext cx="8757562" cy="2787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2575111" y="3835378"/>
            <a:ext cx="1920510" cy="19205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53183" y="3807508"/>
            <a:ext cx="1920510" cy="19205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74620" y="7745125"/>
            <a:ext cx="9043763" cy="1756433"/>
          </a:xfrm>
          <a:custGeom>
            <a:avLst/>
            <a:gdLst/>
            <a:ahLst/>
            <a:cxnLst/>
            <a:rect l="l" t="t" r="r" b="b"/>
            <a:pathLst>
              <a:path w="9043763" h="1756433">
                <a:moveTo>
                  <a:pt x="0" y="0"/>
                </a:moveTo>
                <a:lnTo>
                  <a:pt x="9043764" y="0"/>
                </a:lnTo>
                <a:lnTo>
                  <a:pt x="9043764" y="1756434"/>
                </a:lnTo>
                <a:lnTo>
                  <a:pt x="0" y="1756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10591299" y="7403322"/>
            <a:ext cx="7244278" cy="2098237"/>
          </a:xfrm>
          <a:custGeom>
            <a:avLst/>
            <a:gdLst/>
            <a:ahLst/>
            <a:cxnLst/>
            <a:rect l="l" t="t" r="r" b="b"/>
            <a:pathLst>
              <a:path w="7244278" h="2098237">
                <a:moveTo>
                  <a:pt x="0" y="0"/>
                </a:moveTo>
                <a:lnTo>
                  <a:pt x="7244278" y="0"/>
                </a:lnTo>
                <a:lnTo>
                  <a:pt x="7244278" y="2098237"/>
                </a:lnTo>
                <a:lnTo>
                  <a:pt x="0" y="20982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3055238" y="924585"/>
            <a:ext cx="11638327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NAVEGACIÓN BÁSICA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37601" y="4095819"/>
            <a:ext cx="667360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i="1" spc="-8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Entrar a una carpeta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37710" y="6394826"/>
            <a:ext cx="5873383" cy="48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841"/>
              </a:lnSpc>
              <a:spcBef>
                <a:spcPct val="0"/>
              </a:spcBef>
            </a:pPr>
            <a:r>
              <a:rPr lang="en-US" sz="2977" spc="1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cd [nombre/ubicación-carpeta]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38596" y="4919458"/>
            <a:ext cx="6871612" cy="126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</a:t>
            </a:r>
            <a:r>
              <a:rPr lang="en-US" sz="2400" u="none" strike="noStrike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la ubicación de la terminal hacia la carpeta que se haya especificado en el comando.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8CB05690-5798-C1D9-3A93-FF5610193E0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5" name="Group 10">
              <a:extLst>
                <a:ext uri="{FF2B5EF4-FFF2-40B4-BE49-F238E27FC236}">
                  <a16:creationId xmlns:a16="http://schemas.microsoft.com/office/drawing/2014/main" id="{CCEEDEA4-7EA3-6498-1FEE-FE49CFFD4172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B7BA1613-9E1E-7095-3FC6-E0A431809E0A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8" name="TextBox 12">
                <a:extLst>
                  <a:ext uri="{FF2B5EF4-FFF2-40B4-BE49-F238E27FC236}">
                    <a16:creationId xmlns:a16="http://schemas.microsoft.com/office/drawing/2014/main" id="{41E00598-9538-F705-80C6-72AC55FE5DA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B7597E70-AD7D-CF5B-7DD1-512B8B3F3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flipV="1">
            <a:off x="4495621" y="4767763"/>
            <a:ext cx="8757562" cy="2787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2575111" y="3835378"/>
            <a:ext cx="1920510" cy="19205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53183" y="3807508"/>
            <a:ext cx="1920510" cy="19205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07232" y="7659400"/>
            <a:ext cx="9423227" cy="1830131"/>
          </a:xfrm>
          <a:custGeom>
            <a:avLst/>
            <a:gdLst/>
            <a:ahLst/>
            <a:cxnLst/>
            <a:rect l="l" t="t" r="r" b="b"/>
            <a:pathLst>
              <a:path w="9423227" h="1830131">
                <a:moveTo>
                  <a:pt x="0" y="0"/>
                </a:moveTo>
                <a:lnTo>
                  <a:pt x="9423227" y="0"/>
                </a:lnTo>
                <a:lnTo>
                  <a:pt x="9423227" y="1830131"/>
                </a:lnTo>
                <a:lnTo>
                  <a:pt x="0" y="18301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10306491" y="7659400"/>
            <a:ext cx="7813893" cy="1767719"/>
          </a:xfrm>
          <a:custGeom>
            <a:avLst/>
            <a:gdLst/>
            <a:ahLst/>
            <a:cxnLst/>
            <a:rect l="l" t="t" r="r" b="b"/>
            <a:pathLst>
              <a:path w="7813893" h="1767719">
                <a:moveTo>
                  <a:pt x="0" y="0"/>
                </a:moveTo>
                <a:lnTo>
                  <a:pt x="7813893" y="0"/>
                </a:lnTo>
                <a:lnTo>
                  <a:pt x="7813893" y="1767719"/>
                </a:lnTo>
                <a:lnTo>
                  <a:pt x="0" y="17677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26161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3055238" y="924585"/>
            <a:ext cx="11638327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NAVEGACIÓN BÁSICA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37601" y="4095819"/>
            <a:ext cx="667360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i="1" spc="-8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Salir de una carpeta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37710" y="6306459"/>
            <a:ext cx="5873383" cy="57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18"/>
              </a:lnSpc>
              <a:spcBef>
                <a:spcPct val="0"/>
              </a:spcBef>
            </a:pPr>
            <a:r>
              <a:rPr lang="en-US" sz="3579" spc="1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cd ..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38596" y="4919458"/>
            <a:ext cx="6871612" cy="84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Retrocede</a:t>
            </a:r>
            <a:r>
              <a:rPr lang="en-US" sz="2400" u="none" strike="noStrike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 nivel en la jerarquía de carpetas, regresando al directorio contenedor anterior.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B3A6130-0FCE-6570-1F85-BE86DF603A97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5" name="Group 10">
              <a:extLst>
                <a:ext uri="{FF2B5EF4-FFF2-40B4-BE49-F238E27FC236}">
                  <a16:creationId xmlns:a16="http://schemas.microsoft.com/office/drawing/2014/main" id="{2D9565D2-D787-6943-3473-784E8C6A6352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C0AB3656-3B53-4BFC-221E-091AA2F968D4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8" name="TextBox 12">
                <a:extLst>
                  <a:ext uri="{FF2B5EF4-FFF2-40B4-BE49-F238E27FC236}">
                    <a16:creationId xmlns:a16="http://schemas.microsoft.com/office/drawing/2014/main" id="{4EC818A2-BDFA-6E2A-0836-4E76911C96E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F25ECB24-8555-1C59-DDED-B4541AA89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flipV="1">
            <a:off x="4495621" y="4767763"/>
            <a:ext cx="8757562" cy="2787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2575111" y="3835378"/>
            <a:ext cx="1920510" cy="19205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53183" y="3807508"/>
            <a:ext cx="1920510" cy="19205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055238" y="924585"/>
            <a:ext cx="11638327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NAVEGACIÓN BÁSICA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37601" y="4110538"/>
            <a:ext cx="667360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i="1" spc="-8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Limpiar la pantalla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8674" y="6306459"/>
            <a:ext cx="5873383" cy="57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18"/>
              </a:lnSpc>
              <a:spcBef>
                <a:spcPct val="0"/>
              </a:spcBef>
            </a:pPr>
            <a:r>
              <a:rPr lang="en-US" sz="3579" spc="1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cls / clear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83216" y="4919458"/>
            <a:ext cx="7674641" cy="126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Borra todo el</a:t>
            </a:r>
            <a:r>
              <a:rPr lang="en-US" sz="2400" u="none" strike="noStrike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texto visible en la pantalla de la terminal para mantener el área de trabajo limpia, sin alterar los archivos ni el historial.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6746" y="6249287"/>
            <a:ext cx="5873383" cy="57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18"/>
              </a:lnSpc>
              <a:spcBef>
                <a:spcPct val="0"/>
              </a:spcBef>
            </a:pPr>
            <a:r>
              <a:rPr lang="en-US" sz="3579" spc="1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9672751"/>
            <a:ext cx="11304075" cy="457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</a:pPr>
            <a:r>
              <a:rPr lang="en-US" sz="2599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n-US" sz="2599" u="none" strike="noStrike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ta: En la terminal CMD de Windows solo reconoce </a:t>
            </a:r>
            <a:r>
              <a:rPr lang="en-US" sz="2599" i="1" u="none" strike="noStrike" spc="-7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cls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555E153-AFAF-5D2B-1643-F08463A20E4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5" name="Group 10">
              <a:extLst>
                <a:ext uri="{FF2B5EF4-FFF2-40B4-BE49-F238E27FC236}">
                  <a16:creationId xmlns:a16="http://schemas.microsoft.com/office/drawing/2014/main" id="{B90B064E-CC0D-7DF5-C66C-17E883302F9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5B23AD4F-FFF6-DD88-C976-EC84218EC45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8" name="TextBox 12">
                <a:extLst>
                  <a:ext uri="{FF2B5EF4-FFF2-40B4-BE49-F238E27FC236}">
                    <a16:creationId xmlns:a16="http://schemas.microsoft.com/office/drawing/2014/main" id="{71C836EE-DBC4-ACF1-2437-874FBB53C44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47ECAF9F-0A1C-67FF-7DD9-94D6B3072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328932"/>
            <a:ext cx="7552018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ESCENARIO TÍPICO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348872"/>
            <a:ext cx="6673602" cy="150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Estas trabajando en un proyecto, todo funciona, quieres agregar una nueva funcionalidad y.... </a:t>
            </a:r>
            <a:r>
              <a:rPr lang="en-US" sz="2799" b="1" spc="-7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TODO SE ROMPIÓ</a:t>
            </a: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418983" y="2027295"/>
            <a:ext cx="6395444" cy="1358917"/>
            <a:chOff x="0" y="0"/>
            <a:chExt cx="8527259" cy="181189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8527259" cy="1759326"/>
              <a:chOff x="0" y="0"/>
              <a:chExt cx="2031332" cy="4191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03133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991690" y="52564"/>
              <a:ext cx="6535569" cy="1759326"/>
              <a:chOff x="0" y="0"/>
              <a:chExt cx="1556879" cy="4191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55687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556879" h="419100">
                    <a:moveTo>
                      <a:pt x="30849" y="0"/>
                    </a:moveTo>
                    <a:lnTo>
                      <a:pt x="1526030" y="0"/>
                    </a:lnTo>
                    <a:cubicBezTo>
                      <a:pt x="1534212" y="0"/>
                      <a:pt x="1542058" y="3250"/>
                      <a:pt x="1547844" y="9035"/>
                    </a:cubicBezTo>
                    <a:cubicBezTo>
                      <a:pt x="1553629" y="14821"/>
                      <a:pt x="1556879" y="22667"/>
                      <a:pt x="1556879" y="30849"/>
                    </a:cubicBezTo>
                    <a:lnTo>
                      <a:pt x="1556879" y="388251"/>
                    </a:lnTo>
                    <a:cubicBezTo>
                      <a:pt x="1556879" y="396433"/>
                      <a:pt x="1553629" y="404279"/>
                      <a:pt x="1547844" y="410065"/>
                    </a:cubicBezTo>
                    <a:cubicBezTo>
                      <a:pt x="1542058" y="415850"/>
                      <a:pt x="1534212" y="419100"/>
                      <a:pt x="1526030" y="419100"/>
                    </a:cubicBezTo>
                    <a:lnTo>
                      <a:pt x="30849" y="419100"/>
                    </a:lnTo>
                    <a:cubicBezTo>
                      <a:pt x="22667" y="419100"/>
                      <a:pt x="14821" y="415850"/>
                      <a:pt x="9035" y="410065"/>
                    </a:cubicBezTo>
                    <a:cubicBezTo>
                      <a:pt x="3250" y="404279"/>
                      <a:pt x="0" y="396433"/>
                      <a:pt x="0" y="388251"/>
                    </a:cubicBezTo>
                    <a:lnTo>
                      <a:pt x="0" y="30849"/>
                    </a:lnTo>
                    <a:cubicBezTo>
                      <a:pt x="0" y="22667"/>
                      <a:pt x="3250" y="14821"/>
                      <a:pt x="9035" y="9035"/>
                    </a:cubicBezTo>
                    <a:cubicBezTo>
                      <a:pt x="14821" y="3250"/>
                      <a:pt x="22667" y="0"/>
                      <a:pt x="30849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556879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Proyecto_final</a:t>
                </a:r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616631" y="464673"/>
              <a:ext cx="941214" cy="829979"/>
            </a:xfrm>
            <a:custGeom>
              <a:avLst/>
              <a:gdLst/>
              <a:ahLst/>
              <a:cxnLst/>
              <a:rect l="l" t="t" r="r" b="b"/>
              <a:pathLst>
                <a:path w="941214" h="829979">
                  <a:moveTo>
                    <a:pt x="0" y="0"/>
                  </a:moveTo>
                  <a:lnTo>
                    <a:pt x="941213" y="0"/>
                  </a:lnTo>
                  <a:lnTo>
                    <a:pt x="941213" y="829979"/>
                  </a:lnTo>
                  <a:lnTo>
                    <a:pt x="0" y="829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18983" y="3701425"/>
            <a:ext cx="6395444" cy="1358917"/>
            <a:chOff x="0" y="0"/>
            <a:chExt cx="8527259" cy="181189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8527259" cy="1759326"/>
              <a:chOff x="0" y="0"/>
              <a:chExt cx="2031332" cy="4191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03133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991690" y="52564"/>
              <a:ext cx="6535569" cy="1759326"/>
              <a:chOff x="0" y="0"/>
              <a:chExt cx="1556879" cy="4191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55687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556879" h="419100">
                    <a:moveTo>
                      <a:pt x="30849" y="0"/>
                    </a:moveTo>
                    <a:lnTo>
                      <a:pt x="1526030" y="0"/>
                    </a:lnTo>
                    <a:cubicBezTo>
                      <a:pt x="1534212" y="0"/>
                      <a:pt x="1542058" y="3250"/>
                      <a:pt x="1547844" y="9035"/>
                    </a:cubicBezTo>
                    <a:cubicBezTo>
                      <a:pt x="1553629" y="14821"/>
                      <a:pt x="1556879" y="22667"/>
                      <a:pt x="1556879" y="30849"/>
                    </a:cubicBezTo>
                    <a:lnTo>
                      <a:pt x="1556879" y="388251"/>
                    </a:lnTo>
                    <a:cubicBezTo>
                      <a:pt x="1556879" y="396433"/>
                      <a:pt x="1553629" y="404279"/>
                      <a:pt x="1547844" y="410065"/>
                    </a:cubicBezTo>
                    <a:cubicBezTo>
                      <a:pt x="1542058" y="415850"/>
                      <a:pt x="1534212" y="419100"/>
                      <a:pt x="1526030" y="419100"/>
                    </a:cubicBezTo>
                    <a:lnTo>
                      <a:pt x="30849" y="419100"/>
                    </a:lnTo>
                    <a:cubicBezTo>
                      <a:pt x="22667" y="419100"/>
                      <a:pt x="14821" y="415850"/>
                      <a:pt x="9035" y="410065"/>
                    </a:cubicBezTo>
                    <a:cubicBezTo>
                      <a:pt x="3250" y="404279"/>
                      <a:pt x="0" y="396433"/>
                      <a:pt x="0" y="388251"/>
                    </a:cubicBezTo>
                    <a:lnTo>
                      <a:pt x="0" y="30849"/>
                    </a:lnTo>
                    <a:cubicBezTo>
                      <a:pt x="0" y="22667"/>
                      <a:pt x="3250" y="14821"/>
                      <a:pt x="9035" y="9035"/>
                    </a:cubicBezTo>
                    <a:cubicBezTo>
                      <a:pt x="14821" y="3250"/>
                      <a:pt x="22667" y="0"/>
                      <a:pt x="30849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1556879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Proyecto_final_v2</a:t>
                </a:r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616631" y="464673"/>
              <a:ext cx="941214" cy="829979"/>
            </a:xfrm>
            <a:custGeom>
              <a:avLst/>
              <a:gdLst/>
              <a:ahLst/>
              <a:cxnLst/>
              <a:rect l="l" t="t" r="r" b="b"/>
              <a:pathLst>
                <a:path w="941214" h="829979">
                  <a:moveTo>
                    <a:pt x="0" y="0"/>
                  </a:moveTo>
                  <a:lnTo>
                    <a:pt x="941213" y="0"/>
                  </a:lnTo>
                  <a:lnTo>
                    <a:pt x="941213" y="829979"/>
                  </a:lnTo>
                  <a:lnTo>
                    <a:pt x="0" y="829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18983" y="5375554"/>
            <a:ext cx="6395444" cy="1358917"/>
            <a:chOff x="0" y="0"/>
            <a:chExt cx="8527259" cy="181189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8527259" cy="1759326"/>
              <a:chOff x="0" y="0"/>
              <a:chExt cx="2031332" cy="4191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03133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991690" y="52564"/>
              <a:ext cx="6535569" cy="1759326"/>
              <a:chOff x="0" y="0"/>
              <a:chExt cx="1556879" cy="4191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55687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556879" h="419100">
                    <a:moveTo>
                      <a:pt x="30849" y="0"/>
                    </a:moveTo>
                    <a:lnTo>
                      <a:pt x="1526030" y="0"/>
                    </a:lnTo>
                    <a:cubicBezTo>
                      <a:pt x="1534212" y="0"/>
                      <a:pt x="1542058" y="3250"/>
                      <a:pt x="1547844" y="9035"/>
                    </a:cubicBezTo>
                    <a:cubicBezTo>
                      <a:pt x="1553629" y="14821"/>
                      <a:pt x="1556879" y="22667"/>
                      <a:pt x="1556879" y="30849"/>
                    </a:cubicBezTo>
                    <a:lnTo>
                      <a:pt x="1556879" y="388251"/>
                    </a:lnTo>
                    <a:cubicBezTo>
                      <a:pt x="1556879" y="396433"/>
                      <a:pt x="1553629" y="404279"/>
                      <a:pt x="1547844" y="410065"/>
                    </a:cubicBezTo>
                    <a:cubicBezTo>
                      <a:pt x="1542058" y="415850"/>
                      <a:pt x="1534212" y="419100"/>
                      <a:pt x="1526030" y="419100"/>
                    </a:cubicBezTo>
                    <a:lnTo>
                      <a:pt x="30849" y="419100"/>
                    </a:lnTo>
                    <a:cubicBezTo>
                      <a:pt x="22667" y="419100"/>
                      <a:pt x="14821" y="415850"/>
                      <a:pt x="9035" y="410065"/>
                    </a:cubicBezTo>
                    <a:cubicBezTo>
                      <a:pt x="3250" y="404279"/>
                      <a:pt x="0" y="396433"/>
                      <a:pt x="0" y="388251"/>
                    </a:cubicBezTo>
                    <a:lnTo>
                      <a:pt x="0" y="30849"/>
                    </a:lnTo>
                    <a:cubicBezTo>
                      <a:pt x="0" y="22667"/>
                      <a:pt x="3250" y="14821"/>
                      <a:pt x="9035" y="9035"/>
                    </a:cubicBezTo>
                    <a:cubicBezTo>
                      <a:pt x="14821" y="3250"/>
                      <a:pt x="22667" y="0"/>
                      <a:pt x="30849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556879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Proyecto_final_v2_final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616631" y="464673"/>
              <a:ext cx="941214" cy="829979"/>
            </a:xfrm>
            <a:custGeom>
              <a:avLst/>
              <a:gdLst/>
              <a:ahLst/>
              <a:cxnLst/>
              <a:rect l="l" t="t" r="r" b="b"/>
              <a:pathLst>
                <a:path w="941214" h="829979">
                  <a:moveTo>
                    <a:pt x="0" y="0"/>
                  </a:moveTo>
                  <a:lnTo>
                    <a:pt x="941213" y="0"/>
                  </a:lnTo>
                  <a:lnTo>
                    <a:pt x="941213" y="829979"/>
                  </a:lnTo>
                  <a:lnTo>
                    <a:pt x="0" y="829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418983" y="7049683"/>
            <a:ext cx="6395444" cy="1358917"/>
            <a:chOff x="0" y="0"/>
            <a:chExt cx="8527259" cy="181189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8527259" cy="1759326"/>
              <a:chOff x="0" y="0"/>
              <a:chExt cx="2031332" cy="4191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203133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991690" y="52564"/>
              <a:ext cx="6535569" cy="1759326"/>
              <a:chOff x="0" y="0"/>
              <a:chExt cx="1556879" cy="4191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55687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556879" h="419100">
                    <a:moveTo>
                      <a:pt x="30849" y="0"/>
                    </a:moveTo>
                    <a:lnTo>
                      <a:pt x="1526030" y="0"/>
                    </a:lnTo>
                    <a:cubicBezTo>
                      <a:pt x="1534212" y="0"/>
                      <a:pt x="1542058" y="3250"/>
                      <a:pt x="1547844" y="9035"/>
                    </a:cubicBezTo>
                    <a:cubicBezTo>
                      <a:pt x="1553629" y="14821"/>
                      <a:pt x="1556879" y="22667"/>
                      <a:pt x="1556879" y="30849"/>
                    </a:cubicBezTo>
                    <a:lnTo>
                      <a:pt x="1556879" y="388251"/>
                    </a:lnTo>
                    <a:cubicBezTo>
                      <a:pt x="1556879" y="396433"/>
                      <a:pt x="1553629" y="404279"/>
                      <a:pt x="1547844" y="410065"/>
                    </a:cubicBezTo>
                    <a:cubicBezTo>
                      <a:pt x="1542058" y="415850"/>
                      <a:pt x="1534212" y="419100"/>
                      <a:pt x="1526030" y="419100"/>
                    </a:cubicBezTo>
                    <a:lnTo>
                      <a:pt x="30849" y="419100"/>
                    </a:lnTo>
                    <a:cubicBezTo>
                      <a:pt x="22667" y="419100"/>
                      <a:pt x="14821" y="415850"/>
                      <a:pt x="9035" y="410065"/>
                    </a:cubicBezTo>
                    <a:cubicBezTo>
                      <a:pt x="3250" y="404279"/>
                      <a:pt x="0" y="396433"/>
                      <a:pt x="0" y="388251"/>
                    </a:cubicBezTo>
                    <a:lnTo>
                      <a:pt x="0" y="30849"/>
                    </a:lnTo>
                    <a:cubicBezTo>
                      <a:pt x="0" y="22667"/>
                      <a:pt x="3250" y="14821"/>
                      <a:pt x="9035" y="9035"/>
                    </a:cubicBezTo>
                    <a:cubicBezTo>
                      <a:pt x="14821" y="3250"/>
                      <a:pt x="22667" y="0"/>
                      <a:pt x="30849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1556879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Proyecto_final_v2_ahora_si</a:t>
                </a:r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616631" y="464673"/>
              <a:ext cx="941214" cy="829979"/>
            </a:xfrm>
            <a:custGeom>
              <a:avLst/>
              <a:gdLst/>
              <a:ahLst/>
              <a:cxnLst/>
              <a:rect l="l" t="t" r="r" b="b"/>
              <a:pathLst>
                <a:path w="941214" h="829979">
                  <a:moveTo>
                    <a:pt x="0" y="0"/>
                  </a:moveTo>
                  <a:lnTo>
                    <a:pt x="941213" y="0"/>
                  </a:lnTo>
                  <a:lnTo>
                    <a:pt x="941213" y="829979"/>
                  </a:lnTo>
                  <a:lnTo>
                    <a:pt x="0" y="829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8E68D350-17C4-E2F6-D759-C1D2B2B1D4BB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41" name="Group 10">
              <a:extLst>
                <a:ext uri="{FF2B5EF4-FFF2-40B4-BE49-F238E27FC236}">
                  <a16:creationId xmlns:a16="http://schemas.microsoft.com/office/drawing/2014/main" id="{308FC795-F352-32B9-5BB4-EF78C6C710A5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43" name="Freeform 11">
                <a:extLst>
                  <a:ext uri="{FF2B5EF4-FFF2-40B4-BE49-F238E27FC236}">
                    <a16:creationId xmlns:a16="http://schemas.microsoft.com/office/drawing/2014/main" id="{47F56287-9283-9071-3879-952364138B96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4" name="TextBox 12">
                <a:extLst>
                  <a:ext uri="{FF2B5EF4-FFF2-40B4-BE49-F238E27FC236}">
                    <a16:creationId xmlns:a16="http://schemas.microsoft.com/office/drawing/2014/main" id="{65D90AD7-0F5F-1906-7FB0-6B61E81B2DA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42" name="Imagen 41">
              <a:extLst>
                <a:ext uri="{FF2B5EF4-FFF2-40B4-BE49-F238E27FC236}">
                  <a16:creationId xmlns:a16="http://schemas.microsoft.com/office/drawing/2014/main" id="{89DDE8CA-53D6-EC38-2768-3D9A3DB52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74064" y="6831477"/>
            <a:ext cx="3206655" cy="3130138"/>
            <a:chOff x="0" y="0"/>
            <a:chExt cx="1257588" cy="12275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7588" cy="1227580"/>
            </a:xfrm>
            <a:custGeom>
              <a:avLst/>
              <a:gdLst/>
              <a:ahLst/>
              <a:cxnLst/>
              <a:rect l="l" t="t" r="r" b="b"/>
              <a:pathLst>
                <a:path w="1257588" h="1227580">
                  <a:moveTo>
                    <a:pt x="55530" y="0"/>
                  </a:moveTo>
                  <a:lnTo>
                    <a:pt x="1202058" y="0"/>
                  </a:lnTo>
                  <a:cubicBezTo>
                    <a:pt x="1216786" y="0"/>
                    <a:pt x="1230910" y="5850"/>
                    <a:pt x="1241324" y="16264"/>
                  </a:cubicBezTo>
                  <a:cubicBezTo>
                    <a:pt x="1251738" y="26678"/>
                    <a:pt x="1257588" y="40802"/>
                    <a:pt x="1257588" y="55530"/>
                  </a:cubicBezTo>
                  <a:lnTo>
                    <a:pt x="1257588" y="1172050"/>
                  </a:lnTo>
                  <a:cubicBezTo>
                    <a:pt x="1257588" y="1186777"/>
                    <a:pt x="1251738" y="1200902"/>
                    <a:pt x="1241324" y="1211316"/>
                  </a:cubicBezTo>
                  <a:cubicBezTo>
                    <a:pt x="1230910" y="1221729"/>
                    <a:pt x="1216786" y="1227580"/>
                    <a:pt x="1202058" y="1227580"/>
                  </a:cubicBezTo>
                  <a:lnTo>
                    <a:pt x="55530" y="1227580"/>
                  </a:lnTo>
                  <a:cubicBezTo>
                    <a:pt x="40802" y="1227580"/>
                    <a:pt x="26678" y="1221729"/>
                    <a:pt x="16264" y="1211316"/>
                  </a:cubicBezTo>
                  <a:cubicBezTo>
                    <a:pt x="5850" y="1200902"/>
                    <a:pt x="0" y="1186777"/>
                    <a:pt x="0" y="1172050"/>
                  </a:cubicBezTo>
                  <a:lnTo>
                    <a:pt x="0" y="55530"/>
                  </a:lnTo>
                  <a:cubicBezTo>
                    <a:pt x="0" y="40802"/>
                    <a:pt x="5850" y="26678"/>
                    <a:pt x="16264" y="16264"/>
                  </a:cubicBezTo>
                  <a:cubicBezTo>
                    <a:pt x="26678" y="5850"/>
                    <a:pt x="40802" y="0"/>
                    <a:pt x="55530" y="0"/>
                  </a:cubicBezTo>
                  <a:close/>
                </a:path>
              </a:pathLst>
            </a:custGeom>
            <a:blipFill>
              <a:blip r:embed="rId3"/>
              <a:stretch>
                <a:fillRect l="-8586" r="-8664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04195" y="6831477"/>
            <a:ext cx="3244048" cy="3130138"/>
            <a:chOff x="0" y="0"/>
            <a:chExt cx="1272253" cy="12275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72253" cy="1227580"/>
            </a:xfrm>
            <a:custGeom>
              <a:avLst/>
              <a:gdLst/>
              <a:ahLst/>
              <a:cxnLst/>
              <a:rect l="l" t="t" r="r" b="b"/>
              <a:pathLst>
                <a:path w="1272253" h="1227580">
                  <a:moveTo>
                    <a:pt x="54889" y="0"/>
                  </a:moveTo>
                  <a:lnTo>
                    <a:pt x="1217363" y="0"/>
                  </a:lnTo>
                  <a:cubicBezTo>
                    <a:pt x="1247678" y="0"/>
                    <a:pt x="1272253" y="24575"/>
                    <a:pt x="1272253" y="54889"/>
                  </a:cubicBezTo>
                  <a:lnTo>
                    <a:pt x="1272253" y="1172690"/>
                  </a:lnTo>
                  <a:cubicBezTo>
                    <a:pt x="1272253" y="1187248"/>
                    <a:pt x="1266470" y="1201209"/>
                    <a:pt x="1256176" y="1211503"/>
                  </a:cubicBezTo>
                  <a:cubicBezTo>
                    <a:pt x="1245882" y="1221797"/>
                    <a:pt x="1231921" y="1227580"/>
                    <a:pt x="1217363" y="1227580"/>
                  </a:cubicBezTo>
                  <a:lnTo>
                    <a:pt x="54889" y="1227580"/>
                  </a:lnTo>
                  <a:cubicBezTo>
                    <a:pt x="24575" y="1227580"/>
                    <a:pt x="0" y="1203005"/>
                    <a:pt x="0" y="1172690"/>
                  </a:cubicBezTo>
                  <a:lnTo>
                    <a:pt x="0" y="54889"/>
                  </a:lnTo>
                  <a:cubicBezTo>
                    <a:pt x="0" y="24575"/>
                    <a:pt x="24575" y="0"/>
                    <a:pt x="54889" y="0"/>
                  </a:cubicBezTo>
                  <a:close/>
                </a:path>
              </a:pathLst>
            </a:custGeom>
            <a:blipFill>
              <a:blip r:embed="rId3"/>
              <a:stretch>
                <a:fillRect l="-90276" r="-2700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235965"/>
            <a:ext cx="7552018" cy="136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ES GIT?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148289"/>
            <a:ext cx="6673602" cy="100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e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un sistema de control de versiones distribuido.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59958" y="1636712"/>
            <a:ext cx="7299342" cy="4967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regresar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versiones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anteriores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forma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segura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distintas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manera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aislada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mediante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Ayuda a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combinar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múltiples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personas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4807065"/>
            <a:ext cx="7074075" cy="150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b="1" u="none" strike="noStrike" spc="-55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Su función es registrar el historial de cambios en los archivos de un proyecto a lo largo del tiempo.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29CCAA85-153A-FD9E-85B2-5001EAAE2D9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5" name="Group 10">
              <a:extLst>
                <a:ext uri="{FF2B5EF4-FFF2-40B4-BE49-F238E27FC236}">
                  <a16:creationId xmlns:a16="http://schemas.microsoft.com/office/drawing/2014/main" id="{E0585BB4-3AC4-D039-7F76-4C9D16510CAD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7" name="Freeform 11">
                <a:extLst>
                  <a:ext uri="{FF2B5EF4-FFF2-40B4-BE49-F238E27FC236}">
                    <a16:creationId xmlns:a16="http://schemas.microsoft.com/office/drawing/2014/main" id="{0CAC4A7D-75F3-668B-C809-3EB78CA5AD10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8" name="TextBox 12">
                <a:extLst>
                  <a:ext uri="{FF2B5EF4-FFF2-40B4-BE49-F238E27FC236}">
                    <a16:creationId xmlns:a16="http://schemas.microsoft.com/office/drawing/2014/main" id="{765F4816-2659-EAFB-CEB9-4F7CA6D13D5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FFBB01A7-F8C4-AC86-78B9-70FC6159C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flipV="1">
            <a:off x="4725631" y="5356112"/>
            <a:ext cx="8757562" cy="2787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2805121" y="4423727"/>
            <a:ext cx="1920510" cy="19205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639" r="-109670" b="-1540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483193" y="4395857"/>
            <a:ext cx="1920510" cy="19205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178498" y="1047750"/>
            <a:ext cx="7383298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¿CUÁL ES LA DIFERENCIA?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33346" y="4688121"/>
            <a:ext cx="667360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i="1" spc="-8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Git vs Github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8710" y="6625913"/>
            <a:ext cx="5171683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spc="-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</a:t>
            </a:r>
            <a:r>
              <a:rPr lang="en-US" sz="2999" u="none" strike="noStrike" spc="-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software de línea de comandos que </a:t>
            </a:r>
            <a:r>
              <a:rPr lang="en-US" sz="2999" b="1" u="none" strike="noStrike" spc="-8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gestiona el control de versiones</a:t>
            </a:r>
            <a:r>
              <a:rPr lang="en-US" sz="2999" u="none" strike="noStrike" spc="-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localmente en tu equipo.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57607" y="6571349"/>
            <a:ext cx="5171683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spc="-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</a:t>
            </a:r>
            <a:r>
              <a:rPr lang="en-US" sz="2999" u="none" strike="noStrike" spc="-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servicio web que </a:t>
            </a:r>
            <a:r>
              <a:rPr lang="en-US" sz="2999" b="1" u="none" strike="noStrike" spc="-8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almacena los proyectos de Git</a:t>
            </a:r>
            <a:r>
              <a:rPr lang="en-US" sz="2999" u="none" strike="noStrike" spc="-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para su distribución y trabajo en equipo.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DF99E422-1B46-F316-A975-EF088654785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3" name="Group 10">
              <a:extLst>
                <a:ext uri="{FF2B5EF4-FFF2-40B4-BE49-F238E27FC236}">
                  <a16:creationId xmlns:a16="http://schemas.microsoft.com/office/drawing/2014/main" id="{D78B04C2-573E-A5EF-D1AD-5FA2F74C3DCD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5" name="Freeform 11">
                <a:extLst>
                  <a:ext uri="{FF2B5EF4-FFF2-40B4-BE49-F238E27FC236}">
                    <a16:creationId xmlns:a16="http://schemas.microsoft.com/office/drawing/2014/main" id="{14F9D490-D524-798F-0369-0BF5628CD9F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6" name="TextBox 12">
                <a:extLst>
                  <a:ext uri="{FF2B5EF4-FFF2-40B4-BE49-F238E27FC236}">
                    <a16:creationId xmlns:a16="http://schemas.microsoft.com/office/drawing/2014/main" id="{EB7CC338-1851-C342-39A9-90B8AC3FE5D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02A6F828-0917-947D-E032-EEEE196CC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65501" y="6756389"/>
            <a:ext cx="5033814" cy="3130138"/>
            <a:chOff x="0" y="0"/>
            <a:chExt cx="1974165" cy="12275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74165" cy="1227580"/>
            </a:xfrm>
            <a:custGeom>
              <a:avLst/>
              <a:gdLst/>
              <a:ahLst/>
              <a:cxnLst/>
              <a:rect l="l" t="t" r="r" b="b"/>
              <a:pathLst>
                <a:path w="1974165" h="1227580">
                  <a:moveTo>
                    <a:pt x="35374" y="0"/>
                  </a:moveTo>
                  <a:lnTo>
                    <a:pt x="1938791" y="0"/>
                  </a:lnTo>
                  <a:cubicBezTo>
                    <a:pt x="1958328" y="0"/>
                    <a:pt x="1974165" y="15837"/>
                    <a:pt x="1974165" y="35374"/>
                  </a:cubicBezTo>
                  <a:lnTo>
                    <a:pt x="1974165" y="1192206"/>
                  </a:lnTo>
                  <a:cubicBezTo>
                    <a:pt x="1974165" y="1211742"/>
                    <a:pt x="1958328" y="1227580"/>
                    <a:pt x="1938791" y="1227580"/>
                  </a:cubicBezTo>
                  <a:lnTo>
                    <a:pt x="35374" y="1227580"/>
                  </a:lnTo>
                  <a:cubicBezTo>
                    <a:pt x="15837" y="1227580"/>
                    <a:pt x="0" y="1211742"/>
                    <a:pt x="0" y="1192206"/>
                  </a:cubicBezTo>
                  <a:lnTo>
                    <a:pt x="0" y="35374"/>
                  </a:lnTo>
                  <a:cubicBezTo>
                    <a:pt x="0" y="15837"/>
                    <a:pt x="15837" y="0"/>
                    <a:pt x="35374" y="0"/>
                  </a:cubicBezTo>
                  <a:close/>
                </a:path>
              </a:pathLst>
            </a:custGeom>
            <a:blipFill>
              <a:blip r:embed="rId3"/>
              <a:stretch>
                <a:fillRect l="-5334" r="-533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01583" y="6756389"/>
            <a:ext cx="3244048" cy="3130138"/>
            <a:chOff x="0" y="0"/>
            <a:chExt cx="1272253" cy="12275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72253" cy="1227580"/>
            </a:xfrm>
            <a:custGeom>
              <a:avLst/>
              <a:gdLst/>
              <a:ahLst/>
              <a:cxnLst/>
              <a:rect l="l" t="t" r="r" b="b"/>
              <a:pathLst>
                <a:path w="1272253" h="1227580">
                  <a:moveTo>
                    <a:pt x="54889" y="0"/>
                  </a:moveTo>
                  <a:lnTo>
                    <a:pt x="1217363" y="0"/>
                  </a:lnTo>
                  <a:cubicBezTo>
                    <a:pt x="1247678" y="0"/>
                    <a:pt x="1272253" y="24575"/>
                    <a:pt x="1272253" y="54889"/>
                  </a:cubicBezTo>
                  <a:lnTo>
                    <a:pt x="1272253" y="1172690"/>
                  </a:lnTo>
                  <a:cubicBezTo>
                    <a:pt x="1272253" y="1187248"/>
                    <a:pt x="1266470" y="1201209"/>
                    <a:pt x="1256176" y="1211503"/>
                  </a:cubicBezTo>
                  <a:cubicBezTo>
                    <a:pt x="1245882" y="1221797"/>
                    <a:pt x="1231921" y="1227580"/>
                    <a:pt x="1217363" y="1227580"/>
                  </a:cubicBezTo>
                  <a:lnTo>
                    <a:pt x="54889" y="1227580"/>
                  </a:lnTo>
                  <a:cubicBezTo>
                    <a:pt x="24575" y="1227580"/>
                    <a:pt x="0" y="1203005"/>
                    <a:pt x="0" y="1172690"/>
                  </a:cubicBezTo>
                  <a:lnTo>
                    <a:pt x="0" y="54889"/>
                  </a:lnTo>
                  <a:cubicBezTo>
                    <a:pt x="0" y="24575"/>
                    <a:pt x="24575" y="0"/>
                    <a:pt x="54889" y="0"/>
                  </a:cubicBezTo>
                  <a:close/>
                </a:path>
              </a:pathLst>
            </a:custGeom>
            <a:blipFill>
              <a:blip r:embed="rId4"/>
              <a:stretch>
                <a:fillRect t="-1819" b="-1819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047750"/>
            <a:ext cx="7552018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ES GITHUB?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077768"/>
            <a:ext cx="6673602" cy="199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 e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una plataforma basada en la nube diseñada para alojar repositorios de Git y facilitar la gestión de proyectos.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59958" y="1636712"/>
            <a:ext cx="7299342" cy="4967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 la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colaboración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simultánea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entre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múltiples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desarrolladores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Actúa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respaldo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centralizado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Requiere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conexión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internet para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sincronizar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con el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entorno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local.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5A1EB50-7DB2-83F6-42D6-62F186A8CB30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68FE5C2F-DCA6-3F25-6280-2145DAB03AF9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5BC7319B-DD78-D492-3F5F-544A8B4C747D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A9CA32CF-2581-DB5B-3588-4D7179C6984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DCD0D147-C81E-464B-C0F0-B9B0F615D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4433C-6C75-759A-C720-64A87F5B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58D217-C942-8898-3A3C-D8B92AE27421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41DAAB-72F9-5BE0-9869-F53C563D2672}"/>
              </a:ext>
            </a:extLst>
          </p:cNvPr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BF30E77-25D5-C067-1385-9EAB57C458C4}"/>
                </a:ext>
              </a:extLst>
            </p:cNvPr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D907E90-B01C-62E2-6304-E7A81931379A}"/>
                </a:ext>
              </a:extLst>
            </p:cNvPr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ACBE08C-79EB-AF2C-DBA8-4A812EB6AAB6}"/>
              </a:ext>
            </a:extLst>
          </p:cNvPr>
          <p:cNvGrpSpPr/>
          <p:nvPr/>
        </p:nvGrpSpPr>
        <p:grpSpPr>
          <a:xfrm>
            <a:off x="874461" y="7246244"/>
            <a:ext cx="2824565" cy="2489734"/>
            <a:chOff x="-59838" y="2299"/>
            <a:chExt cx="1272253" cy="122758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B047DDC-8ED7-9AD0-1A37-F8829211853C}"/>
                </a:ext>
              </a:extLst>
            </p:cNvPr>
            <p:cNvSpPr/>
            <p:nvPr/>
          </p:nvSpPr>
          <p:spPr>
            <a:xfrm>
              <a:off x="-59838" y="2299"/>
              <a:ext cx="1272253" cy="1227580"/>
            </a:xfrm>
            <a:custGeom>
              <a:avLst/>
              <a:gdLst/>
              <a:ahLst/>
              <a:cxnLst/>
              <a:rect l="l" t="t" r="r" b="b"/>
              <a:pathLst>
                <a:path w="1272253" h="1227580">
                  <a:moveTo>
                    <a:pt x="54889" y="0"/>
                  </a:moveTo>
                  <a:lnTo>
                    <a:pt x="1217363" y="0"/>
                  </a:lnTo>
                  <a:cubicBezTo>
                    <a:pt x="1247678" y="0"/>
                    <a:pt x="1272253" y="24575"/>
                    <a:pt x="1272253" y="54889"/>
                  </a:cubicBezTo>
                  <a:lnTo>
                    <a:pt x="1272253" y="1172690"/>
                  </a:lnTo>
                  <a:cubicBezTo>
                    <a:pt x="1272253" y="1187248"/>
                    <a:pt x="1266470" y="1201209"/>
                    <a:pt x="1256176" y="1211503"/>
                  </a:cubicBezTo>
                  <a:cubicBezTo>
                    <a:pt x="1245882" y="1221797"/>
                    <a:pt x="1231921" y="1227580"/>
                    <a:pt x="1217363" y="1227580"/>
                  </a:cubicBezTo>
                  <a:lnTo>
                    <a:pt x="54889" y="1227580"/>
                  </a:lnTo>
                  <a:cubicBezTo>
                    <a:pt x="24575" y="1227580"/>
                    <a:pt x="0" y="1203005"/>
                    <a:pt x="0" y="1172690"/>
                  </a:cubicBezTo>
                  <a:lnTo>
                    <a:pt x="0" y="54889"/>
                  </a:lnTo>
                  <a:cubicBezTo>
                    <a:pt x="0" y="24575"/>
                    <a:pt x="24575" y="0"/>
                    <a:pt x="54889" y="0"/>
                  </a:cubicBezTo>
                  <a:close/>
                </a:path>
              </a:pathLst>
            </a:custGeom>
            <a:blipFill>
              <a:blip r:embed="rId3"/>
              <a:stretch>
                <a:fillRect t="-1819" b="-1819"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43A23AD-F109-1DE9-6CCF-FED7974F69BE}"/>
              </a:ext>
            </a:extLst>
          </p:cNvPr>
          <p:cNvSpPr txBox="1"/>
          <p:nvPr/>
        </p:nvSpPr>
        <p:spPr>
          <a:xfrm>
            <a:off x="429885" y="1047750"/>
            <a:ext cx="7759024" cy="2744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¿SOLO EXISTE GITHUB?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3AAF19F-0546-5FC4-60AC-341F7D046575}"/>
              </a:ext>
            </a:extLst>
          </p:cNvPr>
          <p:cNvSpPr txBox="1"/>
          <p:nvPr/>
        </p:nvSpPr>
        <p:spPr>
          <a:xfrm>
            <a:off x="429884" y="4276291"/>
            <a:ext cx="8031406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Aunque GitHub es la plataforma más utilizada del mundo y el estándar en la industria,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 un software libre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puede conectarse con varios servicios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en la nube</a:t>
            </a:r>
            <a:endParaRPr lang="en-US" sz="2799" b="1" u="none" strike="noStrike" spc="-75" dirty="0">
              <a:solidFill>
                <a:srgbClr val="0CC0D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6C9C314-9042-4E9E-8D35-3FD95800D12F}"/>
              </a:ext>
            </a:extLst>
          </p:cNvPr>
          <p:cNvSpPr txBox="1"/>
          <p:nvPr/>
        </p:nvSpPr>
        <p:spPr>
          <a:xfrm>
            <a:off x="9226163" y="1517061"/>
            <a:ext cx="8705888" cy="5476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GitLab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Muy popular en entornos empresariales por sus herramientas integradas de automatización y ciberseguridad.</a:t>
            </a:r>
          </a:p>
          <a:p>
            <a:pPr marL="302258" lvl="1" algn="l">
              <a:lnSpc>
                <a:spcPts val="3919"/>
              </a:lnSpc>
            </a:pPr>
            <a:endParaRPr lang="es-MX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Bitbucket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Diseñado para integrarse nativamente con herramientas de gestión laboral como Jira y Trello.</a:t>
            </a:r>
          </a:p>
          <a:p>
            <a:pPr marL="302258" lvl="1" algn="l">
              <a:lnSpc>
                <a:spcPts val="3919"/>
              </a:lnSpc>
            </a:pPr>
            <a:endParaRPr lang="es-MX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Azure DevOps: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 empresarial de Microsoft para el control de versiones y gestión de software.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399C245-C6AD-C6E8-E9A5-AA77A3C66112}"/>
              </a:ext>
            </a:extLst>
          </p:cNvPr>
          <p:cNvGrpSpPr/>
          <p:nvPr/>
        </p:nvGrpSpPr>
        <p:grpSpPr>
          <a:xfrm>
            <a:off x="9204737" y="7246244"/>
            <a:ext cx="4051321" cy="2513878"/>
            <a:chOff x="531165" y="6945822"/>
            <a:chExt cx="4421835" cy="2513878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9638FB42-A805-3304-1ECC-4738BB67B78A}"/>
                </a:ext>
              </a:extLst>
            </p:cNvPr>
            <p:cNvSpPr/>
            <p:nvPr/>
          </p:nvSpPr>
          <p:spPr>
            <a:xfrm>
              <a:off x="534754" y="6969966"/>
              <a:ext cx="4418246" cy="2489734"/>
            </a:xfrm>
            <a:prstGeom prst="roundRect">
              <a:avLst/>
            </a:prstGeom>
            <a:solidFill>
              <a:srgbClr val="1B1F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MX"/>
            </a:p>
          </p:txBody>
        </p:sp>
        <p:pic>
          <p:nvPicPr>
            <p:cNvPr id="14" name="Imagen 13" descr="Gitlab Logo and symbol, meaning, history, PNG, brand">
              <a:extLst>
                <a:ext uri="{FF2B5EF4-FFF2-40B4-BE49-F238E27FC236}">
                  <a16:creationId xmlns:a16="http://schemas.microsoft.com/office/drawing/2014/main" id="{EA1ECD02-E389-53A9-6CCB-D18DF1621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1165" y="6945822"/>
              <a:ext cx="4416593" cy="2484334"/>
            </a:xfrm>
            <a:prstGeom prst="rect">
              <a:avLst/>
            </a:prstGeom>
          </p:spPr>
        </p:pic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0A43EF4A-AF18-1F9B-A9A5-84AC0568F929}"/>
              </a:ext>
            </a:extLst>
          </p:cNvPr>
          <p:cNvGrpSpPr/>
          <p:nvPr/>
        </p:nvGrpSpPr>
        <p:grpSpPr>
          <a:xfrm>
            <a:off x="4035181" y="7204967"/>
            <a:ext cx="4651694" cy="2485058"/>
            <a:chOff x="9560676" y="7296449"/>
            <a:chExt cx="5450723" cy="2489734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348EEC64-9081-1B62-9403-D7DAFA82AB11}"/>
                </a:ext>
              </a:extLst>
            </p:cNvPr>
            <p:cNvSpPr/>
            <p:nvPr/>
          </p:nvSpPr>
          <p:spPr>
            <a:xfrm>
              <a:off x="9560676" y="7296449"/>
              <a:ext cx="5450723" cy="2489734"/>
            </a:xfrm>
            <a:prstGeom prst="roundRect">
              <a:avLst/>
            </a:prstGeom>
            <a:solidFill>
              <a:srgbClr val="F152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MX"/>
            </a:p>
          </p:txBody>
        </p:sp>
        <p:pic>
          <p:nvPicPr>
            <p:cNvPr id="18" name="Imagen 17" descr="Bitbucket official logo - Social media &amp; Logos Icons">
              <a:extLst>
                <a:ext uri="{FF2B5EF4-FFF2-40B4-BE49-F238E27FC236}">
                  <a16:creationId xmlns:a16="http://schemas.microsoft.com/office/drawing/2014/main" id="{95F4AC3E-6A81-EC0C-B962-97E083B6A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09019" y="7924407"/>
              <a:ext cx="4876800" cy="1209675"/>
            </a:xfrm>
            <a:prstGeom prst="rect">
              <a:avLst/>
            </a:prstGeom>
          </p:spPr>
        </p:pic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2405F03-347A-2BCE-0C57-7FE39942D91E}"/>
              </a:ext>
            </a:extLst>
          </p:cNvPr>
          <p:cNvGrpSpPr/>
          <p:nvPr/>
        </p:nvGrpSpPr>
        <p:grpSpPr>
          <a:xfrm>
            <a:off x="13534883" y="7194122"/>
            <a:ext cx="4418246" cy="2523590"/>
            <a:chOff x="12688935" y="7138006"/>
            <a:chExt cx="4418246" cy="2523590"/>
          </a:xfrm>
        </p:grpSpPr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858E9FF6-95BE-6E66-880A-4556EDFFDFBA}"/>
                </a:ext>
              </a:extLst>
            </p:cNvPr>
            <p:cNvSpPr/>
            <p:nvPr/>
          </p:nvSpPr>
          <p:spPr>
            <a:xfrm>
              <a:off x="12688935" y="7171862"/>
              <a:ext cx="4418246" cy="2489734"/>
            </a:xfrm>
            <a:prstGeom prst="roundRect">
              <a:avLst/>
            </a:prstGeom>
            <a:solidFill>
              <a:srgbClr val="1B1F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MX"/>
            </a:p>
          </p:txBody>
        </p:sp>
        <p:pic>
          <p:nvPicPr>
            <p:cNvPr id="28" name="Imagen 27" descr="Application Development with Azure DevOps">
              <a:extLst>
                <a:ext uri="{FF2B5EF4-FFF2-40B4-BE49-F238E27FC236}">
                  <a16:creationId xmlns:a16="http://schemas.microsoft.com/office/drawing/2014/main" id="{1E0DA969-6E3B-DE0A-0191-FE9B6F9C1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10013" y="7138006"/>
              <a:ext cx="4376090" cy="2489735"/>
            </a:xfrm>
            <a:prstGeom prst="rect">
              <a:avLst/>
            </a:prstGeom>
          </p:spPr>
        </p:pic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DBE3A329-B212-5A61-E7EA-DB1967D8795C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993345B9-D5EE-C717-4010-E0AD9480668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66CD8A4D-1A74-1318-4F3B-0FEDAB0AB2B8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24728761-6BCE-58C6-9B7D-BEE41D85772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981388EB-7AFA-E113-B649-C1D604521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002521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4059309"/>
            <a:ext cx="10893584" cy="2416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901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CONFIGURACIÓN INICIAL</a:t>
            </a:r>
          </a:p>
        </p:txBody>
      </p:sp>
      <p:sp>
        <p:nvSpPr>
          <p:cNvPr id="4" name="Freeform 4"/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/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C000EB6-DB66-FA6B-A3E7-9985C0828AAC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D8C01B2A-B20F-3D10-55B1-571CCE6FF0F8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537EA485-01F7-6B8B-00EF-BCE220169FD2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BECF6CBB-6A89-ADB0-FAB3-8863C45A4EB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9EC25779-7D3F-E9BE-5F1C-E0131E35D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4059309"/>
            <a:ext cx="10893584" cy="2416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901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CLONAR REPOSITORIO</a:t>
            </a:r>
          </a:p>
        </p:txBody>
      </p:sp>
      <p:sp>
        <p:nvSpPr>
          <p:cNvPr id="4" name="Freeform 4"/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/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6675366"/>
            <a:ext cx="8115365" cy="1017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clone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934591C5-BE9A-36AE-38C7-CD2CB9C9260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450CE9A3-C79B-A21B-3279-306EB8C4A576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81C7E64A-0221-68C7-3274-EAD8BCB574E6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7" name="TextBox 12">
                <a:extLst>
                  <a:ext uri="{FF2B5EF4-FFF2-40B4-BE49-F238E27FC236}">
                    <a16:creationId xmlns:a16="http://schemas.microsoft.com/office/drawing/2014/main" id="{267413CC-E477-467E-15D4-0C90110CF8F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FFB39E48-8625-7C4D-0CFB-E25359A35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/>
          <p:cNvGrpSpPr/>
          <p:nvPr/>
        </p:nvGrpSpPr>
        <p:grpSpPr>
          <a:xfrm>
            <a:off x="-2221" y="1028700"/>
            <a:ext cx="4706728" cy="1543050"/>
            <a:chOff x="0" y="0"/>
            <a:chExt cx="1239632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clone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7432" y="3662107"/>
            <a:ext cx="6566609" cy="3554623"/>
            <a:chOff x="0" y="0"/>
            <a:chExt cx="1351154" cy="7314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36410" y="3883431"/>
            <a:ext cx="5497505" cy="56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 remoto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36410" y="452169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3" name="Group 23"/>
          <p:cNvGrpSpPr/>
          <p:nvPr/>
        </p:nvGrpSpPr>
        <p:grpSpPr>
          <a:xfrm>
            <a:off x="1661687" y="5473143"/>
            <a:ext cx="2614546" cy="358186"/>
            <a:chOff x="0" y="0"/>
            <a:chExt cx="3486061" cy="477582"/>
          </a:xfrm>
        </p:grpSpPr>
        <p:sp>
          <p:nvSpPr>
            <p:cNvPr id="24" name="TextBox 24"/>
            <p:cNvSpPr txBox="1"/>
            <p:nvPr/>
          </p:nvSpPr>
          <p:spPr>
            <a:xfrm>
              <a:off x="455042" y="-66675"/>
              <a:ext cx="3031019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644682" y="4870524"/>
            <a:ext cx="2294311" cy="424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Archivos: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89251" y="6360966"/>
            <a:ext cx="2109415" cy="358186"/>
            <a:chOff x="0" y="0"/>
            <a:chExt cx="2812553" cy="477582"/>
          </a:xfrm>
        </p:grpSpPr>
        <p:sp>
          <p:nvSpPr>
            <p:cNvPr id="30" name="TextBox 30"/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sp>
        <p:nvSpPr>
          <p:cNvPr id="34" name="Freeform 34"/>
          <p:cNvSpPr/>
          <p:nvPr/>
        </p:nvSpPr>
        <p:spPr>
          <a:xfrm>
            <a:off x="6027994" y="5659844"/>
            <a:ext cx="1266733" cy="1239096"/>
          </a:xfrm>
          <a:custGeom>
            <a:avLst/>
            <a:gdLst/>
            <a:ahLst/>
            <a:cxnLst/>
            <a:rect l="l" t="t" r="r" b="b"/>
            <a:pathLst>
              <a:path w="1266733" h="1239096">
                <a:moveTo>
                  <a:pt x="0" y="0"/>
                </a:moveTo>
                <a:lnTo>
                  <a:pt x="1266733" y="0"/>
                </a:lnTo>
                <a:lnTo>
                  <a:pt x="1266733" y="1239095"/>
                </a:lnTo>
                <a:lnTo>
                  <a:pt x="0" y="12390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5" name="TextBox 35"/>
          <p:cNvSpPr txBox="1"/>
          <p:nvPr/>
        </p:nvSpPr>
        <p:spPr>
          <a:xfrm>
            <a:off x="5079317" y="1071175"/>
            <a:ext cx="12658371" cy="150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</a:t>
            </a:r>
            <a:r>
              <a:rPr lang="en-US" sz="2799" b="1" spc="-75" dirty="0" err="1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descargar</a:t>
            </a:r>
            <a:r>
              <a:rPr lang="en-US" sz="2799" b="1" spc="-75" dirty="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b="1" spc="-75" dirty="0" err="1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copia</a:t>
            </a:r>
            <a:r>
              <a:rPr lang="en-US" sz="2799" b="1" spc="-75" dirty="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 exacta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un </a:t>
            </a:r>
            <a:r>
              <a:rPr lang="en-US" sz="2799" b="1" spc="-75" dirty="0" err="1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repositorio</a:t>
            </a:r>
            <a:r>
              <a:rPr lang="en-US" sz="2799" b="1" spc="-75" dirty="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799" b="1" spc="-75" dirty="0" err="1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remoto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alojado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GitHub)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hacia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computadora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local para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comenzar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él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0173055" y="3662107"/>
            <a:ext cx="6566609" cy="3554623"/>
            <a:chOff x="0" y="0"/>
            <a:chExt cx="1351154" cy="73140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480765" y="3883431"/>
            <a:ext cx="5497505" cy="56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máquina local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480765" y="4492463"/>
            <a:ext cx="5675461" cy="2465903"/>
            <a:chOff x="0" y="0"/>
            <a:chExt cx="1358522" cy="59025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480765" y="4434647"/>
            <a:ext cx="4258820" cy="1004772"/>
            <a:chOff x="0" y="-133132"/>
            <a:chExt cx="5678427" cy="1339696"/>
          </a:xfrm>
        </p:grpSpPr>
        <p:sp>
          <p:nvSpPr>
            <p:cNvPr id="46" name="TextBox 46"/>
            <p:cNvSpPr txBox="1"/>
            <p:nvPr/>
          </p:nvSpPr>
          <p:spPr>
            <a:xfrm>
              <a:off x="0" y="-133132"/>
              <a:ext cx="5678427" cy="130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326296" y="35003"/>
              <a:ext cx="4352131" cy="1171561"/>
              <a:chOff x="0" y="0"/>
              <a:chExt cx="1556879" cy="4191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55687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556879" h="419100">
                    <a:moveTo>
                      <a:pt x="30849" y="0"/>
                    </a:moveTo>
                    <a:lnTo>
                      <a:pt x="1526030" y="0"/>
                    </a:lnTo>
                    <a:cubicBezTo>
                      <a:pt x="1534212" y="0"/>
                      <a:pt x="1542058" y="3250"/>
                      <a:pt x="1547844" y="9035"/>
                    </a:cubicBezTo>
                    <a:cubicBezTo>
                      <a:pt x="1553629" y="14821"/>
                      <a:pt x="1556879" y="22667"/>
                      <a:pt x="1556879" y="30849"/>
                    </a:cubicBezTo>
                    <a:lnTo>
                      <a:pt x="1556879" y="388251"/>
                    </a:lnTo>
                    <a:cubicBezTo>
                      <a:pt x="1556879" y="396433"/>
                      <a:pt x="1553629" y="404279"/>
                      <a:pt x="1547844" y="410065"/>
                    </a:cubicBezTo>
                    <a:cubicBezTo>
                      <a:pt x="1542058" y="415850"/>
                      <a:pt x="1534212" y="419100"/>
                      <a:pt x="1526030" y="419100"/>
                    </a:cubicBezTo>
                    <a:lnTo>
                      <a:pt x="30849" y="419100"/>
                    </a:lnTo>
                    <a:cubicBezTo>
                      <a:pt x="22667" y="419100"/>
                      <a:pt x="14821" y="415850"/>
                      <a:pt x="9035" y="410065"/>
                    </a:cubicBezTo>
                    <a:cubicBezTo>
                      <a:pt x="3250" y="404279"/>
                      <a:pt x="0" y="396433"/>
                      <a:pt x="0" y="388251"/>
                    </a:cubicBezTo>
                    <a:lnTo>
                      <a:pt x="0" y="30849"/>
                    </a:lnTo>
                    <a:cubicBezTo>
                      <a:pt x="0" y="22667"/>
                      <a:pt x="3250" y="14821"/>
                      <a:pt x="9035" y="9035"/>
                    </a:cubicBezTo>
                    <a:cubicBezTo>
                      <a:pt x="14821" y="3250"/>
                      <a:pt x="22667" y="0"/>
                      <a:pt x="30849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38100"/>
                <a:ext cx="1556879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095"/>
                  </a:lnSpc>
                </a:pPr>
                <a:r>
                  <a:rPr lang="en-US" sz="2399" spc="-131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mi-</a:t>
                </a:r>
                <a:r>
                  <a:rPr lang="en-US" sz="2399" spc="-131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proyecto</a:t>
                </a:r>
                <a:r>
                  <a:rPr lang="en-US" sz="2399" spc="-131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</a:t>
                </a:r>
                <a:r>
                  <a:rPr lang="en-US" sz="2399" spc="-131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clonado</a:t>
                </a:r>
                <a:endParaRPr lang="en-US" sz="2399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0" name="Freeform 50"/>
            <p:cNvSpPr/>
            <p:nvPr/>
          </p:nvSpPr>
          <p:spPr>
            <a:xfrm>
              <a:off x="410623" y="309433"/>
              <a:ext cx="626768" cy="552695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142833" y="7915914"/>
            <a:ext cx="11863771" cy="960554"/>
            <a:chOff x="0" y="0"/>
            <a:chExt cx="15818362" cy="1280739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15818362" cy="1280739"/>
              <a:chOff x="0" y="0"/>
              <a:chExt cx="2441105" cy="19764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2441105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97591" y="334903"/>
              <a:ext cx="15023179" cy="550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&gt; git clone https://github.com/usuario/mi-proyecto.git </a:t>
              </a: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clonado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681994" y="5867048"/>
            <a:ext cx="1983131" cy="408192"/>
            <a:chOff x="0" y="-66675"/>
            <a:chExt cx="2644176" cy="544257"/>
          </a:xfrm>
        </p:grpSpPr>
        <p:sp>
          <p:nvSpPr>
            <p:cNvPr id="63" name="TextBox 63"/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0" y="-27220"/>
              <a:ext cx="350938" cy="435581"/>
              <a:chOff x="0" y="-19050"/>
              <a:chExt cx="69321" cy="8604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1686083" y="5921205"/>
            <a:ext cx="1983132" cy="358186"/>
            <a:chOff x="0" y="0"/>
            <a:chExt cx="2644177" cy="477582"/>
          </a:xfrm>
        </p:grpSpPr>
        <p:sp>
          <p:nvSpPr>
            <p:cNvPr id="58" name="TextBox 58"/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1687002" y="6365116"/>
            <a:ext cx="2109415" cy="358186"/>
            <a:chOff x="0" y="0"/>
            <a:chExt cx="2812553" cy="477582"/>
          </a:xfrm>
        </p:grpSpPr>
        <p:sp>
          <p:nvSpPr>
            <p:cNvPr id="68" name="TextBox 68"/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1668624" y="5423137"/>
            <a:ext cx="2614546" cy="408192"/>
            <a:chOff x="0" y="-66674"/>
            <a:chExt cx="3486061" cy="544257"/>
          </a:xfrm>
        </p:grpSpPr>
        <p:sp>
          <p:nvSpPr>
            <p:cNvPr id="73" name="TextBox 73"/>
            <p:cNvSpPr txBox="1"/>
            <p:nvPr/>
          </p:nvSpPr>
          <p:spPr>
            <a:xfrm>
              <a:off x="455043" y="-66674"/>
              <a:ext cx="3031018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sp>
        <p:nvSpPr>
          <p:cNvPr id="77" name="AutoShape 77"/>
          <p:cNvSpPr/>
          <p:nvPr/>
        </p:nvSpPr>
        <p:spPr>
          <a:xfrm>
            <a:off x="7653080" y="5439419"/>
            <a:ext cx="2519975" cy="0"/>
          </a:xfrm>
          <a:prstGeom prst="line">
            <a:avLst/>
          </a:prstGeom>
          <a:ln w="76200" cap="flat">
            <a:solidFill>
              <a:srgbClr val="FFFFFF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s-MX"/>
          </a:p>
        </p:txBody>
      </p:sp>
      <p:grpSp>
        <p:nvGrpSpPr>
          <p:cNvPr id="81" name="Grupo 80">
            <a:extLst>
              <a:ext uri="{FF2B5EF4-FFF2-40B4-BE49-F238E27FC236}">
                <a16:creationId xmlns:a16="http://schemas.microsoft.com/office/drawing/2014/main" id="{503C6B42-E3E6-DAB4-27D5-81E8DAF1578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2" name="Group 10">
              <a:extLst>
                <a:ext uri="{FF2B5EF4-FFF2-40B4-BE49-F238E27FC236}">
                  <a16:creationId xmlns:a16="http://schemas.microsoft.com/office/drawing/2014/main" id="{BDE15986-B110-40DF-C8B9-4E35CD6F7F80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4674F81A-6823-9DE2-D3A7-6368C4001DC7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5" name="TextBox 12">
                <a:extLst>
                  <a:ext uri="{FF2B5EF4-FFF2-40B4-BE49-F238E27FC236}">
                    <a16:creationId xmlns:a16="http://schemas.microsoft.com/office/drawing/2014/main" id="{D0B8F47D-BE1F-F7CB-262E-6C160DFDBA2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FEE5DC99-4137-15CF-AA47-906B31185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58025E-6 L 0.53733 -0.00447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66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44444E-6 L 0.5369 -0.00247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40" y="-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9444E-6 -1.11111E-6 L 0.53646 -1.11111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7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4059309"/>
            <a:ext cx="10893584" cy="125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901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RAMAS</a:t>
            </a:r>
          </a:p>
        </p:txBody>
      </p:sp>
      <p:sp>
        <p:nvSpPr>
          <p:cNvPr id="4" name="Freeform 4"/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/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5865624"/>
            <a:ext cx="8115365" cy="1017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branch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082966"/>
            <a:ext cx="8115365" cy="1017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switch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0113" y="8312402"/>
            <a:ext cx="8115365" cy="71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5600" b="1">
                <a:solidFill>
                  <a:srgbClr val="F15226">
                    <a:alpha val="60000"/>
                  </a:srgbClr>
                </a:solidFill>
                <a:latin typeface="Lato Bold"/>
                <a:ea typeface="Lato Bold"/>
                <a:cs typeface="Lato Bold"/>
                <a:sym typeface="Lato Bold"/>
              </a:rPr>
              <a:t>git checkout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6C5CF17-E78A-9A0D-0554-AF48CED84C9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B52B185C-A3E7-FD86-6060-8E154E3BCEA0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81154528-B5B4-1E99-2225-2A04E60F72F7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4B39DD31-DBE9-6CDA-DDB4-518632797E6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D3569A93-51C9-4433-9246-986AB0DFC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>
            <a:off x="10685769" y="5838140"/>
            <a:ext cx="4031312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Freeform 14"/>
          <p:cNvSpPr/>
          <p:nvPr/>
        </p:nvSpPr>
        <p:spPr>
          <a:xfrm>
            <a:off x="14717082" y="5260485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/>
          <p:cNvSpPr/>
          <p:nvPr/>
        </p:nvSpPr>
        <p:spPr>
          <a:xfrm>
            <a:off x="9530459" y="5260485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/>
          <p:cNvSpPr/>
          <p:nvPr/>
        </p:nvSpPr>
        <p:spPr>
          <a:xfrm>
            <a:off x="4666555" y="5264120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AutoShape 17"/>
          <p:cNvSpPr/>
          <p:nvPr/>
        </p:nvSpPr>
        <p:spPr>
          <a:xfrm flipH="1">
            <a:off x="5821866" y="5838140"/>
            <a:ext cx="3708592" cy="3636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8" name="AutoShape 18"/>
          <p:cNvSpPr/>
          <p:nvPr/>
        </p:nvSpPr>
        <p:spPr>
          <a:xfrm>
            <a:off x="3315136" y="5839958"/>
            <a:ext cx="1351420" cy="1818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1028700" y="4696740"/>
            <a:ext cx="2286436" cy="2286436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2609717" y="2374067"/>
            <a:ext cx="904888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línea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independiente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lang="en-US" sz="2799" b="1" spc="-75" dirty="0">
              <a:solidFill>
                <a:srgbClr val="0CC0D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961908" y="907134"/>
            <a:ext cx="12364185" cy="136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ES UNA RAMA?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48621" y="5543949"/>
            <a:ext cx="391180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74980" y="5543949"/>
            <a:ext cx="46626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059982" y="5543949"/>
            <a:ext cx="46626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872392" y="5540313"/>
            <a:ext cx="241560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B08649AD-AB21-D57F-AACC-6531C7EACD8B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8" name="Group 10">
              <a:extLst>
                <a:ext uri="{FF2B5EF4-FFF2-40B4-BE49-F238E27FC236}">
                  <a16:creationId xmlns:a16="http://schemas.microsoft.com/office/drawing/2014/main" id="{10FC7187-4A5B-2BCA-5654-87FA8DB1192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40" name="Freeform 11">
                <a:extLst>
                  <a:ext uri="{FF2B5EF4-FFF2-40B4-BE49-F238E27FC236}">
                    <a16:creationId xmlns:a16="http://schemas.microsoft.com/office/drawing/2014/main" id="{F3DA64B4-2C7B-AB5B-BAE3-F89FA36AFC47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1" name="TextBox 12">
                <a:extLst>
                  <a:ext uri="{FF2B5EF4-FFF2-40B4-BE49-F238E27FC236}">
                    <a16:creationId xmlns:a16="http://schemas.microsoft.com/office/drawing/2014/main" id="{3BDF4EEE-EDED-A35B-F62F-E67C4FEA64E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5AFCA86D-EA00-E916-C434-19DC86461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2" grpId="0"/>
      <p:bldP spid="23" grpId="0"/>
      <p:bldP spid="24" grpId="0"/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53612-5841-1999-16EC-20F4FC56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9A73C0-6F4A-06E0-6E37-BC3E736D1973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3828A89-4437-A49C-355E-34A085EFD7B8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B0DAEF0-EC8C-EEED-2DCA-5F74B730C11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B071F98-FA95-2997-70D0-D55AC1D566E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EEAD396-0A89-7D06-1690-35B6A03D2B59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ED8EB4A-E6DE-645E-B91E-ADC0A0A2D8B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EC68727-BF82-866F-C453-CB069D53266C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31568B3E-57A6-6CA3-A1B7-BCF0EFD10604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261BF76-C5D5-A579-E3D8-8EFA06496B05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1F2D083-4115-E19C-98C4-362DE5553C43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F7725C1-5E7E-2AAC-1B97-DD5D715B1C97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72928BEB-722D-BE87-C12F-FB6651DF42E5}"/>
              </a:ext>
            </a:extLst>
          </p:cNvPr>
          <p:cNvSpPr/>
          <p:nvPr/>
        </p:nvSpPr>
        <p:spPr>
          <a:xfrm>
            <a:off x="10685769" y="5838140"/>
            <a:ext cx="4031312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FBB07E5-12FD-D651-D24E-CD3299D28957}"/>
              </a:ext>
            </a:extLst>
          </p:cNvPr>
          <p:cNvSpPr/>
          <p:nvPr/>
        </p:nvSpPr>
        <p:spPr>
          <a:xfrm>
            <a:off x="14717082" y="5260485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AE5557D7-BAAF-5D2C-7F84-3EEE56FADA58}"/>
              </a:ext>
            </a:extLst>
          </p:cNvPr>
          <p:cNvSpPr/>
          <p:nvPr/>
        </p:nvSpPr>
        <p:spPr>
          <a:xfrm>
            <a:off x="9530459" y="5260485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288C555-B815-EB6D-785F-96656456FF03}"/>
              </a:ext>
            </a:extLst>
          </p:cNvPr>
          <p:cNvSpPr/>
          <p:nvPr/>
        </p:nvSpPr>
        <p:spPr>
          <a:xfrm>
            <a:off x="4666555" y="5264120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FFFB6311-30D0-EE9D-A495-CD6FE38E865B}"/>
              </a:ext>
            </a:extLst>
          </p:cNvPr>
          <p:cNvSpPr/>
          <p:nvPr/>
        </p:nvSpPr>
        <p:spPr>
          <a:xfrm flipH="1">
            <a:off x="5821866" y="5838140"/>
            <a:ext cx="3708592" cy="3636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8DB2D2B8-612B-5E22-25CF-9176D8236C1F}"/>
              </a:ext>
            </a:extLst>
          </p:cNvPr>
          <p:cNvSpPr/>
          <p:nvPr/>
        </p:nvSpPr>
        <p:spPr>
          <a:xfrm>
            <a:off x="3315136" y="5839958"/>
            <a:ext cx="1351420" cy="1818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4778B02F-3CF4-59DD-5F7B-B816DB77AFFB}"/>
              </a:ext>
            </a:extLst>
          </p:cNvPr>
          <p:cNvSpPr/>
          <p:nvPr/>
        </p:nvSpPr>
        <p:spPr>
          <a:xfrm>
            <a:off x="1028700" y="4696740"/>
            <a:ext cx="2286436" cy="2286436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33EC402-86F7-A029-6F93-AEA9AE044388}"/>
              </a:ext>
            </a:extLst>
          </p:cNvPr>
          <p:cNvSpPr txBox="1"/>
          <p:nvPr/>
        </p:nvSpPr>
        <p:spPr>
          <a:xfrm>
            <a:off x="2609717" y="2374067"/>
            <a:ext cx="904888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línea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independiente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lang="en-US" sz="2799" b="1" spc="-75" dirty="0">
              <a:solidFill>
                <a:srgbClr val="0CC0D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FE4E7AB-640A-ED8E-B0DF-E9AA63D4B263}"/>
              </a:ext>
            </a:extLst>
          </p:cNvPr>
          <p:cNvSpPr txBox="1"/>
          <p:nvPr/>
        </p:nvSpPr>
        <p:spPr>
          <a:xfrm>
            <a:off x="2961908" y="907134"/>
            <a:ext cx="12364185" cy="136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ES UNA RAMA?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E22F095-A0CE-8EAC-1299-499DD074D329}"/>
              </a:ext>
            </a:extLst>
          </p:cNvPr>
          <p:cNvSpPr txBox="1"/>
          <p:nvPr/>
        </p:nvSpPr>
        <p:spPr>
          <a:xfrm>
            <a:off x="5048621" y="5543949"/>
            <a:ext cx="391180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EEFD31A-BD2A-7FA7-A851-9F45C4A35BA2}"/>
              </a:ext>
            </a:extLst>
          </p:cNvPr>
          <p:cNvSpPr txBox="1"/>
          <p:nvPr/>
        </p:nvSpPr>
        <p:spPr>
          <a:xfrm>
            <a:off x="9874980" y="5543949"/>
            <a:ext cx="46626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V2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077C7B5-9142-0CD9-7CAF-FACB3B927765}"/>
              </a:ext>
            </a:extLst>
          </p:cNvPr>
          <p:cNvSpPr txBox="1"/>
          <p:nvPr/>
        </p:nvSpPr>
        <p:spPr>
          <a:xfrm>
            <a:off x="15059982" y="5543949"/>
            <a:ext cx="46626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V3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60B1D1E5-6A14-1D94-E93D-C061D00FBC49}"/>
              </a:ext>
            </a:extLst>
          </p:cNvPr>
          <p:cNvSpPr/>
          <p:nvPr/>
        </p:nvSpPr>
        <p:spPr>
          <a:xfrm>
            <a:off x="7239373" y="3424778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8EDC459D-9F73-07B3-900C-F03320D97FBF}"/>
              </a:ext>
            </a:extLst>
          </p:cNvPr>
          <p:cNvSpPr/>
          <p:nvPr/>
        </p:nvSpPr>
        <p:spPr>
          <a:xfrm>
            <a:off x="9874980" y="3424778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424477ED-0039-297F-4E73-1B697A1581D9}"/>
              </a:ext>
            </a:extLst>
          </p:cNvPr>
          <p:cNvSpPr/>
          <p:nvPr/>
        </p:nvSpPr>
        <p:spPr>
          <a:xfrm flipV="1">
            <a:off x="8210451" y="3864599"/>
            <a:ext cx="1664527" cy="45719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1B0D1220-D5C8-7EB3-F171-5732CC10FB4C}"/>
              </a:ext>
            </a:extLst>
          </p:cNvPr>
          <p:cNvSpPr/>
          <p:nvPr/>
        </p:nvSpPr>
        <p:spPr>
          <a:xfrm>
            <a:off x="5244211" y="3910318"/>
            <a:ext cx="1995163" cy="1353803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EA68F3C9-852E-F23F-34C1-EECB82547799}"/>
              </a:ext>
            </a:extLst>
          </p:cNvPr>
          <p:cNvSpPr/>
          <p:nvPr/>
        </p:nvSpPr>
        <p:spPr>
          <a:xfrm>
            <a:off x="8738788" y="7197281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CFA7489C-00FB-C351-13A4-665128D3381E}"/>
              </a:ext>
            </a:extLst>
          </p:cNvPr>
          <p:cNvSpPr/>
          <p:nvPr/>
        </p:nvSpPr>
        <p:spPr>
          <a:xfrm>
            <a:off x="8362852" y="5841776"/>
            <a:ext cx="821465" cy="1331325"/>
          </a:xfrm>
          <a:custGeom>
            <a:avLst/>
            <a:gdLst/>
            <a:ahLst/>
            <a:cxnLst/>
            <a:rect l="l" t="t" r="r" b="b"/>
            <a:pathLst>
              <a:path w="591125" h="1756857">
                <a:moveTo>
                  <a:pt x="591125" y="1756856"/>
                </a:moveTo>
                <a:lnTo>
                  <a:pt x="591125" y="1107028"/>
                </a:lnTo>
                <a:cubicBezTo>
                  <a:pt x="591125" y="1046399"/>
                  <a:pt x="567041" y="988254"/>
                  <a:pt x="524170" y="945383"/>
                </a:cubicBezTo>
                <a:cubicBezTo>
                  <a:pt x="481300" y="902512"/>
                  <a:pt x="423154" y="878428"/>
                  <a:pt x="362525" y="878428"/>
                </a:cubicBezTo>
                <a:lnTo>
                  <a:pt x="228600" y="878428"/>
                </a:lnTo>
                <a:cubicBezTo>
                  <a:pt x="167971" y="878428"/>
                  <a:pt x="109826" y="854343"/>
                  <a:pt x="66956" y="811472"/>
                </a:cubicBezTo>
                <a:cubicBezTo>
                  <a:pt x="24085" y="768602"/>
                  <a:pt x="0" y="710457"/>
                  <a:pt x="0" y="649828"/>
                </a:cubicBezTo>
                <a:lnTo>
                  <a:pt x="0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B5D878E5-4D44-4C4B-AAD6-899B757C8FB3}"/>
              </a:ext>
            </a:extLst>
          </p:cNvPr>
          <p:cNvSpPr/>
          <p:nvPr/>
        </p:nvSpPr>
        <p:spPr>
          <a:xfrm>
            <a:off x="11140318" y="7909151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8" y="0"/>
                </a:lnTo>
                <a:lnTo>
                  <a:pt x="971078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0C5F9351-35E7-3E80-ACE3-53F6EA673A6F}"/>
              </a:ext>
            </a:extLst>
          </p:cNvPr>
          <p:cNvSpPr/>
          <p:nvPr/>
        </p:nvSpPr>
        <p:spPr>
          <a:xfrm>
            <a:off x="9709867" y="7682821"/>
            <a:ext cx="1430451" cy="711870"/>
          </a:xfrm>
          <a:custGeom>
            <a:avLst/>
            <a:gdLst/>
            <a:ahLst/>
            <a:cxnLst/>
            <a:rect l="l" t="t" r="r" b="b"/>
            <a:pathLst>
              <a:path w="1430451" h="711870">
                <a:moveTo>
                  <a:pt x="0" y="0"/>
                </a:moveTo>
                <a:lnTo>
                  <a:pt x="486625" y="0"/>
                </a:lnTo>
                <a:cubicBezTo>
                  <a:pt x="547254" y="0"/>
                  <a:pt x="605399" y="24085"/>
                  <a:pt x="648270" y="66956"/>
                </a:cubicBezTo>
                <a:cubicBezTo>
                  <a:pt x="691141" y="109826"/>
                  <a:pt x="715225" y="167971"/>
                  <a:pt x="715225" y="228600"/>
                </a:cubicBezTo>
                <a:lnTo>
                  <a:pt x="715225" y="483270"/>
                </a:lnTo>
                <a:cubicBezTo>
                  <a:pt x="715225" y="543899"/>
                  <a:pt x="739310" y="602044"/>
                  <a:pt x="782181" y="644914"/>
                </a:cubicBezTo>
                <a:cubicBezTo>
                  <a:pt x="825051" y="687785"/>
                  <a:pt x="883196" y="711870"/>
                  <a:pt x="943825" y="711870"/>
                </a:cubicBezTo>
                <a:lnTo>
                  <a:pt x="1430451" y="71187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91492786-A705-6AEF-5486-9AA914277D09}"/>
              </a:ext>
            </a:extLst>
          </p:cNvPr>
          <p:cNvSpPr/>
          <p:nvPr/>
        </p:nvSpPr>
        <p:spPr>
          <a:xfrm>
            <a:off x="13245487" y="7909151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960D44E0-0D36-109B-9966-AE8D0A2F1D79}"/>
              </a:ext>
            </a:extLst>
          </p:cNvPr>
          <p:cNvSpPr/>
          <p:nvPr/>
        </p:nvSpPr>
        <p:spPr>
          <a:xfrm flipV="1">
            <a:off x="12111397" y="8394690"/>
            <a:ext cx="1134091" cy="45719"/>
          </a:xfrm>
          <a:custGeom>
            <a:avLst/>
            <a:gdLst/>
            <a:ahLst/>
            <a:cxnLst/>
            <a:rect l="l" t="t" r="r" b="b"/>
            <a:pathLst>
              <a:path w="567046">
                <a:moveTo>
                  <a:pt x="0" y="0"/>
                </a:moveTo>
                <a:lnTo>
                  <a:pt x="567046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8527BD41-F2E2-DC7E-3EF7-4113875344E7}"/>
              </a:ext>
            </a:extLst>
          </p:cNvPr>
          <p:cNvSpPr txBox="1"/>
          <p:nvPr/>
        </p:nvSpPr>
        <p:spPr>
          <a:xfrm>
            <a:off x="15872392" y="5540313"/>
            <a:ext cx="241560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FC7AA19-5E74-BF98-284B-D402ED2D9FA4}"/>
              </a:ext>
            </a:extLst>
          </p:cNvPr>
          <p:cNvSpPr txBox="1"/>
          <p:nvPr/>
        </p:nvSpPr>
        <p:spPr>
          <a:xfrm>
            <a:off x="11353800" y="2373735"/>
            <a:ext cx="5491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-75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Como un </a:t>
            </a:r>
            <a:r>
              <a:rPr lang="en-US" sz="2800" b="1" spc="-75" dirty="0" err="1">
                <a:solidFill>
                  <a:srgbClr val="0CC0D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universo</a:t>
            </a:r>
            <a:r>
              <a:rPr lang="en-US" sz="2800" b="1" spc="-75" dirty="0">
                <a:solidFill>
                  <a:srgbClr val="0CC0D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 </a:t>
            </a:r>
            <a:r>
              <a:rPr lang="en-US" sz="2800" b="1" spc="-75" dirty="0" err="1">
                <a:solidFill>
                  <a:srgbClr val="0CC0D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paralelo</a:t>
            </a:r>
            <a:endParaRPr lang="es-MX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BAC383C8-847A-DDB3-264D-015B88B1E13D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8" name="Group 10">
              <a:extLst>
                <a:ext uri="{FF2B5EF4-FFF2-40B4-BE49-F238E27FC236}">
                  <a16:creationId xmlns:a16="http://schemas.microsoft.com/office/drawing/2014/main" id="{4926B49E-486D-49C8-076C-3904B13198FE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40" name="Freeform 11">
                <a:extLst>
                  <a:ext uri="{FF2B5EF4-FFF2-40B4-BE49-F238E27FC236}">
                    <a16:creationId xmlns:a16="http://schemas.microsoft.com/office/drawing/2014/main" id="{2D12DACA-9567-D121-8ED5-64D8CA65FF54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1" name="TextBox 12">
                <a:extLst>
                  <a:ext uri="{FF2B5EF4-FFF2-40B4-BE49-F238E27FC236}">
                    <a16:creationId xmlns:a16="http://schemas.microsoft.com/office/drawing/2014/main" id="{51B591FC-A8EC-1096-5ADC-EC1B846DCC0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916E0AFA-2AAB-B772-1C38-8C5704F88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17676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0"/>
                            </p:stCondLst>
                            <p:childTnLst>
                              <p:par>
                                <p:cTn id="8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2" grpId="0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66" b="-4666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54846" y="6831477"/>
            <a:ext cx="3244048" cy="3130138"/>
            <a:chOff x="0" y="0"/>
            <a:chExt cx="1272253" cy="12275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2253" cy="1227580"/>
            </a:xfrm>
            <a:custGeom>
              <a:avLst/>
              <a:gdLst/>
              <a:ahLst/>
              <a:cxnLst/>
              <a:rect l="l" t="t" r="r" b="b"/>
              <a:pathLst>
                <a:path w="1272253" h="1227580">
                  <a:moveTo>
                    <a:pt x="54889" y="0"/>
                  </a:moveTo>
                  <a:lnTo>
                    <a:pt x="1217363" y="0"/>
                  </a:lnTo>
                  <a:cubicBezTo>
                    <a:pt x="1247678" y="0"/>
                    <a:pt x="1272253" y="24575"/>
                    <a:pt x="1272253" y="54889"/>
                  </a:cubicBezTo>
                  <a:lnTo>
                    <a:pt x="1272253" y="1172690"/>
                  </a:lnTo>
                  <a:cubicBezTo>
                    <a:pt x="1272253" y="1187248"/>
                    <a:pt x="1266470" y="1201209"/>
                    <a:pt x="1256176" y="1211503"/>
                  </a:cubicBezTo>
                  <a:cubicBezTo>
                    <a:pt x="1245882" y="1221797"/>
                    <a:pt x="1231921" y="1227580"/>
                    <a:pt x="1217363" y="1227580"/>
                  </a:cubicBezTo>
                  <a:lnTo>
                    <a:pt x="54889" y="1227580"/>
                  </a:lnTo>
                  <a:cubicBezTo>
                    <a:pt x="24575" y="1227580"/>
                    <a:pt x="0" y="1203005"/>
                    <a:pt x="0" y="1172690"/>
                  </a:cubicBezTo>
                  <a:lnTo>
                    <a:pt x="0" y="54889"/>
                  </a:lnTo>
                  <a:cubicBezTo>
                    <a:pt x="0" y="24575"/>
                    <a:pt x="24575" y="0"/>
                    <a:pt x="54889" y="0"/>
                  </a:cubicBezTo>
                  <a:close/>
                </a:path>
              </a:pathLst>
            </a:custGeom>
            <a:blipFill>
              <a:blip r:embed="rId3"/>
              <a:stretch>
                <a:fillRect l="-90276" r="-2700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047750"/>
            <a:ext cx="7552018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¿PARA QUÉ NOS SIRVEN?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59958" y="1636712"/>
            <a:ext cx="7299342" cy="4967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ita alterar el código funcional que ya está en producción.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 el trabajo simultáneo de múltiples desarrolladores sin que sus códigos interfieran entre sí.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estándar obligatorio en cualquier entorno laboral profesional.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4820925"/>
            <a:ext cx="7074075" cy="199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ermite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nuevas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experimentos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correcciones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sin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modificar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versión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principal y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estable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9957736-E0CB-31AF-29A3-7E1F223AA93A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E9564CE9-E6BC-75A2-F7A5-117F3A20943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74CC51C-C680-6CB4-90EB-5129AA2A81B4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D6AEB4C5-01AB-6730-3701-E88C1AD9961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9B2D755D-1526-85D2-61D9-BC2EA47E4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B0F6C-F4CA-4ECF-2ECD-6216D75A6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2DEAE1-837B-CB31-52B8-36C64E393C6C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AC89811-9768-B61C-8D67-3111C1736C3A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B76160D-86E2-5D59-A89D-A3F44B5A3658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8AA025A-DC4C-A8EF-5E61-6C0C777804E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26A4B38-25F8-0619-0774-7CF0C9A4BDD4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D02924A-9C3D-91ED-B35B-DF3F19BA0B1A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ED558D7-61E9-3A9F-59D2-F92745AE4130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DE786C3-0343-73BF-6C6C-8E10E7CDE357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73C917F-C817-003F-3B93-6931453BEB2C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F2955CC-85BD-2DEB-AA75-8B47923B35AE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E18670B-7898-D258-7DD2-E95A8643E09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B99E7C3-AC05-2D4C-2742-0F633066BE77}"/>
              </a:ext>
            </a:extLst>
          </p:cNvPr>
          <p:cNvSpPr txBox="1"/>
          <p:nvPr/>
        </p:nvSpPr>
        <p:spPr>
          <a:xfrm>
            <a:off x="2218647" y="3624858"/>
            <a:ext cx="13907101" cy="299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Crear una rama nueva equivale a </a:t>
            </a:r>
            <a:r>
              <a:rPr lang="es-MX" sz="3200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generar una copia exacta del código </a:t>
            </a: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el estado en que se encuentra la rama </a:t>
            </a:r>
            <a:r>
              <a:rPr lang="es-MX" sz="3200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donde estás posicionado</a:t>
            </a: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actualmente. </a:t>
            </a:r>
          </a:p>
          <a:p>
            <a:pPr algn="just">
              <a:lnSpc>
                <a:spcPts val="3919"/>
              </a:lnSpc>
            </a:pPr>
            <a:endParaRPr lang="es-MX" sz="3200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919"/>
              </a:lnSpc>
            </a:pP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 esta razón, antes de crear una rama, es vital </a:t>
            </a:r>
            <a:r>
              <a:rPr lang="es-MX" sz="32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verificar dónde estás parado.</a:t>
            </a:r>
            <a:endParaRPr lang="en-US" sz="3200" b="1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0ADC555-583A-3AF6-7D2E-5121F9F5927C}"/>
              </a:ext>
            </a:extLst>
          </p:cNvPr>
          <p:cNvSpPr txBox="1"/>
          <p:nvPr/>
        </p:nvSpPr>
        <p:spPr>
          <a:xfrm>
            <a:off x="3347172" y="2091327"/>
            <a:ext cx="11638327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IMPORTANTE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116B720-3310-8C3E-DE01-80AA29042115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C400D7DC-3CD4-06FE-1F44-C80F819F40DC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B8B56ECB-2B15-D785-9A79-BEF62AB3CB05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13376A61-58BF-1A61-CFCF-F87E66F6E57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D0C558CF-C9F8-F9DD-E1A9-152C06112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90507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E250C-E94B-D82D-84BF-9E5A9B73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CAF145-0DAF-8281-5C21-BEBABAD2A2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910EC50-3F05-7B0C-2C67-C952B2033BE3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94F8FAE-909B-331D-D419-8B4A426016A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AB2AB8-D1B9-3DEC-434C-56B3AC73DBBE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F650521-6361-C02C-8576-933ED10F2851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A3ADFFD-DD21-6866-1F79-740A3102365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176E3CC-7108-4182-B609-70330D5D4680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C81B3552-234A-22ED-804C-8F2BB3407A65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DAC386B-C481-77BF-4A90-23E298D6DC2A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219F512-F4BA-8868-D8D2-18D0B82D085A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AC4377C-772F-524A-CE65-46D008DBD1D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3998E5A6-D2BC-9612-9E9A-19CCE5DE3C7E}"/>
              </a:ext>
            </a:extLst>
          </p:cNvPr>
          <p:cNvSpPr/>
          <p:nvPr/>
        </p:nvSpPr>
        <p:spPr>
          <a:xfrm>
            <a:off x="7536505" y="7691911"/>
            <a:ext cx="910158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63CE45E-0BD7-880C-9280-909C5D1D15DB}"/>
              </a:ext>
            </a:extLst>
          </p:cNvPr>
          <p:cNvSpPr/>
          <p:nvPr/>
        </p:nvSpPr>
        <p:spPr>
          <a:xfrm>
            <a:off x="8446662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4634696-379F-A7E4-FA57-5059690BA6F8}"/>
              </a:ext>
            </a:extLst>
          </p:cNvPr>
          <p:cNvSpPr/>
          <p:nvPr/>
        </p:nvSpPr>
        <p:spPr>
          <a:xfrm>
            <a:off x="6381193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5C1EA0E-45C8-DD4F-0341-D91C41C5BF16}"/>
              </a:ext>
            </a:extLst>
          </p:cNvPr>
          <p:cNvSpPr/>
          <p:nvPr/>
        </p:nvSpPr>
        <p:spPr>
          <a:xfrm>
            <a:off x="4253059" y="7117891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D93EA0DE-2684-B5A3-322A-E2E9A78D512E}"/>
              </a:ext>
            </a:extLst>
          </p:cNvPr>
          <p:cNvSpPr/>
          <p:nvPr/>
        </p:nvSpPr>
        <p:spPr>
          <a:xfrm flipH="1">
            <a:off x="5408369" y="7695547"/>
            <a:ext cx="951057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A0FC7517-EF07-0B56-7692-E4019636429E}"/>
              </a:ext>
            </a:extLst>
          </p:cNvPr>
          <p:cNvSpPr/>
          <p:nvPr/>
        </p:nvSpPr>
        <p:spPr>
          <a:xfrm>
            <a:off x="2901640" y="7693729"/>
            <a:ext cx="1351420" cy="1818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18741BC5-88A3-D44A-1B6F-AD86B4B99344}"/>
              </a:ext>
            </a:extLst>
          </p:cNvPr>
          <p:cNvSpPr/>
          <p:nvPr/>
        </p:nvSpPr>
        <p:spPr>
          <a:xfrm>
            <a:off x="615204" y="6550511"/>
            <a:ext cx="2286436" cy="2286436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8818113-62DF-F62B-7FD4-BD09ECDCA9F8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LOS TRES NIVELES EN LA INDUSTRIA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421DFBCF-C6C4-DE52-54CB-FC5094284F62}"/>
              </a:ext>
            </a:extLst>
          </p:cNvPr>
          <p:cNvSpPr/>
          <p:nvPr/>
        </p:nvSpPr>
        <p:spPr>
          <a:xfrm>
            <a:off x="9804808" y="5229711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38B68674-C580-0C41-F029-D8B7B4703673}"/>
              </a:ext>
            </a:extLst>
          </p:cNvPr>
          <p:cNvSpPr/>
          <p:nvPr/>
        </p:nvSpPr>
        <p:spPr>
          <a:xfrm>
            <a:off x="12383561" y="5229711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E3A7ADF8-0D40-7041-FE82-FDAD9177E6AD}"/>
              </a:ext>
            </a:extLst>
          </p:cNvPr>
          <p:cNvSpPr/>
          <p:nvPr/>
        </p:nvSpPr>
        <p:spPr>
          <a:xfrm flipV="1">
            <a:off x="10719032" y="5669531"/>
            <a:ext cx="1664527" cy="45719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C77A71FD-8D93-6947-8E4F-445D1AF90AA8}"/>
              </a:ext>
            </a:extLst>
          </p:cNvPr>
          <p:cNvSpPr/>
          <p:nvPr/>
        </p:nvSpPr>
        <p:spPr>
          <a:xfrm>
            <a:off x="9124355" y="5715251"/>
            <a:ext cx="711833" cy="1353803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BB6BECC9-1C92-89AC-C2F9-1C0F8F8D1422}"/>
              </a:ext>
            </a:extLst>
          </p:cNvPr>
          <p:cNvSpPr/>
          <p:nvPr/>
        </p:nvSpPr>
        <p:spPr>
          <a:xfrm>
            <a:off x="10995619" y="3021279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48F4C1B2-5E37-EBBA-7CB1-092A1DBC2454}"/>
              </a:ext>
            </a:extLst>
          </p:cNvPr>
          <p:cNvSpPr/>
          <p:nvPr/>
        </p:nvSpPr>
        <p:spPr>
          <a:xfrm>
            <a:off x="11450596" y="3946497"/>
            <a:ext cx="1380852" cy="1331325"/>
          </a:xfrm>
          <a:custGeom>
            <a:avLst/>
            <a:gdLst/>
            <a:ahLst/>
            <a:cxnLst/>
            <a:rect l="l" t="t" r="r" b="b"/>
            <a:pathLst>
              <a:path w="591125" h="1756857">
                <a:moveTo>
                  <a:pt x="591125" y="1756856"/>
                </a:moveTo>
                <a:lnTo>
                  <a:pt x="591125" y="1107028"/>
                </a:lnTo>
                <a:cubicBezTo>
                  <a:pt x="591125" y="1046399"/>
                  <a:pt x="567041" y="988254"/>
                  <a:pt x="524170" y="945383"/>
                </a:cubicBezTo>
                <a:cubicBezTo>
                  <a:pt x="481300" y="902512"/>
                  <a:pt x="423154" y="878428"/>
                  <a:pt x="362525" y="878428"/>
                </a:cubicBezTo>
                <a:lnTo>
                  <a:pt x="228600" y="878428"/>
                </a:lnTo>
                <a:cubicBezTo>
                  <a:pt x="167971" y="878428"/>
                  <a:pt x="109826" y="854343"/>
                  <a:pt x="66956" y="811472"/>
                </a:cubicBezTo>
                <a:cubicBezTo>
                  <a:pt x="24085" y="768602"/>
                  <a:pt x="0" y="710457"/>
                  <a:pt x="0" y="649828"/>
                </a:cubicBezTo>
                <a:lnTo>
                  <a:pt x="0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7FF51282-3E8F-FA27-3DD0-0A286F525832}"/>
              </a:ext>
            </a:extLst>
          </p:cNvPr>
          <p:cNvSpPr/>
          <p:nvPr/>
        </p:nvSpPr>
        <p:spPr>
          <a:xfrm>
            <a:off x="12996060" y="2943518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8" y="0"/>
                </a:lnTo>
                <a:lnTo>
                  <a:pt x="971078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6E504334-DFA0-379A-DB30-3E67E920F6FA}"/>
              </a:ext>
            </a:extLst>
          </p:cNvPr>
          <p:cNvSpPr/>
          <p:nvPr/>
        </p:nvSpPr>
        <p:spPr>
          <a:xfrm>
            <a:off x="15101229" y="2943518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270934E7-E6DC-D903-61D4-74DF8935111B}"/>
              </a:ext>
            </a:extLst>
          </p:cNvPr>
          <p:cNvSpPr/>
          <p:nvPr/>
        </p:nvSpPr>
        <p:spPr>
          <a:xfrm flipV="1">
            <a:off x="13967139" y="3429057"/>
            <a:ext cx="1134091" cy="45719"/>
          </a:xfrm>
          <a:custGeom>
            <a:avLst/>
            <a:gdLst/>
            <a:ahLst/>
            <a:cxnLst/>
            <a:rect l="l" t="t" r="r" b="b"/>
            <a:pathLst>
              <a:path w="567046">
                <a:moveTo>
                  <a:pt x="0" y="0"/>
                </a:moveTo>
                <a:lnTo>
                  <a:pt x="567046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C197DFC-EDA5-F7C1-C9C4-6901A79C87E5}"/>
              </a:ext>
            </a:extLst>
          </p:cNvPr>
          <p:cNvSpPr txBox="1"/>
          <p:nvPr/>
        </p:nvSpPr>
        <p:spPr>
          <a:xfrm>
            <a:off x="9761471" y="7397719"/>
            <a:ext cx="241560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597160C5-9F37-086A-FF05-6DF21F18E56B}"/>
              </a:ext>
            </a:extLst>
          </p:cNvPr>
          <p:cNvSpPr txBox="1"/>
          <p:nvPr/>
        </p:nvSpPr>
        <p:spPr>
          <a:xfrm>
            <a:off x="13495910" y="5377525"/>
            <a:ext cx="2415608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61" name="Freeform 34">
            <a:extLst>
              <a:ext uri="{FF2B5EF4-FFF2-40B4-BE49-F238E27FC236}">
                <a16:creationId xmlns:a16="http://schemas.microsoft.com/office/drawing/2014/main" id="{FC0E0C0C-A4F3-8E80-C309-535DCA74DF93}"/>
              </a:ext>
            </a:extLst>
          </p:cNvPr>
          <p:cNvSpPr/>
          <p:nvPr/>
        </p:nvSpPr>
        <p:spPr>
          <a:xfrm flipV="1">
            <a:off x="11949894" y="3406197"/>
            <a:ext cx="1134091" cy="45719"/>
          </a:xfrm>
          <a:custGeom>
            <a:avLst/>
            <a:gdLst/>
            <a:ahLst/>
            <a:cxnLst/>
            <a:rect l="l" t="t" r="r" b="b"/>
            <a:pathLst>
              <a:path w="567046">
                <a:moveTo>
                  <a:pt x="0" y="0"/>
                </a:moveTo>
                <a:lnTo>
                  <a:pt x="567046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3FA812CF-8186-4E75-BC3A-B52F1AB85C50}"/>
              </a:ext>
            </a:extLst>
          </p:cNvPr>
          <p:cNvSpPr txBox="1"/>
          <p:nvPr/>
        </p:nvSpPr>
        <p:spPr>
          <a:xfrm>
            <a:off x="16174452" y="3176287"/>
            <a:ext cx="2415608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trabajo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4" name="Group 51">
            <a:extLst>
              <a:ext uri="{FF2B5EF4-FFF2-40B4-BE49-F238E27FC236}">
                <a16:creationId xmlns:a16="http://schemas.microsoft.com/office/drawing/2014/main" id="{0F052E70-2676-6D2E-4384-F3DA969FCE5D}"/>
              </a:ext>
            </a:extLst>
          </p:cNvPr>
          <p:cNvGrpSpPr/>
          <p:nvPr/>
        </p:nvGrpSpPr>
        <p:grpSpPr>
          <a:xfrm>
            <a:off x="596763" y="4778785"/>
            <a:ext cx="8958502" cy="1367463"/>
            <a:chOff x="0" y="-123444"/>
            <a:chExt cx="15822820" cy="1404183"/>
          </a:xfrm>
        </p:grpSpPr>
        <p:grpSp>
          <p:nvGrpSpPr>
            <p:cNvPr id="65" name="Group 52">
              <a:extLst>
                <a:ext uri="{FF2B5EF4-FFF2-40B4-BE49-F238E27FC236}">
                  <a16:creationId xmlns:a16="http://schemas.microsoft.com/office/drawing/2014/main" id="{B4B5DA8F-5E2B-28B7-DE02-1B57305AD510}"/>
                </a:ext>
              </a:extLst>
            </p:cNvPr>
            <p:cNvGrpSpPr/>
            <p:nvPr/>
          </p:nvGrpSpPr>
          <p:grpSpPr>
            <a:xfrm>
              <a:off x="0" y="-123444"/>
              <a:ext cx="15822820" cy="1404183"/>
              <a:chOff x="0" y="-19050"/>
              <a:chExt cx="2441793" cy="216695"/>
            </a:xfrm>
          </p:grpSpPr>
          <p:sp>
            <p:nvSpPr>
              <p:cNvPr id="68" name="Freeform 53">
                <a:extLst>
                  <a:ext uri="{FF2B5EF4-FFF2-40B4-BE49-F238E27FC236}">
                    <a16:creationId xmlns:a16="http://schemas.microsoft.com/office/drawing/2014/main" id="{67103E38-0079-F546-BCF6-C85BB7B97B90}"/>
                  </a:ext>
                </a:extLst>
              </p:cNvPr>
              <p:cNvSpPr/>
              <p:nvPr/>
            </p:nvSpPr>
            <p:spPr>
              <a:xfrm>
                <a:off x="0" y="0"/>
                <a:ext cx="2441793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69" name="TextBox 54">
                <a:extLst>
                  <a:ext uri="{FF2B5EF4-FFF2-40B4-BE49-F238E27FC236}">
                    <a16:creationId xmlns:a16="http://schemas.microsoft.com/office/drawing/2014/main" id="{17A43152-8BCB-649A-D037-69B53399496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66" name="TextBox 55">
              <a:extLst>
                <a:ext uri="{FF2B5EF4-FFF2-40B4-BE49-F238E27FC236}">
                  <a16:creationId xmlns:a16="http://schemas.microsoft.com/office/drawing/2014/main" id="{EC5E923C-DA45-E7FC-1EAA-5436521E11E4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67" name="TextBox 56">
              <a:extLst>
                <a:ext uri="{FF2B5EF4-FFF2-40B4-BE49-F238E27FC236}">
                  <a16:creationId xmlns:a16="http://schemas.microsoft.com/office/drawing/2014/main" id="{D7EB0136-117A-1D54-5F70-86AF7754D224}"/>
                </a:ext>
              </a:extLst>
            </p:cNvPr>
            <p:cNvSpPr txBox="1"/>
            <p:nvPr/>
          </p:nvSpPr>
          <p:spPr>
            <a:xfrm>
              <a:off x="357263" y="294827"/>
              <a:ext cx="15165622" cy="7584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/>
              <a:r>
                <a:rPr lang="es-MX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Entorno general de pruebas y desarrollo donde se integra el trabajo del equipo.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0" name="Group 51">
            <a:extLst>
              <a:ext uri="{FF2B5EF4-FFF2-40B4-BE49-F238E27FC236}">
                <a16:creationId xmlns:a16="http://schemas.microsoft.com/office/drawing/2014/main" id="{2CCDEE5B-6A48-5DF7-A167-E052DD9D4412}"/>
              </a:ext>
            </a:extLst>
          </p:cNvPr>
          <p:cNvGrpSpPr/>
          <p:nvPr/>
        </p:nvGrpSpPr>
        <p:grpSpPr>
          <a:xfrm>
            <a:off x="9673566" y="7948949"/>
            <a:ext cx="8309634" cy="1367463"/>
            <a:chOff x="0" y="-123444"/>
            <a:chExt cx="15822820" cy="1404183"/>
          </a:xfrm>
        </p:grpSpPr>
        <p:grpSp>
          <p:nvGrpSpPr>
            <p:cNvPr id="71" name="Group 52">
              <a:extLst>
                <a:ext uri="{FF2B5EF4-FFF2-40B4-BE49-F238E27FC236}">
                  <a16:creationId xmlns:a16="http://schemas.microsoft.com/office/drawing/2014/main" id="{8244145B-35E7-8040-7683-72F49F7E4515}"/>
                </a:ext>
              </a:extLst>
            </p:cNvPr>
            <p:cNvGrpSpPr/>
            <p:nvPr/>
          </p:nvGrpSpPr>
          <p:grpSpPr>
            <a:xfrm>
              <a:off x="0" y="-123444"/>
              <a:ext cx="15822820" cy="1404183"/>
              <a:chOff x="0" y="-19050"/>
              <a:chExt cx="2441793" cy="216695"/>
            </a:xfrm>
          </p:grpSpPr>
          <p:sp>
            <p:nvSpPr>
              <p:cNvPr id="74" name="Freeform 53">
                <a:extLst>
                  <a:ext uri="{FF2B5EF4-FFF2-40B4-BE49-F238E27FC236}">
                    <a16:creationId xmlns:a16="http://schemas.microsoft.com/office/drawing/2014/main" id="{6B08FA70-688B-8BDA-8903-B57128D293D6}"/>
                  </a:ext>
                </a:extLst>
              </p:cNvPr>
              <p:cNvSpPr/>
              <p:nvPr/>
            </p:nvSpPr>
            <p:spPr>
              <a:xfrm>
                <a:off x="0" y="0"/>
                <a:ext cx="2441793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75" name="TextBox 54">
                <a:extLst>
                  <a:ext uri="{FF2B5EF4-FFF2-40B4-BE49-F238E27FC236}">
                    <a16:creationId xmlns:a16="http://schemas.microsoft.com/office/drawing/2014/main" id="{4618AF1A-C293-07CA-F69B-E633FCFBEAA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72" name="TextBox 55">
              <a:extLst>
                <a:ext uri="{FF2B5EF4-FFF2-40B4-BE49-F238E27FC236}">
                  <a16:creationId xmlns:a16="http://schemas.microsoft.com/office/drawing/2014/main" id="{FBD7F7E6-7CF0-1743-CF2B-6382E9786F6F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73" name="TextBox 56">
              <a:extLst>
                <a:ext uri="{FF2B5EF4-FFF2-40B4-BE49-F238E27FC236}">
                  <a16:creationId xmlns:a16="http://schemas.microsoft.com/office/drawing/2014/main" id="{F8D5D77E-1EE9-3E2C-C563-61010AAF59B4}"/>
                </a:ext>
              </a:extLst>
            </p:cNvPr>
            <p:cNvSpPr txBox="1"/>
            <p:nvPr/>
          </p:nvSpPr>
          <p:spPr>
            <a:xfrm>
              <a:off x="357263" y="294827"/>
              <a:ext cx="15165622" cy="7584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/>
              <a:r>
                <a:rPr lang="es-MX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Contiene la versión oficial y estable del proyecto. </a:t>
              </a:r>
              <a:r>
                <a:rPr lang="es-MX" sz="2400" b="1" spc="-64" dirty="0">
                  <a:solidFill>
                    <a:srgbClr val="0CC0DF"/>
                  </a:solidFill>
                  <a:latin typeface="Poppins"/>
                  <a:ea typeface="Poppins"/>
                  <a:cs typeface="Poppins"/>
                  <a:sym typeface="Poppins"/>
                </a:rPr>
                <a:t>Nunca</a:t>
              </a:r>
              <a:r>
                <a:rPr lang="es-MX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se edita de forma directa.</a:t>
              </a:r>
            </a:p>
          </p:txBody>
        </p:sp>
      </p:grpSp>
      <p:grpSp>
        <p:nvGrpSpPr>
          <p:cNvPr id="76" name="Group 51">
            <a:extLst>
              <a:ext uri="{FF2B5EF4-FFF2-40B4-BE49-F238E27FC236}">
                <a16:creationId xmlns:a16="http://schemas.microsoft.com/office/drawing/2014/main" id="{AA3FB0AE-478E-35F6-4776-A3119ACB3F86}"/>
              </a:ext>
            </a:extLst>
          </p:cNvPr>
          <p:cNvGrpSpPr/>
          <p:nvPr/>
        </p:nvGrpSpPr>
        <p:grpSpPr>
          <a:xfrm>
            <a:off x="630523" y="2536380"/>
            <a:ext cx="8958502" cy="1367463"/>
            <a:chOff x="0" y="-123444"/>
            <a:chExt cx="15822820" cy="1404183"/>
          </a:xfrm>
        </p:grpSpPr>
        <p:grpSp>
          <p:nvGrpSpPr>
            <p:cNvPr id="77" name="Group 52">
              <a:extLst>
                <a:ext uri="{FF2B5EF4-FFF2-40B4-BE49-F238E27FC236}">
                  <a16:creationId xmlns:a16="http://schemas.microsoft.com/office/drawing/2014/main" id="{25AF66BD-7B1C-ADAC-E6BC-BEBEB565773C}"/>
                </a:ext>
              </a:extLst>
            </p:cNvPr>
            <p:cNvGrpSpPr/>
            <p:nvPr/>
          </p:nvGrpSpPr>
          <p:grpSpPr>
            <a:xfrm>
              <a:off x="0" y="-123444"/>
              <a:ext cx="15822820" cy="1404183"/>
              <a:chOff x="0" y="-19050"/>
              <a:chExt cx="2441793" cy="216695"/>
            </a:xfrm>
          </p:grpSpPr>
          <p:sp>
            <p:nvSpPr>
              <p:cNvPr id="80" name="Freeform 53">
                <a:extLst>
                  <a:ext uri="{FF2B5EF4-FFF2-40B4-BE49-F238E27FC236}">
                    <a16:creationId xmlns:a16="http://schemas.microsoft.com/office/drawing/2014/main" id="{F9DF9AF2-9BC5-5C80-C0D7-84A5E4BA9E09}"/>
                  </a:ext>
                </a:extLst>
              </p:cNvPr>
              <p:cNvSpPr/>
              <p:nvPr/>
            </p:nvSpPr>
            <p:spPr>
              <a:xfrm>
                <a:off x="0" y="0"/>
                <a:ext cx="2441793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81" name="TextBox 54">
                <a:extLst>
                  <a:ext uri="{FF2B5EF4-FFF2-40B4-BE49-F238E27FC236}">
                    <a16:creationId xmlns:a16="http://schemas.microsoft.com/office/drawing/2014/main" id="{727E3D26-71A9-C17C-9200-07EDB41B4B9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78" name="TextBox 55">
              <a:extLst>
                <a:ext uri="{FF2B5EF4-FFF2-40B4-BE49-F238E27FC236}">
                  <a16:creationId xmlns:a16="http://schemas.microsoft.com/office/drawing/2014/main" id="{CC5E3154-F6D7-3776-BAD7-A28E2DB2C524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79" name="TextBox 56">
              <a:extLst>
                <a:ext uri="{FF2B5EF4-FFF2-40B4-BE49-F238E27FC236}">
                  <a16:creationId xmlns:a16="http://schemas.microsoft.com/office/drawing/2014/main" id="{0763EE77-B40E-13E1-05B2-6C0F8B9661DC}"/>
                </a:ext>
              </a:extLst>
            </p:cNvPr>
            <p:cNvSpPr txBox="1"/>
            <p:nvPr/>
          </p:nvSpPr>
          <p:spPr>
            <a:xfrm>
              <a:off x="357263" y="294827"/>
              <a:ext cx="15165622" cy="7584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/>
              <a:r>
                <a:rPr lang="es-MX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Copias individuales creadas a partir de </a:t>
              </a:r>
              <a:r>
                <a:rPr lang="es-MX" sz="2400" spc="-6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  <a:r>
                <a:rPr lang="es-MX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donde cada programador trabaja en su tarea asignada.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50402B79-31D1-D4AE-7911-27DAA522A5B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430E5281-162F-B40A-D249-0F44161828B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0918694F-33B2-1F53-3C16-04E37D51364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6D86BECC-8AFB-E163-9694-BEBD3D05514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31E45FB3-D638-E2F2-036F-C6542B3D9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75312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/>
      <p:bldP spid="56" grpId="0"/>
      <p:bldP spid="61" grpId="0" animBg="1"/>
      <p:bldP spid="6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F26E5-FC92-3431-9309-9EAFF624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n 55">
            <a:extLst>
              <a:ext uri="{FF2B5EF4-FFF2-40B4-BE49-F238E27FC236}">
                <a16:creationId xmlns:a16="http://schemas.microsoft.com/office/drawing/2014/main" id="{5FA69BEC-AB5A-A14C-5FC3-584E257E72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04" y="20373"/>
            <a:ext cx="18291104" cy="10289620"/>
          </a:xfrm>
          <a:prstGeom prst="rect">
            <a:avLst/>
          </a:prstGeom>
        </p:spPr>
      </p:pic>
      <p:sp>
        <p:nvSpPr>
          <p:cNvPr id="57" name="Rectángulo 56">
            <a:extLst>
              <a:ext uri="{FF2B5EF4-FFF2-40B4-BE49-F238E27FC236}">
                <a16:creationId xmlns:a16="http://schemas.microsoft.com/office/drawing/2014/main" id="{4EC9E6A0-E441-BD54-80B6-7994AA45FE3E}"/>
              </a:ext>
            </a:extLst>
          </p:cNvPr>
          <p:cNvSpPr/>
          <p:nvPr/>
        </p:nvSpPr>
        <p:spPr>
          <a:xfrm>
            <a:off x="324971" y="20373"/>
            <a:ext cx="17963029" cy="1028962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5852E02-0BEA-8375-324E-C52BAD454976}"/>
              </a:ext>
            </a:extLst>
          </p:cNvPr>
          <p:cNvGrpSpPr/>
          <p:nvPr/>
        </p:nvGrpSpPr>
        <p:grpSpPr>
          <a:xfrm>
            <a:off x="-3104" y="-5757544"/>
            <a:ext cx="9027851" cy="20731164"/>
            <a:chOff x="0" y="0"/>
            <a:chExt cx="2469375" cy="546006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4D99C29-85AC-2503-23E3-2553560ADB4B}"/>
                </a:ext>
              </a:extLst>
            </p:cNvPr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082778D-FC55-921A-31E3-39A3B7DB9A87}"/>
                </a:ext>
              </a:extLst>
            </p:cNvPr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32A5A2F-B818-48A1-2178-EA2848A3FEA0}"/>
              </a:ext>
            </a:extLst>
          </p:cNvPr>
          <p:cNvSpPr txBox="1"/>
          <p:nvPr/>
        </p:nvSpPr>
        <p:spPr>
          <a:xfrm>
            <a:off x="733470" y="1057388"/>
            <a:ext cx="7552018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BUENAS PRÁCTICAS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6842F95-BEE2-29FC-2FE8-111F5E78C018}"/>
              </a:ext>
            </a:extLst>
          </p:cNvPr>
          <p:cNvSpPr txBox="1"/>
          <p:nvPr/>
        </p:nvSpPr>
        <p:spPr>
          <a:xfrm>
            <a:off x="9372804" y="2211724"/>
            <a:ext cx="839907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desarrollar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nueva funcionalidad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agregar contenido. 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login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-usuarios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039219C-6976-2864-C797-F452C7BC8425}"/>
              </a:ext>
            </a:extLst>
          </p:cNvPr>
          <p:cNvSpPr txBox="1"/>
          <p:nvPr/>
        </p:nvSpPr>
        <p:spPr>
          <a:xfrm>
            <a:off x="733470" y="4830563"/>
            <a:ext cx="7924800" cy="3476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mantener el orden en proyectos donde participan múltiples personas, </a:t>
            </a:r>
            <a:r>
              <a:rPr lang="es-MX" sz="2799" b="1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usamos nombres casuales como </a:t>
            </a:r>
            <a:r>
              <a:rPr lang="es-MX" sz="2799" i="1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rama-de-juan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s-MX" sz="2799" i="1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prueba-1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0" lvl="1" indent="0" algn="l">
              <a:lnSpc>
                <a:spcPts val="3919"/>
              </a:lnSpc>
            </a:pPr>
            <a:endParaRPr lang="es-MX" sz="2799" spc="-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l">
              <a:lnSpc>
                <a:spcPts val="3919"/>
              </a:lnSpc>
            </a:pPr>
            <a:r>
              <a:rPr lang="es-MX" sz="2799" b="1" spc="-5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Utilizamos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prefijos o </a:t>
            </a:r>
            <a:r>
              <a:rPr lang="es-MX" sz="2799" b="1" spc="-5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etiquetas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indican exactamente qué estamos haciendo.</a:t>
            </a:r>
            <a:endParaRPr lang="en-US" sz="2799" u="none" strike="noStrike" spc="-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D7FA1EA0-17C0-C500-92AA-9685DD5B2091}"/>
              </a:ext>
            </a:extLst>
          </p:cNvPr>
          <p:cNvSpPr/>
          <p:nvPr/>
        </p:nvSpPr>
        <p:spPr>
          <a:xfrm>
            <a:off x="11912750" y="2066718"/>
            <a:ext cx="4901677" cy="1319494"/>
          </a:xfrm>
          <a:custGeom>
            <a:avLst/>
            <a:gdLst/>
            <a:ahLst/>
            <a:cxnLst/>
            <a:rect l="l" t="t" r="r" b="b"/>
            <a:pathLst>
              <a:path w="1556879" h="419100">
                <a:moveTo>
                  <a:pt x="30849" y="0"/>
                </a:moveTo>
                <a:lnTo>
                  <a:pt x="1526030" y="0"/>
                </a:lnTo>
                <a:cubicBezTo>
                  <a:pt x="1534212" y="0"/>
                  <a:pt x="1542058" y="3250"/>
                  <a:pt x="1547844" y="9035"/>
                </a:cubicBezTo>
                <a:cubicBezTo>
                  <a:pt x="1553629" y="14821"/>
                  <a:pt x="1556879" y="22667"/>
                  <a:pt x="1556879" y="30849"/>
                </a:cubicBezTo>
                <a:lnTo>
                  <a:pt x="1556879" y="388251"/>
                </a:lnTo>
                <a:cubicBezTo>
                  <a:pt x="1556879" y="396433"/>
                  <a:pt x="1553629" y="404279"/>
                  <a:pt x="1547844" y="410065"/>
                </a:cubicBezTo>
                <a:cubicBezTo>
                  <a:pt x="1542058" y="415850"/>
                  <a:pt x="1534212" y="419100"/>
                  <a:pt x="1526030" y="419100"/>
                </a:cubicBezTo>
                <a:lnTo>
                  <a:pt x="30849" y="419100"/>
                </a:lnTo>
                <a:cubicBezTo>
                  <a:pt x="22667" y="419100"/>
                  <a:pt x="14821" y="415850"/>
                  <a:pt x="9035" y="410065"/>
                </a:cubicBezTo>
                <a:cubicBezTo>
                  <a:pt x="3250" y="404279"/>
                  <a:pt x="0" y="396433"/>
                  <a:pt x="0" y="388251"/>
                </a:cubicBezTo>
                <a:lnTo>
                  <a:pt x="0" y="30849"/>
                </a:lnTo>
                <a:cubicBezTo>
                  <a:pt x="0" y="22667"/>
                  <a:pt x="3250" y="14821"/>
                  <a:pt x="9035" y="9035"/>
                </a:cubicBezTo>
                <a:cubicBezTo>
                  <a:pt x="14821" y="3250"/>
                  <a:pt x="22667" y="0"/>
                  <a:pt x="30849" y="0"/>
                </a:cubicBez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C283EEC9-7508-B8C8-7A5B-9FB7137ADFA3}"/>
              </a:ext>
            </a:extLst>
          </p:cNvPr>
          <p:cNvGrpSpPr/>
          <p:nvPr/>
        </p:nvGrpSpPr>
        <p:grpSpPr>
          <a:xfrm>
            <a:off x="9982200" y="808294"/>
            <a:ext cx="7277100" cy="1203855"/>
            <a:chOff x="11277600" y="1501245"/>
            <a:chExt cx="7277100" cy="1203855"/>
          </a:xfrm>
        </p:grpSpPr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968695C4-B027-4872-62FA-B77C43265332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17" name="Freeform 10">
                <a:extLst>
                  <a:ext uri="{FF2B5EF4-FFF2-40B4-BE49-F238E27FC236}">
                    <a16:creationId xmlns:a16="http://schemas.microsoft.com/office/drawing/2014/main" id="{3EAF2100-C2EB-6597-6332-5C33DBD4FCD9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8" name="TextBox 11">
                <a:extLst>
                  <a:ext uri="{FF2B5EF4-FFF2-40B4-BE49-F238E27FC236}">
                    <a16:creationId xmlns:a16="http://schemas.microsoft.com/office/drawing/2014/main" id="{103963CA-5A63-86A3-CB17-091016B1254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160B65CA-9873-1D82-EA04-81B5E2EF2F42}"/>
                </a:ext>
              </a:extLst>
            </p:cNvPr>
            <p:cNvGrpSpPr/>
            <p:nvPr/>
          </p:nvGrpSpPr>
          <p:grpSpPr>
            <a:xfrm>
              <a:off x="11506200" y="1790700"/>
              <a:ext cx="4970491" cy="695681"/>
              <a:chOff x="11564909" y="1831143"/>
              <a:chExt cx="4970491" cy="695681"/>
            </a:xfrm>
          </p:grpSpPr>
          <p:sp>
            <p:nvSpPr>
              <p:cNvPr id="16" name="TextBox 14">
                <a:extLst>
                  <a:ext uri="{FF2B5EF4-FFF2-40B4-BE49-F238E27FC236}">
                    <a16:creationId xmlns:a16="http://schemas.microsoft.com/office/drawing/2014/main" id="{8D395463-6B97-7EDC-B54E-3C1FC261A493}"/>
                  </a:ext>
                </a:extLst>
              </p:cNvPr>
              <p:cNvSpPr txBox="1"/>
              <p:nvPr/>
            </p:nvSpPr>
            <p:spPr>
              <a:xfrm>
                <a:off x="12345073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</a:t>
                </a:r>
                <a:r>
                  <a:rPr lang="en-US" sz="2799" spc="-153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nombre</a:t>
                </a:r>
                <a:r>
                  <a:rPr lang="en-US" sz="2799" spc="-153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-de-la-</a:t>
                </a:r>
                <a:r>
                  <a:rPr lang="en-US" sz="2799" spc="-153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tarea</a:t>
                </a:r>
                <a:endParaRPr lang="en-US" sz="2799" spc="-153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9" name="Imagen 18" descr="Git-branch - Free vector icons on creazilla.com">
                <a:extLst>
                  <a:ext uri="{FF2B5EF4-FFF2-40B4-BE49-F238E27FC236}">
                    <a16:creationId xmlns:a16="http://schemas.microsoft.com/office/drawing/2014/main" id="{547D7FAC-C154-448E-3A6D-B0B6BAD565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564909" y="1831143"/>
                <a:ext cx="695681" cy="695681"/>
              </a:xfrm>
              <a:prstGeom prst="rect">
                <a:avLst/>
              </a:prstGeom>
            </p:spPr>
          </p:pic>
        </p:grpSp>
      </p:grpSp>
      <p:sp>
        <p:nvSpPr>
          <p:cNvPr id="23" name="TextBox 10">
            <a:extLst>
              <a:ext uri="{FF2B5EF4-FFF2-40B4-BE49-F238E27FC236}">
                <a16:creationId xmlns:a16="http://schemas.microsoft.com/office/drawing/2014/main" id="{DFDD3C40-C43D-3BC3-7F0F-9BE17C3E5B2D}"/>
              </a:ext>
            </a:extLst>
          </p:cNvPr>
          <p:cNvSpPr txBox="1"/>
          <p:nvPr/>
        </p:nvSpPr>
        <p:spPr>
          <a:xfrm>
            <a:off x="9421212" y="8356093"/>
            <a:ext cx="839907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Exclusivamente para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redactar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corregir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manuales, tutoriales 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archivos de lectura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 el README.md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AE66F6B8-A7B2-B944-6911-C92DD700902A}"/>
              </a:ext>
            </a:extLst>
          </p:cNvPr>
          <p:cNvGrpSpPr/>
          <p:nvPr/>
        </p:nvGrpSpPr>
        <p:grpSpPr>
          <a:xfrm>
            <a:off x="9952892" y="4026832"/>
            <a:ext cx="7277100" cy="1203855"/>
            <a:chOff x="11277600" y="1501245"/>
            <a:chExt cx="7277100" cy="1203855"/>
          </a:xfrm>
        </p:grpSpPr>
        <p:grpSp>
          <p:nvGrpSpPr>
            <p:cNvPr id="34" name="Group 9">
              <a:extLst>
                <a:ext uri="{FF2B5EF4-FFF2-40B4-BE49-F238E27FC236}">
                  <a16:creationId xmlns:a16="http://schemas.microsoft.com/office/drawing/2014/main" id="{4B2FF2EC-011B-EF85-AF9C-CE727F600523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8" name="Freeform 10">
                <a:extLst>
                  <a:ext uri="{FF2B5EF4-FFF2-40B4-BE49-F238E27FC236}">
                    <a16:creationId xmlns:a16="http://schemas.microsoft.com/office/drawing/2014/main" id="{B6D23A1B-BCAD-AF5E-67C4-4AE6431A67A2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9" name="TextBox 11">
                <a:extLst>
                  <a:ext uri="{FF2B5EF4-FFF2-40B4-BE49-F238E27FC236}">
                    <a16:creationId xmlns:a16="http://schemas.microsoft.com/office/drawing/2014/main" id="{92F6B6B7-7B20-8D18-7890-9C2501BD766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6E4A2F33-4B12-E7A4-9209-60292AF32323}"/>
                </a:ext>
              </a:extLst>
            </p:cNvPr>
            <p:cNvGrpSpPr/>
            <p:nvPr/>
          </p:nvGrpSpPr>
          <p:grpSpPr>
            <a:xfrm>
              <a:off x="11506200" y="1790700"/>
              <a:ext cx="4970491" cy="695681"/>
              <a:chOff x="11564909" y="1831143"/>
              <a:chExt cx="4970491" cy="695681"/>
            </a:xfrm>
          </p:grpSpPr>
          <p:sp>
            <p:nvSpPr>
              <p:cNvPr id="36" name="TextBox 14">
                <a:extLst>
                  <a:ext uri="{FF2B5EF4-FFF2-40B4-BE49-F238E27FC236}">
                    <a16:creationId xmlns:a16="http://schemas.microsoft.com/office/drawing/2014/main" id="{E8B51A66-0D62-6E0C-22D0-552B7D62A765}"/>
                  </a:ext>
                </a:extLst>
              </p:cNvPr>
              <p:cNvSpPr txBox="1"/>
              <p:nvPr/>
            </p:nvSpPr>
            <p:spPr>
              <a:xfrm>
                <a:off x="12345073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fix/</a:t>
                </a:r>
                <a:r>
                  <a:rPr lang="en-US" sz="2799" spc="-153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nombre</a:t>
                </a:r>
                <a:r>
                  <a:rPr lang="en-US" sz="2799" spc="-153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-del-error</a:t>
                </a:r>
              </a:p>
            </p:txBody>
          </p:sp>
          <p:pic>
            <p:nvPicPr>
              <p:cNvPr id="37" name="Imagen 36" descr="Git-branch - Free vector icons on creazilla.com">
                <a:extLst>
                  <a:ext uri="{FF2B5EF4-FFF2-40B4-BE49-F238E27FC236}">
                    <a16:creationId xmlns:a16="http://schemas.microsoft.com/office/drawing/2014/main" id="{37CF566B-9897-5635-B070-DE0859357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564909" y="1831143"/>
                <a:ext cx="695681" cy="695681"/>
              </a:xfrm>
              <a:prstGeom prst="rect">
                <a:avLst/>
              </a:prstGeom>
            </p:spPr>
          </p:pic>
        </p:grpSp>
      </p:grpSp>
      <p:sp>
        <p:nvSpPr>
          <p:cNvPr id="41" name="TextBox 10">
            <a:extLst>
              <a:ext uri="{FF2B5EF4-FFF2-40B4-BE49-F238E27FC236}">
                <a16:creationId xmlns:a16="http://schemas.microsoft.com/office/drawing/2014/main" id="{D1AE5D02-2206-30AC-977C-07DA360B2AA2}"/>
              </a:ext>
            </a:extLst>
          </p:cNvPr>
          <p:cNvSpPr txBox="1"/>
          <p:nvPr/>
        </p:nvSpPr>
        <p:spPr>
          <a:xfrm>
            <a:off x="9343496" y="5166493"/>
            <a:ext cx="839907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corregir errores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fallos menores en un código que ya existía. 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fix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/corregir-recuperar-contraseña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37984ECF-B6EC-B338-7626-4DA2F9D85BF5}"/>
              </a:ext>
            </a:extLst>
          </p:cNvPr>
          <p:cNvGrpSpPr/>
          <p:nvPr/>
        </p:nvGrpSpPr>
        <p:grpSpPr>
          <a:xfrm>
            <a:off x="9982200" y="6899992"/>
            <a:ext cx="7277100" cy="1203855"/>
            <a:chOff x="11277600" y="1501245"/>
            <a:chExt cx="7277100" cy="1203855"/>
          </a:xfrm>
        </p:grpSpPr>
        <p:grpSp>
          <p:nvGrpSpPr>
            <p:cNvPr id="43" name="Group 9">
              <a:extLst>
                <a:ext uri="{FF2B5EF4-FFF2-40B4-BE49-F238E27FC236}">
                  <a16:creationId xmlns:a16="http://schemas.microsoft.com/office/drawing/2014/main" id="{2D3FCD9C-13BF-1671-73EA-9CDDB6BCB8B0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47" name="Freeform 10">
                <a:extLst>
                  <a:ext uri="{FF2B5EF4-FFF2-40B4-BE49-F238E27FC236}">
                    <a16:creationId xmlns:a16="http://schemas.microsoft.com/office/drawing/2014/main" id="{AEB7200C-4EC9-B3F2-4B95-AF92F3F4B99C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8" name="TextBox 11">
                <a:extLst>
                  <a:ext uri="{FF2B5EF4-FFF2-40B4-BE49-F238E27FC236}">
                    <a16:creationId xmlns:a16="http://schemas.microsoft.com/office/drawing/2014/main" id="{C50D58F7-837C-875E-42BE-3D46BB3FFBC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EB84CD9E-DE64-F506-5942-42D869B6F39F}"/>
                </a:ext>
              </a:extLst>
            </p:cNvPr>
            <p:cNvGrpSpPr/>
            <p:nvPr/>
          </p:nvGrpSpPr>
          <p:grpSpPr>
            <a:xfrm>
              <a:off x="11506200" y="1790700"/>
              <a:ext cx="4970491" cy="695681"/>
              <a:chOff x="11564909" y="1831143"/>
              <a:chExt cx="4970491" cy="695681"/>
            </a:xfrm>
          </p:grpSpPr>
          <p:sp>
            <p:nvSpPr>
              <p:cNvPr id="45" name="TextBox 14">
                <a:extLst>
                  <a:ext uri="{FF2B5EF4-FFF2-40B4-BE49-F238E27FC236}">
                    <a16:creationId xmlns:a16="http://schemas.microsoft.com/office/drawing/2014/main" id="{3D96044A-0A9A-CD07-AC45-C8DA21A63985}"/>
                  </a:ext>
                </a:extLst>
              </p:cNvPr>
              <p:cNvSpPr txBox="1"/>
              <p:nvPr/>
            </p:nvSpPr>
            <p:spPr>
              <a:xfrm>
                <a:off x="12345073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docs/</a:t>
                </a:r>
                <a:r>
                  <a:rPr lang="en-US" sz="2799" spc="-153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documentacion</a:t>
                </a:r>
                <a:endParaRPr lang="en-US" sz="2799" spc="-153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46" name="Imagen 45" descr="Git-branch - Free vector icons on creazilla.com">
                <a:extLst>
                  <a:ext uri="{FF2B5EF4-FFF2-40B4-BE49-F238E27FC236}">
                    <a16:creationId xmlns:a16="http://schemas.microsoft.com/office/drawing/2014/main" id="{976DC6D7-F16C-2DAF-4031-67ED5CA5C5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564909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0C542220-132E-5E0F-6B09-F8BEC16C476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59" name="Group 10">
              <a:extLst>
                <a:ext uri="{FF2B5EF4-FFF2-40B4-BE49-F238E27FC236}">
                  <a16:creationId xmlns:a16="http://schemas.microsoft.com/office/drawing/2014/main" id="{37123AD5-43CE-18AC-5404-A2AB7E250B70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61" name="Freeform 11">
                <a:extLst>
                  <a:ext uri="{FF2B5EF4-FFF2-40B4-BE49-F238E27FC236}">
                    <a16:creationId xmlns:a16="http://schemas.microsoft.com/office/drawing/2014/main" id="{C2B4726D-8FD4-C2EA-E5E5-8ED9531D66E6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62" name="TextBox 12">
                <a:extLst>
                  <a:ext uri="{FF2B5EF4-FFF2-40B4-BE49-F238E27FC236}">
                    <a16:creationId xmlns:a16="http://schemas.microsoft.com/office/drawing/2014/main" id="{6257CC99-71CC-E411-C3F0-038199DC3B2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9ED579E5-6CB9-8AA5-3153-2C652D804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12089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74048-0478-3D49-FA78-B9769D3C5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C15A15-61E0-238D-6870-B295F37D708C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1128220-19D1-E6C8-216E-E6CFF29F9114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0A318C0-B4DF-CD6E-28D9-48F3BAF3D6D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4703272-A460-EE28-59A8-C3432CB3C1B8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6373A88-8820-5212-9E98-60E6B65AB08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5CB2A4C-625A-A624-9A23-C6B7FE2F2FD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B8BA422-B744-13FB-E150-9EAEC054310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51C7C90-065E-EC14-C9C0-86244B9EB3F9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81A031A-BC06-CC6E-9126-846897A2FBEB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B0CB70D-01DE-6D08-5476-07EB6F5EAA71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338E312-17C1-906D-C21E-54DBF85249FA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FDAFBFF-8185-C4B4-CE33-56D701CEA6D2}"/>
              </a:ext>
            </a:extLst>
          </p:cNvPr>
          <p:cNvSpPr txBox="1"/>
          <p:nvPr/>
        </p:nvSpPr>
        <p:spPr>
          <a:xfrm>
            <a:off x="2190449" y="4764320"/>
            <a:ext cx="13907101" cy="1490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vez clonado el proyecto, el primer paso correcto en un entorno real es:</a:t>
            </a:r>
          </a:p>
          <a:p>
            <a:pPr algn="ctr">
              <a:lnSpc>
                <a:spcPts val="3919"/>
              </a:lnSpc>
            </a:pPr>
            <a:r>
              <a:rPr lang="es-MX" sz="3200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crear</a:t>
            </a: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3200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una rama de trabajo propia</a:t>
            </a: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3200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78178D6-A67C-D3E3-1713-FC2497851696}"/>
              </a:ext>
            </a:extLst>
          </p:cNvPr>
          <p:cNvSpPr txBox="1"/>
          <p:nvPr/>
        </p:nvSpPr>
        <p:spPr>
          <a:xfrm>
            <a:off x="3055238" y="924585"/>
            <a:ext cx="11638327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Comandos</a:t>
            </a: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 para </a:t>
            </a:r>
            <a:r>
              <a:rPr lang="en-US" sz="916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gestionar</a:t>
            </a: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 Ramas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1B652F7-F424-70E7-32A9-84F3A0A28A6F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B90366AB-187A-8B00-DCE4-757C58D7A031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49E7F444-4483-C1BB-83A3-440D0DE4BBD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6537F728-ED91-C482-5C55-E0362AEF162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0204BA0E-F40C-AC5A-F3C1-6468BC7D7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3487452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DF478-1877-B9C3-1809-30A25F33B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5330F55-1B6D-CB02-8C0D-4EE7A4468D74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7F008AD-C05B-1713-B7AC-393514FDA5C3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D4C02D2-2D10-3F6A-CFC4-FD9E0A803167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CDE3AE-26BE-E227-437D-943075B55F6D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9515EE51-1070-1357-F8EE-23EDFFF035FD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C629479-0CA6-A456-F27C-225755C1BE15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2AC1121-5E42-E84F-993D-DAD8C89D6298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E1566C9-80F9-9DA4-5E4E-07CB00945302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D3C2369-EAC4-F0E0-818B-D0BC2407C959}"/>
              </a:ext>
            </a:extLst>
          </p:cNvPr>
          <p:cNvGrpSpPr/>
          <p:nvPr/>
        </p:nvGrpSpPr>
        <p:grpSpPr>
          <a:xfrm>
            <a:off x="-2221" y="1028700"/>
            <a:ext cx="4706728" cy="1543050"/>
            <a:chOff x="0" y="0"/>
            <a:chExt cx="1239632" cy="4064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BB72991-877D-E7E4-EB02-57C28820ED92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148590BE-227A-7326-0599-DA8F7FFE66B4}"/>
                </a:ext>
              </a:extLst>
            </p:cNvPr>
            <p:cNvSpPr txBox="1"/>
            <p:nvPr/>
          </p:nvSpPr>
          <p:spPr>
            <a:xfrm>
              <a:off x="0" y="-47625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branch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350EFED-2EC4-A226-9455-0DBCB01B7C9F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157168A-FE93-23AF-B95A-238896BA05BD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D5D40F5-51EF-8EEA-859E-7CE26906EA7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DCA41EBC-776F-5A19-8090-BD366E186019}"/>
              </a:ext>
            </a:extLst>
          </p:cNvPr>
          <p:cNvSpPr txBox="1"/>
          <p:nvPr/>
        </p:nvSpPr>
        <p:spPr>
          <a:xfrm>
            <a:off x="1336410" y="452169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449BF3B2-8E9B-2A27-0D89-2C13526FDC6F}"/>
              </a:ext>
            </a:extLst>
          </p:cNvPr>
          <p:cNvSpPr txBox="1"/>
          <p:nvPr/>
        </p:nvSpPr>
        <p:spPr>
          <a:xfrm>
            <a:off x="5079317" y="1063672"/>
            <a:ext cx="12658371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Lista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todas las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ramas locales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existentes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Resalta (generalmente en verde o con un asterisco) la rama en la que estás posicionado actualmente.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" name="Group 10">
            <a:extLst>
              <a:ext uri="{FF2B5EF4-FFF2-40B4-BE49-F238E27FC236}">
                <a16:creationId xmlns:a16="http://schemas.microsoft.com/office/drawing/2014/main" id="{DD9EE2F1-8581-1835-6F52-11E9EE8DC9B8}"/>
              </a:ext>
            </a:extLst>
          </p:cNvPr>
          <p:cNvGrpSpPr/>
          <p:nvPr/>
        </p:nvGrpSpPr>
        <p:grpSpPr>
          <a:xfrm>
            <a:off x="-2221" y="5446124"/>
            <a:ext cx="4706728" cy="1543050"/>
            <a:chOff x="0" y="0"/>
            <a:chExt cx="1239632" cy="406400"/>
          </a:xfrm>
        </p:grpSpPr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0DCE57C5-47E5-8352-7446-FF5969835A49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86A784B9-1D39-458D-25B7-398D99B388F4}"/>
                </a:ext>
              </a:extLst>
            </p:cNvPr>
            <p:cNvSpPr txBox="1"/>
            <p:nvPr/>
          </p:nvSpPr>
          <p:spPr>
            <a:xfrm>
              <a:off x="0" y="-47625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branch -a</a:t>
              </a:r>
            </a:p>
          </p:txBody>
        </p:sp>
      </p:grpSp>
      <p:sp>
        <p:nvSpPr>
          <p:cNvPr id="45" name="TextBox 35">
            <a:extLst>
              <a:ext uri="{FF2B5EF4-FFF2-40B4-BE49-F238E27FC236}">
                <a16:creationId xmlns:a16="http://schemas.microsoft.com/office/drawing/2014/main" id="{A0C2BDEE-7F40-CE80-F79A-5743BDFA2776}"/>
              </a:ext>
            </a:extLst>
          </p:cNvPr>
          <p:cNvSpPr txBox="1"/>
          <p:nvPr/>
        </p:nvSpPr>
        <p:spPr>
          <a:xfrm>
            <a:off x="5079317" y="5481096"/>
            <a:ext cx="12658371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Lista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todas las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ramas locales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existentes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 y remotas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Resalta (generalmente en verde o con un asterisco) la rama en la que estás posicionado actualmente.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" name="Imagen 78">
            <a:extLst>
              <a:ext uri="{FF2B5EF4-FFF2-40B4-BE49-F238E27FC236}">
                <a16:creationId xmlns:a16="http://schemas.microsoft.com/office/drawing/2014/main" id="{BC2C6112-7BB2-DED5-BA89-64EB82194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6003" y="2892767"/>
            <a:ext cx="15843297" cy="2176131"/>
          </a:xfrm>
          <a:prstGeom prst="rect">
            <a:avLst/>
          </a:prstGeom>
        </p:spPr>
      </p:pic>
      <p:pic>
        <p:nvPicPr>
          <p:cNvPr id="81" name="Imagen 80">
            <a:extLst>
              <a:ext uri="{FF2B5EF4-FFF2-40B4-BE49-F238E27FC236}">
                <a16:creationId xmlns:a16="http://schemas.microsoft.com/office/drawing/2014/main" id="{88CDB226-AB3E-B284-12C5-0FE45A675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1501" y="7139513"/>
            <a:ext cx="14204997" cy="3284514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64F8B663-6E10-F6B7-7CF3-1292C922ECAB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28AA0431-D7FA-974F-39AF-E66506E7217D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E0AD97DB-B388-8D29-4116-8E5899C1FD2D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3" name="TextBox 12">
                <a:extLst>
                  <a:ext uri="{FF2B5EF4-FFF2-40B4-BE49-F238E27FC236}">
                    <a16:creationId xmlns:a16="http://schemas.microsoft.com/office/drawing/2014/main" id="{CAC87DB9-38B5-41B0-1931-7FF32E939B4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2A2D2983-5845-678D-1D3F-ECF24E858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30122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D9A44-BC75-B001-ED2E-98411BEE2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7D77F6-6E40-244B-D99D-D9D70401BBA3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B7E0E1C-08F2-71D8-B5B1-9B11F647D77E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5171D08-5460-6EC6-CDFA-5F7A0700001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7D8307B-CE6C-97ED-7B35-CF1F131EBEB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D289C0A-F7AF-3BBE-47E5-8B6212E7CB85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51D5AE6-7851-FB89-10FC-6D9505DE2AF7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AC44B9D-3452-E555-D15B-E4D9FA9DD512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DA0BC63-5862-4CF2-FDE1-40BA5EB27DCF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DFD83DC-F016-F2EE-290A-BAACC50C2CEA}"/>
              </a:ext>
            </a:extLst>
          </p:cNvPr>
          <p:cNvGrpSpPr/>
          <p:nvPr/>
        </p:nvGrpSpPr>
        <p:grpSpPr>
          <a:xfrm>
            <a:off x="-2221" y="1028700"/>
            <a:ext cx="4706728" cy="1543050"/>
            <a:chOff x="0" y="0"/>
            <a:chExt cx="1239632" cy="4064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3E478E7-BB9D-F169-CEC3-A0B60F5BFC83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D34E354-D831-E379-CBEA-19C0BA94F5D8}"/>
                </a:ext>
              </a:extLst>
            </p:cNvPr>
            <p:cNvSpPr txBox="1"/>
            <p:nvPr/>
          </p:nvSpPr>
          <p:spPr>
            <a:xfrm>
              <a:off x="0" y="-47625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switch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C76BDAA-BCF3-AEE1-4EA9-D38F2032AB2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6E6643A-D9E4-68E4-8BB8-A71BA65C6058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08691A9-1D20-14AA-3E51-5300CCC0994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11BD383C-38FA-6EFA-280C-B45D42761518}"/>
              </a:ext>
            </a:extLst>
          </p:cNvPr>
          <p:cNvSpPr txBox="1"/>
          <p:nvPr/>
        </p:nvSpPr>
        <p:spPr>
          <a:xfrm>
            <a:off x="1336410" y="452169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52EEA79-AE9B-5402-6759-F116DF5055FB}"/>
              </a:ext>
            </a:extLst>
          </p:cNvPr>
          <p:cNvSpPr txBox="1"/>
          <p:nvPr/>
        </p:nvSpPr>
        <p:spPr>
          <a:xfrm>
            <a:off x="5079317" y="1469577"/>
            <a:ext cx="12658371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Cambia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el área de trabajo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 una rama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existente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" name="Group 10">
            <a:extLst>
              <a:ext uri="{FF2B5EF4-FFF2-40B4-BE49-F238E27FC236}">
                <a16:creationId xmlns:a16="http://schemas.microsoft.com/office/drawing/2014/main" id="{4EFF76B5-B349-C260-44A6-3D59D8F7662C}"/>
              </a:ext>
            </a:extLst>
          </p:cNvPr>
          <p:cNvGrpSpPr/>
          <p:nvPr/>
        </p:nvGrpSpPr>
        <p:grpSpPr>
          <a:xfrm>
            <a:off x="-217534" y="5078359"/>
            <a:ext cx="4922041" cy="1910815"/>
            <a:chOff x="-56708" y="-96860"/>
            <a:chExt cx="1296340" cy="503260"/>
          </a:xfrm>
        </p:grpSpPr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5659232E-82AF-AD2F-BDCE-9B9A78D418BB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FD482EDB-75FD-3338-8C15-80D15A7B0446}"/>
                </a:ext>
              </a:extLst>
            </p:cNvPr>
            <p:cNvSpPr txBox="1"/>
            <p:nvPr/>
          </p:nvSpPr>
          <p:spPr>
            <a:xfrm>
              <a:off x="-56708" y="-96860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switch -c</a:t>
              </a:r>
            </a:p>
          </p:txBody>
        </p:sp>
      </p:grpSp>
      <p:sp>
        <p:nvSpPr>
          <p:cNvPr id="45" name="TextBox 35">
            <a:extLst>
              <a:ext uri="{FF2B5EF4-FFF2-40B4-BE49-F238E27FC236}">
                <a16:creationId xmlns:a16="http://schemas.microsoft.com/office/drawing/2014/main" id="{54FBE9C3-1A08-3B79-1C89-463B317B3E8C}"/>
              </a:ext>
            </a:extLst>
          </p:cNvPr>
          <p:cNvSpPr txBox="1"/>
          <p:nvPr/>
        </p:nvSpPr>
        <p:spPr>
          <a:xfrm>
            <a:off x="5048425" y="5729791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Crea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una rama nueva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cambia a ella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manera inmediata en un solo paso.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" name="Imagen 78">
            <a:extLst>
              <a:ext uri="{FF2B5EF4-FFF2-40B4-BE49-F238E27FC236}">
                <a16:creationId xmlns:a16="http://schemas.microsoft.com/office/drawing/2014/main" id="{1ABCD092-E1BC-E250-D80C-BD938B38D7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6003" y="2740173"/>
            <a:ext cx="15843297" cy="2481319"/>
          </a:xfrm>
          <a:prstGeom prst="rect">
            <a:avLst/>
          </a:prstGeom>
        </p:spPr>
      </p:pic>
      <p:pic>
        <p:nvPicPr>
          <p:cNvPr id="81" name="Imagen 80">
            <a:extLst>
              <a:ext uri="{FF2B5EF4-FFF2-40B4-BE49-F238E27FC236}">
                <a16:creationId xmlns:a16="http://schemas.microsoft.com/office/drawing/2014/main" id="{32F80457-0FC1-AB00-B0FB-C7F6BF0767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1501" y="7395771"/>
            <a:ext cx="14204997" cy="2771997"/>
          </a:xfrm>
          <a:prstGeom prst="rect">
            <a:avLst/>
          </a:prstGeom>
        </p:spPr>
      </p:pic>
      <p:sp>
        <p:nvSpPr>
          <p:cNvPr id="14" name="TextBox 12">
            <a:extLst>
              <a:ext uri="{FF2B5EF4-FFF2-40B4-BE49-F238E27FC236}">
                <a16:creationId xmlns:a16="http://schemas.microsoft.com/office/drawing/2014/main" id="{C495A72A-F32F-8344-E779-ACB63AE0CDBB}"/>
              </a:ext>
            </a:extLst>
          </p:cNvPr>
          <p:cNvSpPr txBox="1"/>
          <p:nvPr/>
        </p:nvSpPr>
        <p:spPr>
          <a:xfrm>
            <a:off x="136952" y="6304491"/>
            <a:ext cx="3612845" cy="56542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5418"/>
              </a:lnSpc>
            </a:pPr>
            <a:r>
              <a:rPr lang="en-US" sz="3600" spc="-231" dirty="0">
                <a:solidFill>
                  <a:schemeClr val="bg1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&gt; git checkout -b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526F901-39A8-02D8-72E7-34F4DF99781C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CCBFB6DA-EBD1-C013-5EBD-3ADE2EB1C6D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4" name="Freeform 11">
                <a:extLst>
                  <a:ext uri="{FF2B5EF4-FFF2-40B4-BE49-F238E27FC236}">
                    <a16:creationId xmlns:a16="http://schemas.microsoft.com/office/drawing/2014/main" id="{AE868253-E20A-1E98-5E7A-302485EA9B37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5" name="TextBox 12">
                <a:extLst>
                  <a:ext uri="{FF2B5EF4-FFF2-40B4-BE49-F238E27FC236}">
                    <a16:creationId xmlns:a16="http://schemas.microsoft.com/office/drawing/2014/main" id="{C2CB2CE8-C758-7661-0010-A6023FD9633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44E43B23-493C-8171-3BCC-D2D2E75B1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25726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5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EE49E-1380-6527-A87B-601CD4053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92E41B-F6BE-BBBC-FDCB-FE447352B8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5F110E8-8277-06BD-F99E-401CC17BB450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3D398B4-DAC7-A094-8168-FBA9C532307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B30B71B-2EF1-D032-4531-8A6CD9B806D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8DCC199-F210-6615-94D4-3BBBB24DB8B7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A564848-0996-D2BF-84D2-93C5C3382DE2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1AD6264-4C52-785D-206F-CE1B3A2B882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CEC2DA5-FAA7-3D4B-B4DA-3209F335503C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F4BCA38-E552-B596-EAA7-B18E4578CBB1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DCA566D-A1B5-F52C-08F1-672B7169F26B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9D5EAE6-D1E8-DDB8-0030-E047ACA48A6C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B2363343-5D8C-21E6-66CE-C17D2A816725}"/>
              </a:ext>
            </a:extLst>
          </p:cNvPr>
          <p:cNvSpPr/>
          <p:nvPr/>
        </p:nvSpPr>
        <p:spPr>
          <a:xfrm>
            <a:off x="7536505" y="7691911"/>
            <a:ext cx="910158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724FE1B-0353-177F-AD4D-0097FB18768F}"/>
              </a:ext>
            </a:extLst>
          </p:cNvPr>
          <p:cNvSpPr/>
          <p:nvPr/>
        </p:nvSpPr>
        <p:spPr>
          <a:xfrm>
            <a:off x="8446662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F619B56-8556-FB2C-DF1E-562EBB65F972}"/>
              </a:ext>
            </a:extLst>
          </p:cNvPr>
          <p:cNvSpPr/>
          <p:nvPr/>
        </p:nvSpPr>
        <p:spPr>
          <a:xfrm>
            <a:off x="6381193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6AF3F03-5985-0B17-E40D-661BE05EFF35}"/>
              </a:ext>
            </a:extLst>
          </p:cNvPr>
          <p:cNvSpPr/>
          <p:nvPr/>
        </p:nvSpPr>
        <p:spPr>
          <a:xfrm>
            <a:off x="4253059" y="7117891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8822099F-C46D-F544-E937-B764BB1048D0}"/>
              </a:ext>
            </a:extLst>
          </p:cNvPr>
          <p:cNvSpPr/>
          <p:nvPr/>
        </p:nvSpPr>
        <p:spPr>
          <a:xfrm flipH="1">
            <a:off x="5408369" y="7695547"/>
            <a:ext cx="951057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4986E462-C62B-677F-6E16-1B8A2FE491E6}"/>
              </a:ext>
            </a:extLst>
          </p:cNvPr>
          <p:cNvSpPr/>
          <p:nvPr/>
        </p:nvSpPr>
        <p:spPr>
          <a:xfrm>
            <a:off x="2901640" y="7693729"/>
            <a:ext cx="1351420" cy="1818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760A3A84-44F2-F9D4-91B2-FA017B60CAF7}"/>
              </a:ext>
            </a:extLst>
          </p:cNvPr>
          <p:cNvSpPr/>
          <p:nvPr/>
        </p:nvSpPr>
        <p:spPr>
          <a:xfrm>
            <a:off x="615204" y="6550511"/>
            <a:ext cx="2286436" cy="2286436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E62CFDC-E0D0-F883-E00A-6ED6EAF49B3B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VAMOS A HACER?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4E0CBFD3-AD8A-4528-8969-5B8365D143E5}"/>
              </a:ext>
            </a:extLst>
          </p:cNvPr>
          <p:cNvSpPr/>
          <p:nvPr/>
        </p:nvSpPr>
        <p:spPr>
          <a:xfrm>
            <a:off x="10409502" y="5077654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99277AD8-E01E-A4B7-D7E4-A6CB975B9370}"/>
              </a:ext>
            </a:extLst>
          </p:cNvPr>
          <p:cNvSpPr/>
          <p:nvPr/>
        </p:nvSpPr>
        <p:spPr>
          <a:xfrm>
            <a:off x="9124355" y="5563195"/>
            <a:ext cx="1268873" cy="1505860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4EAA136A-9927-11BE-D660-98801CE058A4}"/>
              </a:ext>
            </a:extLst>
          </p:cNvPr>
          <p:cNvSpPr txBox="1"/>
          <p:nvPr/>
        </p:nvSpPr>
        <p:spPr>
          <a:xfrm>
            <a:off x="9761471" y="7397719"/>
            <a:ext cx="241560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FDCB476D-4550-72DC-A61D-39B38255A0E0}"/>
              </a:ext>
            </a:extLst>
          </p:cNvPr>
          <p:cNvSpPr txBox="1"/>
          <p:nvPr/>
        </p:nvSpPr>
        <p:spPr>
          <a:xfrm>
            <a:off x="11450596" y="5230534"/>
            <a:ext cx="2415608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A6855D2A-5E0E-C591-7A1F-AD237E4A6B4F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54" name="Group 10">
              <a:extLst>
                <a:ext uri="{FF2B5EF4-FFF2-40B4-BE49-F238E27FC236}">
                  <a16:creationId xmlns:a16="http://schemas.microsoft.com/office/drawing/2014/main" id="{29B37E29-7A38-2096-F1D5-686262E0056F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2E8ADAE8-240F-EBB9-AD4E-F50145BBC10D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525FF3A9-9BC7-B5E3-8726-0FD4AA05AAE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55" name="Imagen 54">
              <a:extLst>
                <a:ext uri="{FF2B5EF4-FFF2-40B4-BE49-F238E27FC236}">
                  <a16:creationId xmlns:a16="http://schemas.microsoft.com/office/drawing/2014/main" id="{FA18C1D8-4376-134B-92D4-8250BF78A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93005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5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1C577-F7C7-7117-6E8F-29D20D1BA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346489-AEE2-852A-F940-31938E863B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4F372C8-92A0-082A-A59C-84D5380A55E2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124CCC7-FC09-E1D9-8A33-D7CD841C9FB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6CA508C-F707-14A2-59FA-67C54192C27E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9589CCF-D02C-8C1A-52A5-93B576B463E2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126A125-9ADE-2ED5-63BC-5A17A70EB45C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F755F4A-5766-BE3F-6B8F-65DB11D0F4BC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5E68CB1-2B85-BF77-1EAE-C03F23F2555F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BD2ED12-A009-5C16-0811-20662E9E8DD4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F645D1C-AD86-DFFA-B661-7F5194D51B28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093F2C7-035E-A695-D852-EF1917797BA9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746CBB2C-8B14-3415-2BB2-CFAA876EF088}"/>
              </a:ext>
            </a:extLst>
          </p:cNvPr>
          <p:cNvSpPr/>
          <p:nvPr/>
        </p:nvSpPr>
        <p:spPr>
          <a:xfrm>
            <a:off x="7536505" y="7691911"/>
            <a:ext cx="910158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DD66DA5-F72F-B610-2B13-E68FBC6CE820}"/>
              </a:ext>
            </a:extLst>
          </p:cNvPr>
          <p:cNvSpPr/>
          <p:nvPr/>
        </p:nvSpPr>
        <p:spPr>
          <a:xfrm>
            <a:off x="8446662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35B48ED-04F2-F214-6DAD-F89F53115DDE}"/>
              </a:ext>
            </a:extLst>
          </p:cNvPr>
          <p:cNvSpPr/>
          <p:nvPr/>
        </p:nvSpPr>
        <p:spPr>
          <a:xfrm>
            <a:off x="6381193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2927BC0-9DD2-961A-343C-C9C21FD154E9}"/>
              </a:ext>
            </a:extLst>
          </p:cNvPr>
          <p:cNvSpPr/>
          <p:nvPr/>
        </p:nvSpPr>
        <p:spPr>
          <a:xfrm>
            <a:off x="4253059" y="7117891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C074E541-4D04-C3E2-8E90-1A3A469AFC37}"/>
              </a:ext>
            </a:extLst>
          </p:cNvPr>
          <p:cNvSpPr/>
          <p:nvPr/>
        </p:nvSpPr>
        <p:spPr>
          <a:xfrm flipH="1">
            <a:off x="5408369" y="7695547"/>
            <a:ext cx="951057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6C746B6A-1316-B903-82F3-09A6391862F4}"/>
              </a:ext>
            </a:extLst>
          </p:cNvPr>
          <p:cNvSpPr/>
          <p:nvPr/>
        </p:nvSpPr>
        <p:spPr>
          <a:xfrm>
            <a:off x="2901640" y="7693729"/>
            <a:ext cx="1351420" cy="1818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ABA427D6-B07F-BE97-C2ED-DDF1D9846E56}"/>
              </a:ext>
            </a:extLst>
          </p:cNvPr>
          <p:cNvSpPr/>
          <p:nvPr/>
        </p:nvSpPr>
        <p:spPr>
          <a:xfrm>
            <a:off x="615204" y="6550511"/>
            <a:ext cx="2286436" cy="2286436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07FBAA6-9F25-46D3-8AF1-95CBC469C89C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VAMOS A HACER?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072465F2-EA20-5D03-839C-71EBA0B1114D}"/>
              </a:ext>
            </a:extLst>
          </p:cNvPr>
          <p:cNvSpPr/>
          <p:nvPr/>
        </p:nvSpPr>
        <p:spPr>
          <a:xfrm>
            <a:off x="10409502" y="5077654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2EA37E58-71F8-CE5B-5A9E-EF4BB101AC1C}"/>
              </a:ext>
            </a:extLst>
          </p:cNvPr>
          <p:cNvSpPr/>
          <p:nvPr/>
        </p:nvSpPr>
        <p:spPr>
          <a:xfrm>
            <a:off x="9124355" y="5563195"/>
            <a:ext cx="1268873" cy="1505860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AA95AD8A-5F54-6DBE-3B8D-68EBE55778D8}"/>
              </a:ext>
            </a:extLst>
          </p:cNvPr>
          <p:cNvSpPr/>
          <p:nvPr/>
        </p:nvSpPr>
        <p:spPr>
          <a:xfrm>
            <a:off x="12206142" y="3060344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A2A448F-2FCC-6043-102E-53D9A00B01E6}"/>
              </a:ext>
            </a:extLst>
          </p:cNvPr>
          <p:cNvSpPr txBox="1"/>
          <p:nvPr/>
        </p:nvSpPr>
        <p:spPr>
          <a:xfrm>
            <a:off x="9761471" y="7397719"/>
            <a:ext cx="241560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1BE5B7AC-DD44-5FD8-4A53-45572508463A}"/>
              </a:ext>
            </a:extLst>
          </p:cNvPr>
          <p:cNvSpPr txBox="1"/>
          <p:nvPr/>
        </p:nvSpPr>
        <p:spPr>
          <a:xfrm>
            <a:off x="11450596" y="5230534"/>
            <a:ext cx="2415608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F45FF133-98F8-C2A4-1EC1-9959BBAF00D9}"/>
              </a:ext>
            </a:extLst>
          </p:cNvPr>
          <p:cNvSpPr txBox="1"/>
          <p:nvPr/>
        </p:nvSpPr>
        <p:spPr>
          <a:xfrm>
            <a:off x="13317002" y="3150959"/>
            <a:ext cx="3225882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7C3659CC-6818-0C5D-3F33-D21BD39A8B66}"/>
              </a:ext>
            </a:extLst>
          </p:cNvPr>
          <p:cNvGrpSpPr/>
          <p:nvPr/>
        </p:nvGrpSpPr>
        <p:grpSpPr>
          <a:xfrm>
            <a:off x="8307044" y="5790116"/>
            <a:ext cx="748120" cy="1238948"/>
            <a:chOff x="13219195" y="3545885"/>
            <a:chExt cx="1092601" cy="1597615"/>
          </a:xfrm>
        </p:grpSpPr>
        <p:sp>
          <p:nvSpPr>
            <p:cNvPr id="164" name="Cara sonriente 163">
              <a:extLst>
                <a:ext uri="{FF2B5EF4-FFF2-40B4-BE49-F238E27FC236}">
                  <a16:creationId xmlns:a16="http://schemas.microsoft.com/office/drawing/2014/main" id="{C8424730-F0F1-377F-2D19-B650A06FE42B}"/>
                </a:ext>
              </a:extLst>
            </p:cNvPr>
            <p:cNvSpPr/>
            <p:nvPr/>
          </p:nvSpPr>
          <p:spPr>
            <a:xfrm>
              <a:off x="13397071" y="3545885"/>
              <a:ext cx="728851" cy="711088"/>
            </a:xfrm>
            <a:prstGeom prst="smileyFac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20B53A94-0C6E-3B2A-BEF0-9A08762DA01E}"/>
                </a:ext>
              </a:extLst>
            </p:cNvPr>
            <p:cNvCxnSpPr>
              <a:cxnSpLocks/>
              <a:stCxn id="164" idx="4"/>
            </p:cNvCxnSpPr>
            <p:nvPr/>
          </p:nvCxnSpPr>
          <p:spPr>
            <a:xfrm>
              <a:off x="13761500" y="4256972"/>
              <a:ext cx="3996" cy="65792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359C0516-BD19-653F-9019-3E9245B88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65496" y="4281136"/>
              <a:ext cx="546300" cy="176564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13AF2BD7-26D5-ACB5-17BF-B871F450677D}"/>
                </a:ext>
              </a:extLst>
            </p:cNvPr>
            <p:cNvCxnSpPr>
              <a:cxnSpLocks/>
            </p:cNvCxnSpPr>
            <p:nvPr/>
          </p:nvCxnSpPr>
          <p:spPr>
            <a:xfrm>
              <a:off x="13219195" y="4268548"/>
              <a:ext cx="546300" cy="176564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B23795BB-68E6-AF2E-39D0-C05992E15B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29735" y="4894261"/>
              <a:ext cx="435761" cy="23866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C8708A8D-823B-3C44-424C-09A7D4FE16E1}"/>
                </a:ext>
              </a:extLst>
            </p:cNvPr>
            <p:cNvCxnSpPr>
              <a:cxnSpLocks/>
            </p:cNvCxnSpPr>
            <p:nvPr/>
          </p:nvCxnSpPr>
          <p:spPr>
            <a:xfrm>
              <a:off x="13756923" y="4880061"/>
              <a:ext cx="369002" cy="263439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7043B4B3-AC59-4715-B014-0831DDF233F7}"/>
              </a:ext>
            </a:extLst>
          </p:cNvPr>
          <p:cNvGrpSpPr/>
          <p:nvPr/>
        </p:nvGrpSpPr>
        <p:grpSpPr>
          <a:xfrm>
            <a:off x="9128521" y="5070139"/>
            <a:ext cx="2256226" cy="1991401"/>
            <a:chOff x="9128529" y="5082286"/>
            <a:chExt cx="2256226" cy="1991401"/>
          </a:xfrm>
        </p:grpSpPr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B2521D25-284A-F508-DCEE-B8323A5F5092}"/>
                </a:ext>
              </a:extLst>
            </p:cNvPr>
            <p:cNvSpPr/>
            <p:nvPr/>
          </p:nvSpPr>
          <p:spPr>
            <a:xfrm>
              <a:off x="10413676" y="5082286"/>
              <a:ext cx="971079" cy="971079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53F7A0FB-A854-6BED-D933-E35474210AE7}"/>
                </a:ext>
              </a:extLst>
            </p:cNvPr>
            <p:cNvSpPr/>
            <p:nvPr/>
          </p:nvSpPr>
          <p:spPr>
            <a:xfrm>
              <a:off x="9128529" y="5567827"/>
              <a:ext cx="1268873" cy="1505860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0" name="Freeform 28">
            <a:extLst>
              <a:ext uri="{FF2B5EF4-FFF2-40B4-BE49-F238E27FC236}">
                <a16:creationId xmlns:a16="http://schemas.microsoft.com/office/drawing/2014/main" id="{6509716F-2577-A033-0850-149C24002A7C}"/>
              </a:ext>
            </a:extLst>
          </p:cNvPr>
          <p:cNvSpPr/>
          <p:nvPr/>
        </p:nvSpPr>
        <p:spPr>
          <a:xfrm>
            <a:off x="10920190" y="3576426"/>
            <a:ext cx="1268873" cy="1505860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CB6CE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 dirty="0"/>
          </a:p>
        </p:txBody>
      </p:sp>
      <p:grpSp>
        <p:nvGrpSpPr>
          <p:cNvPr id="20" name="Group 51">
            <a:extLst>
              <a:ext uri="{FF2B5EF4-FFF2-40B4-BE49-F238E27FC236}">
                <a16:creationId xmlns:a16="http://schemas.microsoft.com/office/drawing/2014/main" id="{7A9C5F1F-41B0-54CE-0522-EACB7562EBF9}"/>
              </a:ext>
            </a:extLst>
          </p:cNvPr>
          <p:cNvGrpSpPr/>
          <p:nvPr/>
        </p:nvGrpSpPr>
        <p:grpSpPr>
          <a:xfrm>
            <a:off x="795194" y="2297940"/>
            <a:ext cx="6089055" cy="960554"/>
            <a:chOff x="0" y="0"/>
            <a:chExt cx="15818362" cy="1280739"/>
          </a:xfrm>
        </p:grpSpPr>
        <p:grpSp>
          <p:nvGrpSpPr>
            <p:cNvPr id="23" name="Group 52">
              <a:extLst>
                <a:ext uri="{FF2B5EF4-FFF2-40B4-BE49-F238E27FC236}">
                  <a16:creationId xmlns:a16="http://schemas.microsoft.com/office/drawing/2014/main" id="{5128A555-76ED-EB52-188D-8714BA1D27E0}"/>
                </a:ext>
              </a:extLst>
            </p:cNvPr>
            <p:cNvGrpSpPr/>
            <p:nvPr/>
          </p:nvGrpSpPr>
          <p:grpSpPr>
            <a:xfrm>
              <a:off x="0" y="0"/>
              <a:ext cx="15818362" cy="1280739"/>
              <a:chOff x="0" y="0"/>
              <a:chExt cx="2441105" cy="197645"/>
            </a:xfrm>
          </p:grpSpPr>
          <p:sp>
            <p:nvSpPr>
              <p:cNvPr id="29" name="Freeform 53">
                <a:extLst>
                  <a:ext uri="{FF2B5EF4-FFF2-40B4-BE49-F238E27FC236}">
                    <a16:creationId xmlns:a16="http://schemas.microsoft.com/office/drawing/2014/main" id="{DA544BEF-BC01-BDC0-1436-C16178BBD616}"/>
                  </a:ext>
                </a:extLst>
              </p:cNvPr>
              <p:cNvSpPr/>
              <p:nvPr/>
            </p:nvSpPr>
            <p:spPr>
              <a:xfrm>
                <a:off x="0" y="0"/>
                <a:ext cx="2441105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0" name="TextBox 54">
                <a:extLst>
                  <a:ext uri="{FF2B5EF4-FFF2-40B4-BE49-F238E27FC236}">
                    <a16:creationId xmlns:a16="http://schemas.microsoft.com/office/drawing/2014/main" id="{2DE4F284-0CC4-E1B2-AEF9-CD575FCDA0D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25" name="TextBox 55">
              <a:extLst>
                <a:ext uri="{FF2B5EF4-FFF2-40B4-BE49-F238E27FC236}">
                  <a16:creationId xmlns:a16="http://schemas.microsoft.com/office/drawing/2014/main" id="{D3ABF9A9-99C7-E56F-A0AA-A9EBAF195574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27" name="TextBox 56">
              <a:extLst>
                <a:ext uri="{FF2B5EF4-FFF2-40B4-BE49-F238E27FC236}">
                  <a16:creationId xmlns:a16="http://schemas.microsoft.com/office/drawing/2014/main" id="{ABBAD055-4833-03BE-4020-32AE0E515FAF}"/>
                </a:ext>
              </a:extLst>
            </p:cNvPr>
            <p:cNvSpPr txBox="1"/>
            <p:nvPr/>
          </p:nvSpPr>
          <p:spPr>
            <a:xfrm>
              <a:off x="397591" y="334903"/>
              <a:ext cx="15023179" cy="550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&gt; git switch develop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" name="Group 51">
            <a:extLst>
              <a:ext uri="{FF2B5EF4-FFF2-40B4-BE49-F238E27FC236}">
                <a16:creationId xmlns:a16="http://schemas.microsoft.com/office/drawing/2014/main" id="{EECB6C8D-CA23-032C-5322-C0AEEBF49495}"/>
              </a:ext>
            </a:extLst>
          </p:cNvPr>
          <p:cNvGrpSpPr/>
          <p:nvPr/>
        </p:nvGrpSpPr>
        <p:grpSpPr>
          <a:xfrm>
            <a:off x="795194" y="3695588"/>
            <a:ext cx="6089055" cy="960554"/>
            <a:chOff x="0" y="0"/>
            <a:chExt cx="15818362" cy="1280739"/>
          </a:xfrm>
        </p:grpSpPr>
        <p:grpSp>
          <p:nvGrpSpPr>
            <p:cNvPr id="34" name="Group 52">
              <a:extLst>
                <a:ext uri="{FF2B5EF4-FFF2-40B4-BE49-F238E27FC236}">
                  <a16:creationId xmlns:a16="http://schemas.microsoft.com/office/drawing/2014/main" id="{9F445BB7-C028-86A6-AC24-B08FABECD338}"/>
                </a:ext>
              </a:extLst>
            </p:cNvPr>
            <p:cNvGrpSpPr/>
            <p:nvPr/>
          </p:nvGrpSpPr>
          <p:grpSpPr>
            <a:xfrm>
              <a:off x="0" y="0"/>
              <a:ext cx="15818362" cy="1280739"/>
              <a:chOff x="0" y="0"/>
              <a:chExt cx="2441105" cy="197645"/>
            </a:xfrm>
          </p:grpSpPr>
          <p:sp>
            <p:nvSpPr>
              <p:cNvPr id="38" name="Freeform 53">
                <a:extLst>
                  <a:ext uri="{FF2B5EF4-FFF2-40B4-BE49-F238E27FC236}">
                    <a16:creationId xmlns:a16="http://schemas.microsoft.com/office/drawing/2014/main" id="{3FC85BF8-3A9E-E50D-8FC3-BA4733BEA565}"/>
                  </a:ext>
                </a:extLst>
              </p:cNvPr>
              <p:cNvSpPr/>
              <p:nvPr/>
            </p:nvSpPr>
            <p:spPr>
              <a:xfrm>
                <a:off x="0" y="0"/>
                <a:ext cx="2441105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9" name="TextBox 54">
                <a:extLst>
                  <a:ext uri="{FF2B5EF4-FFF2-40B4-BE49-F238E27FC236}">
                    <a16:creationId xmlns:a16="http://schemas.microsoft.com/office/drawing/2014/main" id="{EACF3101-A2AB-B7C7-323C-A88666A1062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36" name="TextBox 55">
              <a:extLst>
                <a:ext uri="{FF2B5EF4-FFF2-40B4-BE49-F238E27FC236}">
                  <a16:creationId xmlns:a16="http://schemas.microsoft.com/office/drawing/2014/main" id="{65D0C923-5ACB-19EF-3442-D6DC808F997D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37" name="TextBox 56">
              <a:extLst>
                <a:ext uri="{FF2B5EF4-FFF2-40B4-BE49-F238E27FC236}">
                  <a16:creationId xmlns:a16="http://schemas.microsoft.com/office/drawing/2014/main" id="{8721B7D7-39DE-CE85-08F0-44A82BA35319}"/>
                </a:ext>
              </a:extLst>
            </p:cNvPr>
            <p:cNvSpPr txBox="1"/>
            <p:nvPr/>
          </p:nvSpPr>
          <p:spPr>
            <a:xfrm>
              <a:off x="397591" y="334903"/>
              <a:ext cx="15023179" cy="550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&gt; git switch -c feature/mi-</a:t>
              </a:r>
              <a:r>
                <a:rPr lang="en-US" sz="2400" spc="-6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rama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8B2DD28A-7101-E7E5-8F5C-3D98A9B7E3FF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42" name="Group 10">
              <a:extLst>
                <a:ext uri="{FF2B5EF4-FFF2-40B4-BE49-F238E27FC236}">
                  <a16:creationId xmlns:a16="http://schemas.microsoft.com/office/drawing/2014/main" id="{37D42194-6AFB-C04D-2F8A-7CE9D8638FFC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44" name="Freeform 11">
                <a:extLst>
                  <a:ext uri="{FF2B5EF4-FFF2-40B4-BE49-F238E27FC236}">
                    <a16:creationId xmlns:a16="http://schemas.microsoft.com/office/drawing/2014/main" id="{D62A59D1-2F49-F06E-0457-96F30B8CAFF2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5" name="TextBox 12">
                <a:extLst>
                  <a:ext uri="{FF2B5EF4-FFF2-40B4-BE49-F238E27FC236}">
                    <a16:creationId xmlns:a16="http://schemas.microsoft.com/office/drawing/2014/main" id="{9D35B691-1B18-42E5-1EA4-5240AE5B51A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F1A2740A-474E-25F0-A608-DB6B87B8E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09281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82716E-6 L 0.10929 -0.21188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0" y="-10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4.93827E-7 L 0.09757 -0.1944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78" y="-97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63" grpId="0"/>
      <p:bldP spid="4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BEEE3-2986-67A5-4E7D-74BD3817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8FA060-01DF-6808-2783-D37F555871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99D4E49-BAE1-C01C-8C0B-D1E983DE433A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959CDEE-D731-3792-62D2-3CE3E73F5C9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DE4D62E-B79F-AACF-9E0E-FF491FF3F3ED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57F3EC2-BBFE-E7B7-37FD-8B08A21B2D1F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86BA8D1-46C3-CEDB-CB6E-4579977EF0E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0CACC49-FB3F-80D2-EDB9-2DF35EBC1035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CFFF2A7-D54E-CB83-AAF3-180B91C13B4B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9D129F7-2092-247C-0C0E-615DEE71689D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BB2D60A-CE88-FBE7-1CCC-8A1075E3DC62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2730971-C7F0-EDA9-D344-3281BC330B9A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0747096-963C-99CE-1C2A-454E7116BB7B}"/>
              </a:ext>
            </a:extLst>
          </p:cNvPr>
          <p:cNvSpPr/>
          <p:nvPr/>
        </p:nvSpPr>
        <p:spPr>
          <a:xfrm>
            <a:off x="7536505" y="7691911"/>
            <a:ext cx="910158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7141BDC-BFEB-EB37-9A4F-2B10F34BD05B}"/>
              </a:ext>
            </a:extLst>
          </p:cNvPr>
          <p:cNvSpPr/>
          <p:nvPr/>
        </p:nvSpPr>
        <p:spPr>
          <a:xfrm>
            <a:off x="8446662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D8734F9-143E-DD24-1F54-EA449243A966}"/>
              </a:ext>
            </a:extLst>
          </p:cNvPr>
          <p:cNvSpPr/>
          <p:nvPr/>
        </p:nvSpPr>
        <p:spPr>
          <a:xfrm>
            <a:off x="6381193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22050DD-AFE2-4BFB-3551-F21F93C7F581}"/>
              </a:ext>
            </a:extLst>
          </p:cNvPr>
          <p:cNvSpPr/>
          <p:nvPr/>
        </p:nvSpPr>
        <p:spPr>
          <a:xfrm>
            <a:off x="4253059" y="7117891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A8C214AA-9D06-FA96-6CFC-EC291B4085A2}"/>
              </a:ext>
            </a:extLst>
          </p:cNvPr>
          <p:cNvSpPr/>
          <p:nvPr/>
        </p:nvSpPr>
        <p:spPr>
          <a:xfrm flipH="1">
            <a:off x="5408369" y="7695547"/>
            <a:ext cx="951057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37DEFB8-2812-7188-62CB-90E560EB5788}"/>
              </a:ext>
            </a:extLst>
          </p:cNvPr>
          <p:cNvSpPr/>
          <p:nvPr/>
        </p:nvSpPr>
        <p:spPr>
          <a:xfrm>
            <a:off x="2901640" y="7693729"/>
            <a:ext cx="1351420" cy="1818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7CFC8EC6-4919-50F8-3388-9094C91E6FF0}"/>
              </a:ext>
            </a:extLst>
          </p:cNvPr>
          <p:cNvSpPr/>
          <p:nvPr/>
        </p:nvSpPr>
        <p:spPr>
          <a:xfrm>
            <a:off x="615204" y="6550511"/>
            <a:ext cx="2286436" cy="2286436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4416EB4-3152-361D-FC61-F33EE49D985C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VAMOS A HACER?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61612E6A-08D5-0009-25F7-193AF8314F41}"/>
              </a:ext>
            </a:extLst>
          </p:cNvPr>
          <p:cNvSpPr/>
          <p:nvPr/>
        </p:nvSpPr>
        <p:spPr>
          <a:xfrm>
            <a:off x="10409502" y="5077654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9215D57B-F69C-D068-3F08-CD502F905FEA}"/>
              </a:ext>
            </a:extLst>
          </p:cNvPr>
          <p:cNvSpPr/>
          <p:nvPr/>
        </p:nvSpPr>
        <p:spPr>
          <a:xfrm>
            <a:off x="9124355" y="5563195"/>
            <a:ext cx="1268873" cy="1505860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930BCAA2-FB5D-5868-08C9-C7CF3D9B30B9}"/>
              </a:ext>
            </a:extLst>
          </p:cNvPr>
          <p:cNvSpPr/>
          <p:nvPr/>
        </p:nvSpPr>
        <p:spPr>
          <a:xfrm>
            <a:off x="12206142" y="3060344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2C1580E5-8C9D-3DCD-CF27-B02DABDA1309}"/>
              </a:ext>
            </a:extLst>
          </p:cNvPr>
          <p:cNvSpPr txBox="1"/>
          <p:nvPr/>
        </p:nvSpPr>
        <p:spPr>
          <a:xfrm>
            <a:off x="9761471" y="7397719"/>
            <a:ext cx="241560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DDB67FED-83EC-0CAB-1605-272D107EEF6E}"/>
              </a:ext>
            </a:extLst>
          </p:cNvPr>
          <p:cNvSpPr txBox="1"/>
          <p:nvPr/>
        </p:nvSpPr>
        <p:spPr>
          <a:xfrm>
            <a:off x="11450596" y="5230534"/>
            <a:ext cx="2415608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C3F7B110-DD54-E5B3-94E6-1AC8F6042ECD}"/>
              </a:ext>
            </a:extLst>
          </p:cNvPr>
          <p:cNvSpPr txBox="1"/>
          <p:nvPr/>
        </p:nvSpPr>
        <p:spPr>
          <a:xfrm>
            <a:off x="13317002" y="3150959"/>
            <a:ext cx="3225882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Freeform 28">
            <a:extLst>
              <a:ext uri="{FF2B5EF4-FFF2-40B4-BE49-F238E27FC236}">
                <a16:creationId xmlns:a16="http://schemas.microsoft.com/office/drawing/2014/main" id="{20532D40-AD6E-92B0-5AA7-44AE41FEA2F2}"/>
              </a:ext>
            </a:extLst>
          </p:cNvPr>
          <p:cNvSpPr/>
          <p:nvPr/>
        </p:nvSpPr>
        <p:spPr>
          <a:xfrm>
            <a:off x="10920190" y="3576426"/>
            <a:ext cx="1268873" cy="1505860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CB6CE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 dirty="0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5F021A51-3228-EB25-C337-AA2E83E81BB5}"/>
              </a:ext>
            </a:extLst>
          </p:cNvPr>
          <p:cNvGrpSpPr/>
          <p:nvPr/>
        </p:nvGrpSpPr>
        <p:grpSpPr>
          <a:xfrm>
            <a:off x="10292869" y="3608937"/>
            <a:ext cx="748120" cy="1238948"/>
            <a:chOff x="13219195" y="3545885"/>
            <a:chExt cx="1092601" cy="1597615"/>
          </a:xfrm>
        </p:grpSpPr>
        <p:sp>
          <p:nvSpPr>
            <p:cNvPr id="30" name="Cara sonriente 29">
              <a:extLst>
                <a:ext uri="{FF2B5EF4-FFF2-40B4-BE49-F238E27FC236}">
                  <a16:creationId xmlns:a16="http://schemas.microsoft.com/office/drawing/2014/main" id="{9092051F-BD6C-259F-DEFE-E9C971195D91}"/>
                </a:ext>
              </a:extLst>
            </p:cNvPr>
            <p:cNvSpPr/>
            <p:nvPr/>
          </p:nvSpPr>
          <p:spPr>
            <a:xfrm>
              <a:off x="13397071" y="3545885"/>
              <a:ext cx="728851" cy="711088"/>
            </a:xfrm>
            <a:prstGeom prst="smileyFac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B8032D8A-A100-98FD-283E-192EF37C7ED0}"/>
                </a:ext>
              </a:extLst>
            </p:cNvPr>
            <p:cNvCxnSpPr>
              <a:cxnSpLocks/>
              <a:stCxn id="30" idx="4"/>
            </p:cNvCxnSpPr>
            <p:nvPr/>
          </p:nvCxnSpPr>
          <p:spPr>
            <a:xfrm>
              <a:off x="13761500" y="4256972"/>
              <a:ext cx="3996" cy="65792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990176C8-97D4-D4B5-7CFD-3CD9EDEA91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65496" y="4281136"/>
              <a:ext cx="546300" cy="176564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0B0ACA44-8217-1E69-0EA2-C1253F268ABB}"/>
                </a:ext>
              </a:extLst>
            </p:cNvPr>
            <p:cNvCxnSpPr>
              <a:cxnSpLocks/>
            </p:cNvCxnSpPr>
            <p:nvPr/>
          </p:nvCxnSpPr>
          <p:spPr>
            <a:xfrm>
              <a:off x="13219195" y="4268548"/>
              <a:ext cx="546300" cy="176564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A0B40741-30D6-1719-0C17-51F8B6D549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29735" y="4894261"/>
              <a:ext cx="435761" cy="23866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A03742AD-273D-4EEB-DD7E-96B3366B17CA}"/>
                </a:ext>
              </a:extLst>
            </p:cNvPr>
            <p:cNvCxnSpPr>
              <a:cxnSpLocks/>
            </p:cNvCxnSpPr>
            <p:nvPr/>
          </p:nvCxnSpPr>
          <p:spPr>
            <a:xfrm>
              <a:off x="13756923" y="4880061"/>
              <a:ext cx="369002" cy="263439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51">
            <a:extLst>
              <a:ext uri="{FF2B5EF4-FFF2-40B4-BE49-F238E27FC236}">
                <a16:creationId xmlns:a16="http://schemas.microsoft.com/office/drawing/2014/main" id="{D897653B-060D-E234-933B-8BA8FBD496CF}"/>
              </a:ext>
            </a:extLst>
          </p:cNvPr>
          <p:cNvGrpSpPr/>
          <p:nvPr/>
        </p:nvGrpSpPr>
        <p:grpSpPr>
          <a:xfrm>
            <a:off x="795194" y="2297940"/>
            <a:ext cx="6089055" cy="960554"/>
            <a:chOff x="0" y="0"/>
            <a:chExt cx="15818362" cy="1280739"/>
          </a:xfrm>
        </p:grpSpPr>
        <p:grpSp>
          <p:nvGrpSpPr>
            <p:cNvPr id="23" name="Group 52">
              <a:extLst>
                <a:ext uri="{FF2B5EF4-FFF2-40B4-BE49-F238E27FC236}">
                  <a16:creationId xmlns:a16="http://schemas.microsoft.com/office/drawing/2014/main" id="{82DD0A9E-C06B-5DA1-D72F-B19EA8FC356A}"/>
                </a:ext>
              </a:extLst>
            </p:cNvPr>
            <p:cNvGrpSpPr/>
            <p:nvPr/>
          </p:nvGrpSpPr>
          <p:grpSpPr>
            <a:xfrm>
              <a:off x="0" y="0"/>
              <a:ext cx="15818362" cy="1280739"/>
              <a:chOff x="0" y="0"/>
              <a:chExt cx="2441105" cy="197645"/>
            </a:xfrm>
          </p:grpSpPr>
          <p:sp>
            <p:nvSpPr>
              <p:cNvPr id="39" name="Freeform 53">
                <a:extLst>
                  <a:ext uri="{FF2B5EF4-FFF2-40B4-BE49-F238E27FC236}">
                    <a16:creationId xmlns:a16="http://schemas.microsoft.com/office/drawing/2014/main" id="{6377197D-3004-2518-9D9B-7CD7222CDA03}"/>
                  </a:ext>
                </a:extLst>
              </p:cNvPr>
              <p:cNvSpPr/>
              <p:nvPr/>
            </p:nvSpPr>
            <p:spPr>
              <a:xfrm>
                <a:off x="0" y="0"/>
                <a:ext cx="2441105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1" name="TextBox 54">
                <a:extLst>
                  <a:ext uri="{FF2B5EF4-FFF2-40B4-BE49-F238E27FC236}">
                    <a16:creationId xmlns:a16="http://schemas.microsoft.com/office/drawing/2014/main" id="{A1C28BEC-D32F-E14F-481A-6BBFC2B0E63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25" name="TextBox 55">
              <a:extLst>
                <a:ext uri="{FF2B5EF4-FFF2-40B4-BE49-F238E27FC236}">
                  <a16:creationId xmlns:a16="http://schemas.microsoft.com/office/drawing/2014/main" id="{A9889C36-07C2-67CD-1CBD-1980D79F3AFE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27" name="TextBox 56">
              <a:extLst>
                <a:ext uri="{FF2B5EF4-FFF2-40B4-BE49-F238E27FC236}">
                  <a16:creationId xmlns:a16="http://schemas.microsoft.com/office/drawing/2014/main" id="{765F88FB-5DE7-9A09-B240-43E3B3709D77}"/>
                </a:ext>
              </a:extLst>
            </p:cNvPr>
            <p:cNvSpPr txBox="1"/>
            <p:nvPr/>
          </p:nvSpPr>
          <p:spPr>
            <a:xfrm>
              <a:off x="397591" y="334903"/>
              <a:ext cx="15023179" cy="550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&gt; git switch develop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2" name="Group 51">
            <a:extLst>
              <a:ext uri="{FF2B5EF4-FFF2-40B4-BE49-F238E27FC236}">
                <a16:creationId xmlns:a16="http://schemas.microsoft.com/office/drawing/2014/main" id="{BCE851FC-AAD6-41BF-2C27-1F802A57B972}"/>
              </a:ext>
            </a:extLst>
          </p:cNvPr>
          <p:cNvGrpSpPr/>
          <p:nvPr/>
        </p:nvGrpSpPr>
        <p:grpSpPr>
          <a:xfrm>
            <a:off x="795194" y="3695588"/>
            <a:ext cx="6089055" cy="960554"/>
            <a:chOff x="0" y="0"/>
            <a:chExt cx="15818362" cy="1280739"/>
          </a:xfrm>
        </p:grpSpPr>
        <p:grpSp>
          <p:nvGrpSpPr>
            <p:cNvPr id="43" name="Group 52">
              <a:extLst>
                <a:ext uri="{FF2B5EF4-FFF2-40B4-BE49-F238E27FC236}">
                  <a16:creationId xmlns:a16="http://schemas.microsoft.com/office/drawing/2014/main" id="{7E325EB0-3A1D-A65E-EE1A-E69F429168DF}"/>
                </a:ext>
              </a:extLst>
            </p:cNvPr>
            <p:cNvGrpSpPr/>
            <p:nvPr/>
          </p:nvGrpSpPr>
          <p:grpSpPr>
            <a:xfrm>
              <a:off x="0" y="0"/>
              <a:ext cx="15818362" cy="1280739"/>
              <a:chOff x="0" y="0"/>
              <a:chExt cx="2441105" cy="197645"/>
            </a:xfrm>
          </p:grpSpPr>
          <p:sp>
            <p:nvSpPr>
              <p:cNvPr id="46" name="Freeform 53">
                <a:extLst>
                  <a:ext uri="{FF2B5EF4-FFF2-40B4-BE49-F238E27FC236}">
                    <a16:creationId xmlns:a16="http://schemas.microsoft.com/office/drawing/2014/main" id="{1B9B5257-99A4-D832-B90E-82F6F91BD521}"/>
                  </a:ext>
                </a:extLst>
              </p:cNvPr>
              <p:cNvSpPr/>
              <p:nvPr/>
            </p:nvSpPr>
            <p:spPr>
              <a:xfrm>
                <a:off x="0" y="0"/>
                <a:ext cx="2441105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7" name="TextBox 54">
                <a:extLst>
                  <a:ext uri="{FF2B5EF4-FFF2-40B4-BE49-F238E27FC236}">
                    <a16:creationId xmlns:a16="http://schemas.microsoft.com/office/drawing/2014/main" id="{D3CCA745-7461-17EE-682A-C86A7277417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44" name="TextBox 55">
              <a:extLst>
                <a:ext uri="{FF2B5EF4-FFF2-40B4-BE49-F238E27FC236}">
                  <a16:creationId xmlns:a16="http://schemas.microsoft.com/office/drawing/2014/main" id="{7020A7C4-F44F-33CD-FE35-182B4C81DDE2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45" name="TextBox 56">
              <a:extLst>
                <a:ext uri="{FF2B5EF4-FFF2-40B4-BE49-F238E27FC236}">
                  <a16:creationId xmlns:a16="http://schemas.microsoft.com/office/drawing/2014/main" id="{5A37342B-D291-1395-C522-FE0BF0A86CFB}"/>
                </a:ext>
              </a:extLst>
            </p:cNvPr>
            <p:cNvSpPr txBox="1"/>
            <p:nvPr/>
          </p:nvSpPr>
          <p:spPr>
            <a:xfrm>
              <a:off x="397591" y="334903"/>
              <a:ext cx="15023179" cy="550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&gt; git switch -c feature/mi-</a:t>
              </a:r>
              <a:r>
                <a:rPr lang="en-US" sz="2400" spc="-6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rama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3701BFD7-F6AF-DCDF-4338-3E2D3EDFB05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55" name="Group 10">
              <a:extLst>
                <a:ext uri="{FF2B5EF4-FFF2-40B4-BE49-F238E27FC236}">
                  <a16:creationId xmlns:a16="http://schemas.microsoft.com/office/drawing/2014/main" id="{F8605C2F-E22B-DCF3-646B-8B60BDA051E6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58" name="Freeform 11">
                <a:extLst>
                  <a:ext uri="{FF2B5EF4-FFF2-40B4-BE49-F238E27FC236}">
                    <a16:creationId xmlns:a16="http://schemas.microsoft.com/office/drawing/2014/main" id="{6A3D9700-EF56-85F7-7D0B-8706E134A627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59" name="TextBox 12">
                <a:extLst>
                  <a:ext uri="{FF2B5EF4-FFF2-40B4-BE49-F238E27FC236}">
                    <a16:creationId xmlns:a16="http://schemas.microsoft.com/office/drawing/2014/main" id="{A8AF7575-4C64-B7A1-5251-77D142C2340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57" name="Imagen 56">
              <a:extLst>
                <a:ext uri="{FF2B5EF4-FFF2-40B4-BE49-F238E27FC236}">
                  <a16:creationId xmlns:a16="http://schemas.microsoft.com/office/drawing/2014/main" id="{836C96EF-85E0-20FA-FD39-A4FC3809C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382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7222E-6 3.20988E-6 L 0.15295 -0.1629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48" y="-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F75BCB-77D4-20FF-9411-7F552794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3F78E7-E35C-DDA1-A129-5F45AE7EE290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8B8CD64-6A84-65F9-E7B2-4935CA3F8C90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6468CC3-1089-553D-3637-53FB696782A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CD43C3C-6279-1969-7499-D01393359B7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E5E0956-24CC-3DFF-64F0-15CFC3724AA7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C9645FF-BCA7-7A45-B4B7-BE0D6FB1F4B0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23A3120-24F1-5F0C-4E67-194148035B4D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53F4B29-E438-9C51-02BF-0A5CE9E0E4C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658330F-C0D7-3805-AB71-DA509D670849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4390120-92ED-8E61-0F7E-4C95B8767B69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38F1D59-B284-CA86-0832-ACBFB382B1D0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status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B1F3327-B6BE-A720-B9A2-7D168B8D0274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0CF27B1-D099-A4AC-0D89-CAB14DF10A27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16BCDFD-2A6D-D507-05C4-294F27DC183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1F0BDF93-BA42-D2EE-8421-6419169FF706}"/>
              </a:ext>
            </a:extLst>
          </p:cNvPr>
          <p:cNvSpPr txBox="1"/>
          <p:nvPr/>
        </p:nvSpPr>
        <p:spPr>
          <a:xfrm>
            <a:off x="5071158" y="1315235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comando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puramente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informativo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no modifica ni borra nada en tus archivos; simplemente 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dice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estado actual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tu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TextBox 35">
            <a:extLst>
              <a:ext uri="{FF2B5EF4-FFF2-40B4-BE49-F238E27FC236}">
                <a16:creationId xmlns:a16="http://schemas.microsoft.com/office/drawing/2014/main" id="{F7BF15BD-8528-72CA-668F-750475E36B26}"/>
              </a:ext>
            </a:extLst>
          </p:cNvPr>
          <p:cNvSpPr txBox="1"/>
          <p:nvPr/>
        </p:nvSpPr>
        <p:spPr>
          <a:xfrm>
            <a:off x="1223213" y="3097333"/>
            <a:ext cx="12658371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Tenemos 3 estados fundamentales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" name="Group 13">
            <a:extLst>
              <a:ext uri="{FF2B5EF4-FFF2-40B4-BE49-F238E27FC236}">
                <a16:creationId xmlns:a16="http://schemas.microsoft.com/office/drawing/2014/main" id="{4CFD0A9E-47F6-8367-DE12-C109F9E54B32}"/>
              </a:ext>
            </a:extLst>
          </p:cNvPr>
          <p:cNvGrpSpPr/>
          <p:nvPr/>
        </p:nvGrpSpPr>
        <p:grpSpPr>
          <a:xfrm>
            <a:off x="783742" y="4376691"/>
            <a:ext cx="5183506" cy="3333626"/>
            <a:chOff x="0" y="0"/>
            <a:chExt cx="1351154" cy="731404"/>
          </a:xfrm>
        </p:grpSpPr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F500A552-32B2-F170-9C40-D0BAF6214C3B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44" name="TextBox 15">
              <a:extLst>
                <a:ext uri="{FF2B5EF4-FFF2-40B4-BE49-F238E27FC236}">
                  <a16:creationId xmlns:a16="http://schemas.microsoft.com/office/drawing/2014/main" id="{8E8D78EA-4696-FCEE-7B74-5CC2CCA58597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5" name="TextBox 16">
            <a:extLst>
              <a:ext uri="{FF2B5EF4-FFF2-40B4-BE49-F238E27FC236}">
                <a16:creationId xmlns:a16="http://schemas.microsoft.com/office/drawing/2014/main" id="{70CDE853-A7CD-486B-2AF1-6F3D7986E277}"/>
              </a:ext>
            </a:extLst>
          </p:cNvPr>
          <p:cNvSpPr txBox="1"/>
          <p:nvPr/>
        </p:nvSpPr>
        <p:spPr>
          <a:xfrm>
            <a:off x="969453" y="4477752"/>
            <a:ext cx="4769193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479"/>
              </a:lnSpc>
            </a:pPr>
            <a:r>
              <a:rPr lang="en-US" sz="3199" b="1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Modificado</a:t>
            </a:r>
            <a:endParaRPr lang="en-US" sz="3199" b="1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TextBox 35">
            <a:extLst>
              <a:ext uri="{FF2B5EF4-FFF2-40B4-BE49-F238E27FC236}">
                <a16:creationId xmlns:a16="http://schemas.microsoft.com/office/drawing/2014/main" id="{AB19A292-EEAC-5087-85C2-43F75705D0B7}"/>
              </a:ext>
            </a:extLst>
          </p:cNvPr>
          <p:cNvSpPr txBox="1"/>
          <p:nvPr/>
        </p:nvSpPr>
        <p:spPr>
          <a:xfrm>
            <a:off x="1020530" y="5373311"/>
            <a:ext cx="4718117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archivo se editó y guardó en el disco duro, pero Git aún no lo tiene preparado para registrarlo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6" name="Group 13">
            <a:extLst>
              <a:ext uri="{FF2B5EF4-FFF2-40B4-BE49-F238E27FC236}">
                <a16:creationId xmlns:a16="http://schemas.microsoft.com/office/drawing/2014/main" id="{5D3DECF8-45BF-431E-7CF8-B0696A0716AE}"/>
              </a:ext>
            </a:extLst>
          </p:cNvPr>
          <p:cNvGrpSpPr/>
          <p:nvPr/>
        </p:nvGrpSpPr>
        <p:grpSpPr>
          <a:xfrm>
            <a:off x="6437495" y="4376691"/>
            <a:ext cx="5183506" cy="3333626"/>
            <a:chOff x="0" y="0"/>
            <a:chExt cx="1351154" cy="731404"/>
          </a:xfrm>
        </p:grpSpPr>
        <p:sp>
          <p:nvSpPr>
            <p:cNvPr id="87" name="Freeform 14">
              <a:extLst>
                <a:ext uri="{FF2B5EF4-FFF2-40B4-BE49-F238E27FC236}">
                  <a16:creationId xmlns:a16="http://schemas.microsoft.com/office/drawing/2014/main" id="{D94E0D78-3B68-3067-BE2C-20A76A61BB08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8" name="TextBox 15">
              <a:extLst>
                <a:ext uri="{FF2B5EF4-FFF2-40B4-BE49-F238E27FC236}">
                  <a16:creationId xmlns:a16="http://schemas.microsoft.com/office/drawing/2014/main" id="{B291D9B4-993A-6586-756C-29342C68B3C8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89" name="TextBox 16">
            <a:extLst>
              <a:ext uri="{FF2B5EF4-FFF2-40B4-BE49-F238E27FC236}">
                <a16:creationId xmlns:a16="http://schemas.microsoft.com/office/drawing/2014/main" id="{38829CBC-0C8D-52A8-C1AA-0F3631987813}"/>
              </a:ext>
            </a:extLst>
          </p:cNvPr>
          <p:cNvSpPr txBox="1"/>
          <p:nvPr/>
        </p:nvSpPr>
        <p:spPr>
          <a:xfrm>
            <a:off x="6623206" y="4477752"/>
            <a:ext cx="4769193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479"/>
              </a:lnSpc>
            </a:pPr>
            <a:r>
              <a:rPr lang="en-US" sz="3199" b="1" spc="-86" dirty="0" err="1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Preparado</a:t>
            </a:r>
            <a:endParaRPr lang="en-US" sz="3199" b="1" spc="-86" dirty="0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TextBox 35">
            <a:extLst>
              <a:ext uri="{FF2B5EF4-FFF2-40B4-BE49-F238E27FC236}">
                <a16:creationId xmlns:a16="http://schemas.microsoft.com/office/drawing/2014/main" id="{79949AD5-C7B2-0C22-841E-47A727511BB0}"/>
              </a:ext>
            </a:extLst>
          </p:cNvPr>
          <p:cNvSpPr txBox="1"/>
          <p:nvPr/>
        </p:nvSpPr>
        <p:spPr>
          <a:xfrm>
            <a:off x="6674283" y="5373311"/>
            <a:ext cx="4718117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archivo fue seleccionado, se encuentra en espera y listo para ser empaquetado y guardado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4" name="Group 13">
            <a:extLst>
              <a:ext uri="{FF2B5EF4-FFF2-40B4-BE49-F238E27FC236}">
                <a16:creationId xmlns:a16="http://schemas.microsoft.com/office/drawing/2014/main" id="{64141B22-E64A-7BD0-7763-0F01B9FA22BB}"/>
              </a:ext>
            </a:extLst>
          </p:cNvPr>
          <p:cNvGrpSpPr/>
          <p:nvPr/>
        </p:nvGrpSpPr>
        <p:grpSpPr>
          <a:xfrm>
            <a:off x="12091248" y="4376691"/>
            <a:ext cx="5183506" cy="3333626"/>
            <a:chOff x="0" y="0"/>
            <a:chExt cx="1351154" cy="731404"/>
          </a:xfrm>
        </p:grpSpPr>
        <p:sp>
          <p:nvSpPr>
            <p:cNvPr id="97" name="Freeform 14">
              <a:extLst>
                <a:ext uri="{FF2B5EF4-FFF2-40B4-BE49-F238E27FC236}">
                  <a16:creationId xmlns:a16="http://schemas.microsoft.com/office/drawing/2014/main" id="{B449C41B-1191-2336-05DD-5070B0602685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98" name="TextBox 15">
              <a:extLst>
                <a:ext uri="{FF2B5EF4-FFF2-40B4-BE49-F238E27FC236}">
                  <a16:creationId xmlns:a16="http://schemas.microsoft.com/office/drawing/2014/main" id="{E98DF524-D88A-0DB6-3FB1-F205E8E70D08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5" name="TextBox 16">
            <a:extLst>
              <a:ext uri="{FF2B5EF4-FFF2-40B4-BE49-F238E27FC236}">
                <a16:creationId xmlns:a16="http://schemas.microsoft.com/office/drawing/2014/main" id="{57AC0CC0-66B3-8ED6-9132-82C9166F47B9}"/>
              </a:ext>
            </a:extLst>
          </p:cNvPr>
          <p:cNvSpPr txBox="1"/>
          <p:nvPr/>
        </p:nvSpPr>
        <p:spPr>
          <a:xfrm>
            <a:off x="12276959" y="4477752"/>
            <a:ext cx="4769193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479"/>
              </a:lnSpc>
            </a:pPr>
            <a:r>
              <a:rPr lang="en-US" sz="3199" b="1" spc="-8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Guardado</a:t>
            </a:r>
          </a:p>
        </p:txBody>
      </p:sp>
      <p:sp>
        <p:nvSpPr>
          <p:cNvPr id="96" name="TextBox 35">
            <a:extLst>
              <a:ext uri="{FF2B5EF4-FFF2-40B4-BE49-F238E27FC236}">
                <a16:creationId xmlns:a16="http://schemas.microsoft.com/office/drawing/2014/main" id="{7DEE6AE3-785F-ACEA-D41D-F0AB1D15A15E}"/>
              </a:ext>
            </a:extLst>
          </p:cNvPr>
          <p:cNvSpPr txBox="1"/>
          <p:nvPr/>
        </p:nvSpPr>
        <p:spPr>
          <a:xfrm>
            <a:off x="12328036" y="5373311"/>
            <a:ext cx="4718117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cambio se confirmó y se registró de forma permanente en el historial local del proyecto.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9" name="Grupo 98">
            <a:extLst>
              <a:ext uri="{FF2B5EF4-FFF2-40B4-BE49-F238E27FC236}">
                <a16:creationId xmlns:a16="http://schemas.microsoft.com/office/drawing/2014/main" id="{54BB3EB9-28A6-5F76-6E04-0C99675076FC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00" name="Group 10">
              <a:extLst>
                <a:ext uri="{FF2B5EF4-FFF2-40B4-BE49-F238E27FC236}">
                  <a16:creationId xmlns:a16="http://schemas.microsoft.com/office/drawing/2014/main" id="{277E8E50-66F3-DB0B-E5F4-E69459BCFC9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02" name="Freeform 11">
                <a:extLst>
                  <a:ext uri="{FF2B5EF4-FFF2-40B4-BE49-F238E27FC236}">
                    <a16:creationId xmlns:a16="http://schemas.microsoft.com/office/drawing/2014/main" id="{C6C92593-0864-15EF-2868-C5F1716D590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03" name="TextBox 12">
                <a:extLst>
                  <a:ext uri="{FF2B5EF4-FFF2-40B4-BE49-F238E27FC236}">
                    <a16:creationId xmlns:a16="http://schemas.microsoft.com/office/drawing/2014/main" id="{FBEDEB95-C237-FF57-0B01-A8104F3A46F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01" name="Imagen 100">
              <a:extLst>
                <a:ext uri="{FF2B5EF4-FFF2-40B4-BE49-F238E27FC236}">
                  <a16:creationId xmlns:a16="http://schemas.microsoft.com/office/drawing/2014/main" id="{1DD0405A-9C86-FF79-AE1A-34AEB41A3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630531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59298-CEFD-42D0-A1B1-4B41F176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306E93-0BA2-D11D-4EBB-6B62E67578AD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59886C6-C84D-23CA-44BF-5C60E4475818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9B02B21-FFCA-9791-8759-1E8CF524E548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9B573B8-EFF0-387C-17E6-42C4ABAE940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EC72F95A-CC54-6569-C7B5-30A70D9D76B9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55972B0-FC03-F968-9D3B-F863A7EB892E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E424431-D4AB-3E50-AA60-1E13F65506E3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316A7E8-7B2A-AA63-145E-5D9CB0760580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A0B94B-E590-CF09-ECEE-1ADF4F4B64BD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283A2F5-852A-5054-92E0-C7104B5A85F9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1C11BAC6-88BA-AB08-EB2B-F79DF288E1C5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status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699D761-9443-CD5F-2B11-3172C6FD46F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FB9CD1F-5E22-92BC-16E6-E8D39713203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B03CCB6-CB4C-DB89-82D9-F67EC3E3CD2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BA86004B-0971-3425-92EF-FC9A87434B93}"/>
              </a:ext>
            </a:extLst>
          </p:cNvPr>
          <p:cNvSpPr txBox="1"/>
          <p:nvPr/>
        </p:nvSpPr>
        <p:spPr>
          <a:xfrm>
            <a:off x="5071158" y="1315235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comando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puramente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informativo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no modifica ni borra nada en tus archivos; simplemente 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dice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estado actual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tu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TextBox 35">
            <a:extLst>
              <a:ext uri="{FF2B5EF4-FFF2-40B4-BE49-F238E27FC236}">
                <a16:creationId xmlns:a16="http://schemas.microsoft.com/office/drawing/2014/main" id="{264E592F-5D87-AA3A-E451-A69D164DBAA6}"/>
              </a:ext>
            </a:extLst>
          </p:cNvPr>
          <p:cNvSpPr txBox="1"/>
          <p:nvPr/>
        </p:nvSpPr>
        <p:spPr>
          <a:xfrm>
            <a:off x="1223213" y="3097333"/>
            <a:ext cx="12658371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Tenemos 3 estados fundamentales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2" name="Grupo 91">
            <a:extLst>
              <a:ext uri="{FF2B5EF4-FFF2-40B4-BE49-F238E27FC236}">
                <a16:creationId xmlns:a16="http://schemas.microsoft.com/office/drawing/2014/main" id="{A474C241-230C-0595-37F5-200CE05E0E93}"/>
              </a:ext>
            </a:extLst>
          </p:cNvPr>
          <p:cNvGrpSpPr/>
          <p:nvPr/>
        </p:nvGrpSpPr>
        <p:grpSpPr>
          <a:xfrm>
            <a:off x="783742" y="4376691"/>
            <a:ext cx="5183506" cy="3333626"/>
            <a:chOff x="683894" y="4389234"/>
            <a:chExt cx="5183506" cy="3333626"/>
          </a:xfrm>
        </p:grpSpPr>
        <p:grpSp>
          <p:nvGrpSpPr>
            <p:cNvPr id="20" name="Group 13">
              <a:extLst>
                <a:ext uri="{FF2B5EF4-FFF2-40B4-BE49-F238E27FC236}">
                  <a16:creationId xmlns:a16="http://schemas.microsoft.com/office/drawing/2014/main" id="{7D385951-3CF8-6625-27C2-4D5422453FFA}"/>
                </a:ext>
              </a:extLst>
            </p:cNvPr>
            <p:cNvGrpSpPr/>
            <p:nvPr/>
          </p:nvGrpSpPr>
          <p:grpSpPr>
            <a:xfrm>
              <a:off x="683894" y="4389234"/>
              <a:ext cx="5183506" cy="3333626"/>
              <a:chOff x="0" y="0"/>
              <a:chExt cx="1351154" cy="731404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FD316A33-CF35-0322-47F9-03BA0387ED5D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4" name="TextBox 15">
                <a:extLst>
                  <a:ext uri="{FF2B5EF4-FFF2-40B4-BE49-F238E27FC236}">
                    <a16:creationId xmlns:a16="http://schemas.microsoft.com/office/drawing/2014/main" id="{DE9CBC28-C43E-A4D5-B280-F335F0E90E2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45" name="TextBox 16">
              <a:extLst>
                <a:ext uri="{FF2B5EF4-FFF2-40B4-BE49-F238E27FC236}">
                  <a16:creationId xmlns:a16="http://schemas.microsoft.com/office/drawing/2014/main" id="{DDB671E7-2FB5-931E-EC09-F1B6441683CE}"/>
                </a:ext>
              </a:extLst>
            </p:cNvPr>
            <p:cNvSpPr txBox="1"/>
            <p:nvPr/>
          </p:nvSpPr>
          <p:spPr>
            <a:xfrm>
              <a:off x="869605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Modificado</a:t>
              </a:r>
              <a:endParaRPr lang="en-US" sz="3199" b="1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" name="TextBox 35">
              <a:extLst>
                <a:ext uri="{FF2B5EF4-FFF2-40B4-BE49-F238E27FC236}">
                  <a16:creationId xmlns:a16="http://schemas.microsoft.com/office/drawing/2014/main" id="{019ACA72-C833-26C0-F86F-52D9F14F9608}"/>
                </a:ext>
              </a:extLst>
            </p:cNvPr>
            <p:cNvSpPr txBox="1"/>
            <p:nvPr/>
          </p:nvSpPr>
          <p:spPr>
            <a:xfrm>
              <a:off x="920682" y="5385854"/>
              <a:ext cx="4718117" cy="19759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s-MX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El archivo se editó y guardó en el disco duro, pero Git aún no lo tiene preparado para registrarlo</a:t>
              </a:r>
              <a:endPara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CF4519D4-6A5A-11F6-7BC4-C2AAF2DBA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175" y="3716084"/>
            <a:ext cx="10474898" cy="5787236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EAB47B24-37D9-5718-F7F4-F086174DA8E6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65984CAF-E2A7-6E59-845C-7630844738A2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3" name="Freeform 11">
                <a:extLst>
                  <a:ext uri="{FF2B5EF4-FFF2-40B4-BE49-F238E27FC236}">
                    <a16:creationId xmlns:a16="http://schemas.microsoft.com/office/drawing/2014/main" id="{BAEB84F6-BF38-0370-3B2A-DB9800EC159A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4" name="TextBox 12">
                <a:extLst>
                  <a:ext uri="{FF2B5EF4-FFF2-40B4-BE49-F238E27FC236}">
                    <a16:creationId xmlns:a16="http://schemas.microsoft.com/office/drawing/2014/main" id="{EF779EF6-E7FD-65DD-3A01-9C4B9EECC98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6106760D-53A0-1557-ACE6-7A411E099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41874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4A863-D1F1-D437-DA04-33FF8A55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CB17B3-DBF4-71CA-640C-4F97A85C9BC5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62E5556-BADE-A98E-4223-8D99E6F9B4CF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7CEA9C1-1D1E-0420-0630-E3AEB6BBBE3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6849A52-23F0-F2F8-E687-7157093E345C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9BBC10A-8A12-2746-CCEC-18A2CD5E1D6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51C252A-AAEF-A2FF-3502-B6682B611F0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1F3EBC9-C084-CF06-DC10-8E3122D0780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F9D00E8-AF00-9AC1-D9FE-80D03DE0BC83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73E4B7F-FC28-4CAF-A0A0-091A4CE35DE4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8E28524-770B-FD2B-098A-B96E9DAA97D8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BACCD8F-97DE-9D8B-F518-9F0F2E8EA39E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D1FC351-F8AD-15B5-D316-534C8AB3ABD4}"/>
              </a:ext>
            </a:extLst>
          </p:cNvPr>
          <p:cNvSpPr txBox="1"/>
          <p:nvPr/>
        </p:nvSpPr>
        <p:spPr>
          <a:xfrm>
            <a:off x="7590543" y="3795156"/>
            <a:ext cx="8185257" cy="2476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gustaría recibir tus comentarios para poder seguir mejorando nuestro contenido y logística.</a:t>
            </a:r>
          </a:p>
          <a:p>
            <a:pPr marL="0" lvl="1" indent="0" algn="l">
              <a:lnSpc>
                <a:spcPts val="3919"/>
              </a:lnSpc>
            </a:pPr>
            <a:endParaRPr lang="es-MX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Llena este formulario rápido y comparte tus opiniones con nosotros.</a:t>
            </a:r>
            <a:endParaRPr lang="en-US" sz="2799" b="1" spc="-75" dirty="0">
              <a:solidFill>
                <a:srgbClr val="0CC0D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1E399F02-EE6A-BBC5-2779-784A790A8056}"/>
              </a:ext>
            </a:extLst>
          </p:cNvPr>
          <p:cNvSpPr txBox="1"/>
          <p:nvPr/>
        </p:nvSpPr>
        <p:spPr>
          <a:xfrm>
            <a:off x="4801099" y="1222167"/>
            <a:ext cx="12940412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¡GRACIAS POR ASISTIR!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D74A0511-111A-4BC0-0E31-3FFC97515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3488" y="3545884"/>
            <a:ext cx="4619601" cy="4691595"/>
          </a:xfrm>
          <a:prstGeom prst="rect">
            <a:avLst/>
          </a:prstGeom>
        </p:spPr>
      </p:pic>
      <p:sp>
        <p:nvSpPr>
          <p:cNvPr id="30" name="TextBox 24">
            <a:extLst>
              <a:ext uri="{FF2B5EF4-FFF2-40B4-BE49-F238E27FC236}">
                <a16:creationId xmlns:a16="http://schemas.microsoft.com/office/drawing/2014/main" id="{C3176BD0-08DA-DE57-886B-46ACAB91C93A}"/>
              </a:ext>
            </a:extLst>
          </p:cNvPr>
          <p:cNvSpPr txBox="1"/>
          <p:nvPr/>
        </p:nvSpPr>
        <p:spPr>
          <a:xfrm>
            <a:off x="7576127" y="6700386"/>
            <a:ext cx="8185257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https://forms.gle/7UScrwTwCwN1wkGZ7</a:t>
            </a:r>
            <a:endParaRPr lang="en-US" sz="2799" b="1" spc="-75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D54B2958-8593-32A4-18B4-F5D5D8D81943}"/>
              </a:ext>
            </a:extLst>
          </p:cNvPr>
          <p:cNvSpPr txBox="1"/>
          <p:nvPr/>
        </p:nvSpPr>
        <p:spPr>
          <a:xfrm>
            <a:off x="2808788" y="8407856"/>
            <a:ext cx="3428999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3919"/>
              </a:lnSpc>
            </a:pP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 Bold"/>
                <a:cs typeface="Poppins"/>
                <a:sym typeface="Poppins"/>
              </a:rPr>
              <a:t>Feedback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 Bold"/>
                <a:cs typeface="Poppins"/>
                <a:sym typeface="Poppins"/>
              </a:rPr>
              <a:t> día 1</a:t>
            </a:r>
            <a:endParaRPr lang="en-US" sz="2799" spc="-75" dirty="0">
              <a:solidFill>
                <a:srgbClr val="0CC0D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34" name="Group 10">
            <a:extLst>
              <a:ext uri="{FF2B5EF4-FFF2-40B4-BE49-F238E27FC236}">
                <a16:creationId xmlns:a16="http://schemas.microsoft.com/office/drawing/2014/main" id="{69EE528A-5BFA-4376-97C5-031EAEF2D2DE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39413694-8CB8-71EE-410D-93533F18D2BA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6" name="TextBox 12">
              <a:extLst>
                <a:ext uri="{FF2B5EF4-FFF2-40B4-BE49-F238E27FC236}">
                  <a16:creationId xmlns:a16="http://schemas.microsoft.com/office/drawing/2014/main" id="{FCD69CB8-484A-3EB5-8AFE-4E3518349D8A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Día 1</a:t>
              </a: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019E236D-E389-49B0-A5AB-895BF513E81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8" name="Group 10">
              <a:extLst>
                <a:ext uri="{FF2B5EF4-FFF2-40B4-BE49-F238E27FC236}">
                  <a16:creationId xmlns:a16="http://schemas.microsoft.com/office/drawing/2014/main" id="{193C7258-019C-95CF-793C-86552F7FB48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40" name="Freeform 11">
                <a:extLst>
                  <a:ext uri="{FF2B5EF4-FFF2-40B4-BE49-F238E27FC236}">
                    <a16:creationId xmlns:a16="http://schemas.microsoft.com/office/drawing/2014/main" id="{DB2A760E-06CB-82AB-A06B-2D51A466219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1" name="TextBox 12">
                <a:extLst>
                  <a:ext uri="{FF2B5EF4-FFF2-40B4-BE49-F238E27FC236}">
                    <a16:creationId xmlns:a16="http://schemas.microsoft.com/office/drawing/2014/main" id="{9FCC28EF-9F02-2CDD-0D15-E0F25C5FE2D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9C977818-B819-C6C2-FF0B-D43523063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325498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11669</TotalTime>
  <Words>1297</Words>
  <Application>Microsoft Office PowerPoint</Application>
  <PresentationFormat>Personalizado</PresentationFormat>
  <Paragraphs>182</Paragraphs>
  <Slides>32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4" baseType="lpstr">
      <vt:lpstr>Poppins Medium</vt:lpstr>
      <vt:lpstr>Poppins</vt:lpstr>
      <vt:lpstr>Lato</vt:lpstr>
      <vt:lpstr>Calibri</vt:lpstr>
      <vt:lpstr>Roboto</vt:lpstr>
      <vt:lpstr>Arial</vt:lpstr>
      <vt:lpstr>Poppins Bold</vt:lpstr>
      <vt:lpstr>Poppins Italics</vt:lpstr>
      <vt:lpstr>Aptos</vt:lpstr>
      <vt:lpstr>Garet Bold</vt:lpstr>
      <vt:lpstr>Lato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Git | Curies</dc:title>
  <dc:creator>ara_mxz</dc:creator>
  <cp:lastModifiedBy>Aranza Alondra Munoz Chavez</cp:lastModifiedBy>
  <cp:revision>5</cp:revision>
  <cp:lastPrinted>2026-07-15T01:25:24Z</cp:lastPrinted>
  <dcterms:created xsi:type="dcterms:W3CDTF">2006-08-16T00:00:00Z</dcterms:created>
  <dcterms:modified xsi:type="dcterms:W3CDTF">2026-08-04T15:31:59Z</dcterms:modified>
  <dc:identifier>DAHOyYaJYPo</dc:identifier>
</cp:coreProperties>
</file>