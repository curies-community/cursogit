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7"/>
  </p:notesMasterIdLst>
  <p:sldIdLst>
    <p:sldId id="360" r:id="rId2"/>
    <p:sldId id="346" r:id="rId3"/>
    <p:sldId id="364" r:id="rId4"/>
    <p:sldId id="362" r:id="rId5"/>
    <p:sldId id="365" r:id="rId6"/>
    <p:sldId id="286" r:id="rId7"/>
    <p:sldId id="373" r:id="rId8"/>
    <p:sldId id="367" r:id="rId9"/>
    <p:sldId id="368" r:id="rId10"/>
    <p:sldId id="370" r:id="rId11"/>
    <p:sldId id="371" r:id="rId12"/>
    <p:sldId id="369" r:id="rId13"/>
    <p:sldId id="372" r:id="rId14"/>
    <p:sldId id="366" r:id="rId15"/>
    <p:sldId id="374" r:id="rId16"/>
    <p:sldId id="375" r:id="rId17"/>
    <p:sldId id="376" r:id="rId18"/>
    <p:sldId id="377" r:id="rId19"/>
    <p:sldId id="379" r:id="rId20"/>
    <p:sldId id="382" r:id="rId21"/>
    <p:sldId id="380" r:id="rId22"/>
    <p:sldId id="381" r:id="rId23"/>
    <p:sldId id="383" r:id="rId24"/>
    <p:sldId id="384" r:id="rId25"/>
    <p:sldId id="385" r:id="rId26"/>
    <p:sldId id="386" r:id="rId27"/>
    <p:sldId id="378" r:id="rId28"/>
    <p:sldId id="387" r:id="rId29"/>
    <p:sldId id="388" r:id="rId30"/>
    <p:sldId id="390" r:id="rId31"/>
    <p:sldId id="391" r:id="rId32"/>
    <p:sldId id="389" r:id="rId33"/>
    <p:sldId id="291" r:id="rId34"/>
    <p:sldId id="309" r:id="rId35"/>
    <p:sldId id="394" r:id="rId36"/>
    <p:sldId id="393" r:id="rId37"/>
    <p:sldId id="322" r:id="rId38"/>
    <p:sldId id="336" r:id="rId39"/>
    <p:sldId id="337" r:id="rId40"/>
    <p:sldId id="338" r:id="rId41"/>
    <p:sldId id="339" r:id="rId42"/>
    <p:sldId id="257" r:id="rId43"/>
    <p:sldId id="392" r:id="rId44"/>
    <p:sldId id="292" r:id="rId45"/>
    <p:sldId id="293" r:id="rId46"/>
  </p:sldIdLst>
  <p:sldSz cx="18288000" cy="10287000"/>
  <p:notesSz cx="6858000" cy="9144000"/>
  <p:embeddedFontLst>
    <p:embeddedFont>
      <p:font typeface="Garet Bold" panose="020B0604020202020204" charset="0"/>
      <p:regular r:id="rId48"/>
    </p:embeddedFont>
    <p:embeddedFont>
      <p:font typeface="Lato" panose="020F0502020204030203" pitchFamily="34" charset="0"/>
      <p:regular r:id="rId49"/>
      <p:bold r:id="rId50"/>
      <p:italic r:id="rId51"/>
      <p:boldItalic r:id="rId52"/>
    </p:embeddedFont>
    <p:embeddedFont>
      <p:font typeface="Lato Bold" panose="020F0502020204030203" charset="0"/>
      <p:regular r:id="rId53"/>
    </p:embeddedFont>
    <p:embeddedFont>
      <p:font typeface="Poppins" panose="00000500000000000000" pitchFamily="2" charset="0"/>
      <p:regular r:id="rId54"/>
      <p:bold r:id="rId55"/>
      <p:italic r:id="rId56"/>
      <p:boldItalic r:id="rId57"/>
    </p:embeddedFont>
    <p:embeddedFont>
      <p:font typeface="Poppins Bold" panose="00000800000000000000" charset="0"/>
      <p:regular r:id="rId58"/>
    </p:embeddedFont>
    <p:embeddedFont>
      <p:font typeface="Poppins Medium" panose="00000600000000000000" pitchFamily="2" charset="0"/>
      <p:regular r:id="rId59"/>
      <p:italic r:id="rId60"/>
    </p:embeddedFont>
    <p:embeddedFont>
      <p:font typeface="Roboto" panose="02000000000000000000" pitchFamily="2" charset="0"/>
      <p:regular r:id="rId61"/>
      <p:bold r:id="rId62"/>
      <p:italic r:id="rId63"/>
      <p:boldItalic r:id="rId6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5226"/>
    <a:srgbClr val="0CC0DF"/>
    <a:srgbClr val="FF0066"/>
    <a:srgbClr val="1B1F23"/>
    <a:srgbClr val="060F20"/>
    <a:srgbClr val="CB6CE6"/>
    <a:srgbClr val="66CCFF"/>
    <a:srgbClr val="409A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22" autoAdjust="0"/>
  </p:normalViewPr>
  <p:slideViewPr>
    <p:cSldViewPr>
      <p:cViewPr>
        <p:scale>
          <a:sx n="66" d="100"/>
          <a:sy n="66" d="100"/>
        </p:scale>
        <p:origin x="408" y="3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63" Type="http://schemas.openxmlformats.org/officeDocument/2006/relationships/font" Target="fonts/font16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1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64" Type="http://schemas.openxmlformats.org/officeDocument/2006/relationships/font" Target="fonts/font17.fntdata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2.fntdata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62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Relationship Id="rId60" Type="http://schemas.openxmlformats.org/officeDocument/2006/relationships/font" Target="fonts/font13.fntdata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539741-EA90-40F1-8F69-A982E86F8F0D}" type="datetimeFigureOut">
              <a:rPr lang="es-MX" smtClean="0"/>
              <a:t>04/08/2026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23BC2B-1F62-4E43-A4AA-9EA4DC9C783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5546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Para ver todos los </a:t>
            </a:r>
            <a:r>
              <a:rPr lang="es-MX" dirty="0" err="1"/>
              <a:t>commits</a:t>
            </a:r>
            <a:r>
              <a:rPr lang="es-MX" dirty="0"/>
              <a:t> de todas las ramas que no tengo: git log --</a:t>
            </a:r>
            <a:r>
              <a:rPr lang="es-MX" dirty="0" err="1"/>
              <a:t>all</a:t>
            </a:r>
            <a:r>
              <a:rPr lang="es-MX" dirty="0"/>
              <a:t> --</a:t>
            </a:r>
            <a:r>
              <a:rPr lang="es-MX" dirty="0" err="1"/>
              <a:t>graph</a:t>
            </a:r>
            <a:r>
              <a:rPr lang="es-MX" dirty="0"/>
              <a:t> --</a:t>
            </a:r>
            <a:r>
              <a:rPr lang="es-MX" dirty="0" err="1"/>
              <a:t>oneline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3BC2B-1F62-4E43-A4AA-9EA4DC9C783E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67668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48EF3-B8AA-86C3-DE0B-162086B40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C71098C-7DB6-2A00-EF57-DC1031C61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60E2ED8-A12F-3E33-E00E-FA9ABE660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Para ver todos los </a:t>
            </a:r>
            <a:r>
              <a:rPr lang="es-MX" dirty="0" err="1"/>
              <a:t>commits</a:t>
            </a:r>
            <a:r>
              <a:rPr lang="es-MX" dirty="0"/>
              <a:t> de todas las ramas que no tengo: git log --</a:t>
            </a:r>
            <a:r>
              <a:rPr lang="es-MX" dirty="0" err="1"/>
              <a:t>all</a:t>
            </a:r>
            <a:r>
              <a:rPr lang="es-MX" dirty="0"/>
              <a:t> --</a:t>
            </a:r>
            <a:r>
              <a:rPr lang="es-MX" dirty="0" err="1"/>
              <a:t>graph</a:t>
            </a:r>
            <a:r>
              <a:rPr lang="es-MX" dirty="0"/>
              <a:t> --</a:t>
            </a:r>
            <a:r>
              <a:rPr lang="es-MX" dirty="0" err="1"/>
              <a:t>oneline</a:t>
            </a:r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7A895E-2076-69B7-F2BB-DFF751F6B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3BC2B-1F62-4E43-A4AA-9EA4DC9C783E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2971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92C6B-AED0-406D-8737-7E793454E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4683E79-BB36-ACB2-AB82-34990A837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9D895AE-1E63-540C-8CFB-19E978313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Para ver todos los </a:t>
            </a:r>
            <a:r>
              <a:rPr lang="es-MX" dirty="0" err="1"/>
              <a:t>commits</a:t>
            </a:r>
            <a:r>
              <a:rPr lang="es-MX" dirty="0"/>
              <a:t> de todas las ramas que no tengo: git log --</a:t>
            </a:r>
            <a:r>
              <a:rPr lang="es-MX" dirty="0" err="1"/>
              <a:t>all</a:t>
            </a:r>
            <a:r>
              <a:rPr lang="es-MX" dirty="0"/>
              <a:t> --</a:t>
            </a:r>
            <a:r>
              <a:rPr lang="es-MX" dirty="0" err="1"/>
              <a:t>graph</a:t>
            </a:r>
            <a:r>
              <a:rPr lang="es-MX" dirty="0"/>
              <a:t> --</a:t>
            </a:r>
            <a:r>
              <a:rPr lang="es-MX" dirty="0" err="1"/>
              <a:t>oneline</a:t>
            </a:r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5C2F52-751C-F3FA-D300-16DDF68FE3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3BC2B-1F62-4E43-A4AA-9EA4DC9C783E}" type="slidenum">
              <a:rPr lang="es-MX" smtClean="0"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69965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083C6-458D-47B6-FA1D-778748F5A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D6FEC2D-8919-A1A9-5597-C4D7B98E0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D0B9D2F-AEE5-7AF8-0929-EDB506133A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Para ver todos los </a:t>
            </a:r>
            <a:r>
              <a:rPr lang="es-MX" dirty="0" err="1"/>
              <a:t>commits</a:t>
            </a:r>
            <a:r>
              <a:rPr lang="es-MX" dirty="0"/>
              <a:t> de todas las ramas que no tengo: git log --</a:t>
            </a:r>
            <a:r>
              <a:rPr lang="es-MX" dirty="0" err="1"/>
              <a:t>all</a:t>
            </a:r>
            <a:r>
              <a:rPr lang="es-MX" dirty="0"/>
              <a:t> --</a:t>
            </a:r>
            <a:r>
              <a:rPr lang="es-MX" dirty="0" err="1"/>
              <a:t>graph</a:t>
            </a:r>
            <a:r>
              <a:rPr lang="es-MX" dirty="0"/>
              <a:t> --</a:t>
            </a:r>
            <a:r>
              <a:rPr lang="es-MX" dirty="0" err="1"/>
              <a:t>oneline</a:t>
            </a:r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25CAC2-A8E4-5E02-80EA-58A2643DE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3BC2B-1F62-4E43-A4AA-9EA4DC9C783E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77439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5CA99-7882-E833-ECA2-A6343574C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D8F6A5E-41E7-59F8-A89E-5C4C31287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90ACF47-7544-A041-8F18-5DF2ACED6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Para ver todos los </a:t>
            </a:r>
            <a:r>
              <a:rPr lang="es-MX" dirty="0" err="1"/>
              <a:t>commits</a:t>
            </a:r>
            <a:r>
              <a:rPr lang="es-MX" dirty="0"/>
              <a:t> de todas las ramas que no tengo: git log --</a:t>
            </a:r>
            <a:r>
              <a:rPr lang="es-MX" dirty="0" err="1"/>
              <a:t>all</a:t>
            </a:r>
            <a:r>
              <a:rPr lang="es-MX" dirty="0"/>
              <a:t> --</a:t>
            </a:r>
            <a:r>
              <a:rPr lang="es-MX" dirty="0" err="1"/>
              <a:t>graph</a:t>
            </a:r>
            <a:r>
              <a:rPr lang="es-MX" dirty="0"/>
              <a:t> --</a:t>
            </a:r>
            <a:r>
              <a:rPr lang="es-MX" dirty="0" err="1"/>
              <a:t>oneline</a:t>
            </a:r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6A3E2D-4AB4-574B-0733-E30243217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3BC2B-1F62-4E43-A4AA-9EA4DC9C783E}" type="slidenum">
              <a:rPr lang="es-MX" smtClean="0"/>
              <a:t>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83181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F2980-91D1-026F-899F-63440D78B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857872A-790B-B57E-7A87-6BA7617AED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2237A0-D35F-3CC1-247D-0422D930E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Para ver todos los </a:t>
            </a:r>
            <a:r>
              <a:rPr lang="es-MX" dirty="0" err="1"/>
              <a:t>commits</a:t>
            </a:r>
            <a:r>
              <a:rPr lang="es-MX" dirty="0"/>
              <a:t> de todas las ramas que no tengo: git log --</a:t>
            </a:r>
            <a:r>
              <a:rPr lang="es-MX" dirty="0" err="1"/>
              <a:t>all</a:t>
            </a:r>
            <a:r>
              <a:rPr lang="es-MX" dirty="0"/>
              <a:t> --</a:t>
            </a:r>
            <a:r>
              <a:rPr lang="es-MX" dirty="0" err="1"/>
              <a:t>graph</a:t>
            </a:r>
            <a:r>
              <a:rPr lang="es-MX" dirty="0"/>
              <a:t> --</a:t>
            </a:r>
            <a:r>
              <a:rPr lang="es-MX" dirty="0" err="1"/>
              <a:t>oneline</a:t>
            </a:r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B93085-ADC9-2C17-AB26-75F8918E9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3BC2B-1F62-4E43-A4AA-9EA4DC9C783E}" type="slidenum">
              <a:rPr lang="es-MX" smtClean="0"/>
              <a:t>23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2078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9FB6B-CCB5-ADB4-CA4E-E977F2F61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AC8F9DD-A18F-BC3F-CB14-01D2C0EC0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FC98536-D02E-743D-7EE2-47900816D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Para ver todos los </a:t>
            </a:r>
            <a:r>
              <a:rPr lang="es-MX" dirty="0" err="1"/>
              <a:t>commits</a:t>
            </a:r>
            <a:r>
              <a:rPr lang="es-MX" dirty="0"/>
              <a:t> de todas las ramas que no tengo: git log --</a:t>
            </a:r>
            <a:r>
              <a:rPr lang="es-MX" dirty="0" err="1"/>
              <a:t>all</a:t>
            </a:r>
            <a:r>
              <a:rPr lang="es-MX" dirty="0"/>
              <a:t> --</a:t>
            </a:r>
            <a:r>
              <a:rPr lang="es-MX" dirty="0" err="1"/>
              <a:t>graph</a:t>
            </a:r>
            <a:r>
              <a:rPr lang="es-MX" dirty="0"/>
              <a:t> --</a:t>
            </a:r>
            <a:r>
              <a:rPr lang="es-MX" dirty="0" err="1"/>
              <a:t>oneline</a:t>
            </a:r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A14146-7551-F82E-EC9F-AE021E8A0D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3BC2B-1F62-4E43-A4AA-9EA4DC9C783E}" type="slidenum">
              <a:rPr lang="es-MX" smtClean="0"/>
              <a:t>24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9237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B38BD-86A4-A0FE-7E69-6FE00BF8B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4B38013-0B49-58C6-55DD-4FE29FCF6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5C3F2E9-F284-8B48-36A9-4CF2E3B83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Para ver todos los </a:t>
            </a:r>
            <a:r>
              <a:rPr lang="es-MX" dirty="0" err="1"/>
              <a:t>commits</a:t>
            </a:r>
            <a:r>
              <a:rPr lang="es-MX" dirty="0"/>
              <a:t> de todas las ramas que no tengo: git log --</a:t>
            </a:r>
            <a:r>
              <a:rPr lang="es-MX" dirty="0" err="1"/>
              <a:t>all</a:t>
            </a:r>
            <a:r>
              <a:rPr lang="es-MX" dirty="0"/>
              <a:t> --</a:t>
            </a:r>
            <a:r>
              <a:rPr lang="es-MX" dirty="0" err="1"/>
              <a:t>graph</a:t>
            </a:r>
            <a:r>
              <a:rPr lang="es-MX" dirty="0"/>
              <a:t> --</a:t>
            </a:r>
            <a:r>
              <a:rPr lang="es-MX" dirty="0" err="1"/>
              <a:t>oneline</a:t>
            </a:r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2BC2CC-682C-3BBF-AB3E-284C7AD267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3BC2B-1F62-4E43-A4AA-9EA4DC9C783E}" type="slidenum">
              <a:rPr lang="es-MX" smtClean="0"/>
              <a:t>25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78531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BB61A-04D2-E8D7-DE61-BE2080889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966F50F-22B7-8C63-F5A1-F3E57409A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E17D6E8-6FEC-085F-9C44-FF779C17E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Para ver todos los </a:t>
            </a:r>
            <a:r>
              <a:rPr lang="es-MX" dirty="0" err="1"/>
              <a:t>commits</a:t>
            </a:r>
            <a:r>
              <a:rPr lang="es-MX" dirty="0"/>
              <a:t> de todas las ramas que no tengo: git log --</a:t>
            </a:r>
            <a:r>
              <a:rPr lang="es-MX" dirty="0" err="1"/>
              <a:t>all</a:t>
            </a:r>
            <a:r>
              <a:rPr lang="es-MX" dirty="0"/>
              <a:t> --</a:t>
            </a:r>
            <a:r>
              <a:rPr lang="es-MX" dirty="0" err="1"/>
              <a:t>graph</a:t>
            </a:r>
            <a:r>
              <a:rPr lang="es-MX" dirty="0"/>
              <a:t> --</a:t>
            </a:r>
            <a:r>
              <a:rPr lang="es-MX" dirty="0" err="1"/>
              <a:t>oneline</a:t>
            </a:r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CD30AC-6D23-3782-8453-33A90472CE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3BC2B-1F62-4E43-A4AA-9EA4DC9C783E}" type="slidenum">
              <a:rPr lang="es-MX" smtClean="0"/>
              <a:t>26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71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0.png"/><Relationship Id="rId4" Type="http://schemas.openxmlformats.org/officeDocument/2006/relationships/image" Target="../media/image2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0.png"/><Relationship Id="rId4" Type="http://schemas.openxmlformats.org/officeDocument/2006/relationships/image" Target="../media/image2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0.png"/><Relationship Id="rId4" Type="http://schemas.openxmlformats.org/officeDocument/2006/relationships/image" Target="../media/image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0.png"/><Relationship Id="rId4" Type="http://schemas.openxmlformats.org/officeDocument/2006/relationships/image" Target="../media/image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0.png"/><Relationship Id="rId4" Type="http://schemas.openxmlformats.org/officeDocument/2006/relationships/image" Target="../media/image2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10.png"/><Relationship Id="rId4" Type="http://schemas.openxmlformats.org/officeDocument/2006/relationships/image" Target="../media/image2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10.png"/><Relationship Id="rId4" Type="http://schemas.openxmlformats.org/officeDocument/2006/relationships/image" Target="../media/image2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10.png"/><Relationship Id="rId4" Type="http://schemas.openxmlformats.org/officeDocument/2006/relationships/image" Target="../media/image2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svg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hyperlink" Target="https://forms.gle/1zuQafXzVdP1KkMY8" TargetMode="Externa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2.svg"/><Relationship Id="rId7" Type="http://schemas.openxmlformats.org/officeDocument/2006/relationships/image" Target="../media/image3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2.svg"/><Relationship Id="rId7" Type="http://schemas.openxmlformats.org/officeDocument/2006/relationships/image" Target="../media/image3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2.svg"/><Relationship Id="rId7" Type="http://schemas.openxmlformats.org/officeDocument/2006/relationships/image" Target="../media/image3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2.svg"/><Relationship Id="rId7" Type="http://schemas.openxmlformats.org/officeDocument/2006/relationships/image" Target="../media/image3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2.svg"/><Relationship Id="rId7" Type="http://schemas.openxmlformats.org/officeDocument/2006/relationships/image" Target="../media/image3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4F02C4-A29E-0DF0-285E-D8473761C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747B55D-29B0-3660-6D5A-23AD8D85D848}"/>
              </a:ext>
            </a:extLst>
          </p:cNvPr>
          <p:cNvSpPr/>
          <p:nvPr/>
        </p:nvSpPr>
        <p:spPr>
          <a:xfrm>
            <a:off x="-20335" y="0"/>
            <a:ext cx="18308335" cy="10268856"/>
          </a:xfrm>
          <a:custGeom>
            <a:avLst/>
            <a:gdLst/>
            <a:ahLst/>
            <a:cxnLst/>
            <a:rect l="l" t="t" r="r" b="b"/>
            <a:pathLst>
              <a:path w="18308335" h="10268856">
                <a:moveTo>
                  <a:pt x="0" y="0"/>
                </a:moveTo>
                <a:lnTo>
                  <a:pt x="18308335" y="0"/>
                </a:lnTo>
                <a:lnTo>
                  <a:pt x="18308335" y="10268856"/>
                </a:lnTo>
                <a:lnTo>
                  <a:pt x="0" y="10268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15203" r="-7382" b="-12430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CB920CD-E1F7-1BD2-6EEA-85B997B6D718}"/>
              </a:ext>
            </a:extLst>
          </p:cNvPr>
          <p:cNvSpPr/>
          <p:nvPr/>
        </p:nvSpPr>
        <p:spPr>
          <a:xfrm>
            <a:off x="15382950" y="-454626"/>
            <a:ext cx="2905050" cy="4827122"/>
          </a:xfrm>
          <a:custGeom>
            <a:avLst/>
            <a:gdLst/>
            <a:ahLst/>
            <a:cxnLst/>
            <a:rect l="l" t="t" r="r" b="b"/>
            <a:pathLst>
              <a:path w="2905050" h="4827122">
                <a:moveTo>
                  <a:pt x="0" y="0"/>
                </a:moveTo>
                <a:lnTo>
                  <a:pt x="2905050" y="0"/>
                </a:lnTo>
                <a:lnTo>
                  <a:pt x="2905050" y="4827123"/>
                </a:lnTo>
                <a:lnTo>
                  <a:pt x="0" y="4827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1B6C9F1-D922-695A-2342-5B788A03B8FD}"/>
              </a:ext>
            </a:extLst>
          </p:cNvPr>
          <p:cNvSpPr/>
          <p:nvPr/>
        </p:nvSpPr>
        <p:spPr>
          <a:xfrm>
            <a:off x="15382950" y="634629"/>
            <a:ext cx="2905050" cy="4827122"/>
          </a:xfrm>
          <a:custGeom>
            <a:avLst/>
            <a:gdLst/>
            <a:ahLst/>
            <a:cxnLst/>
            <a:rect l="l" t="t" r="r" b="b"/>
            <a:pathLst>
              <a:path w="2905050" h="4827122">
                <a:moveTo>
                  <a:pt x="0" y="0"/>
                </a:moveTo>
                <a:lnTo>
                  <a:pt x="2905050" y="0"/>
                </a:lnTo>
                <a:lnTo>
                  <a:pt x="2905050" y="4827122"/>
                </a:lnTo>
                <a:lnTo>
                  <a:pt x="0" y="4827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EBAB9C5-C9E3-3283-844A-81D166B24019}"/>
              </a:ext>
            </a:extLst>
          </p:cNvPr>
          <p:cNvSpPr/>
          <p:nvPr/>
        </p:nvSpPr>
        <p:spPr>
          <a:xfrm flipH="1">
            <a:off x="15754" y="0"/>
            <a:ext cx="2905050" cy="4827122"/>
          </a:xfrm>
          <a:custGeom>
            <a:avLst/>
            <a:gdLst/>
            <a:ahLst/>
            <a:cxnLst/>
            <a:rect l="l" t="t" r="r" b="b"/>
            <a:pathLst>
              <a:path w="2905050" h="4827122">
                <a:moveTo>
                  <a:pt x="2905050" y="0"/>
                </a:moveTo>
                <a:lnTo>
                  <a:pt x="0" y="0"/>
                </a:lnTo>
                <a:lnTo>
                  <a:pt x="0" y="4827122"/>
                </a:lnTo>
                <a:lnTo>
                  <a:pt x="2905050" y="4827122"/>
                </a:lnTo>
                <a:lnTo>
                  <a:pt x="290505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DDA6A3B-F25E-F3DA-12DC-314F17C406E2}"/>
              </a:ext>
            </a:extLst>
          </p:cNvPr>
          <p:cNvSpPr/>
          <p:nvPr/>
        </p:nvSpPr>
        <p:spPr>
          <a:xfrm flipH="1">
            <a:off x="15754" y="1167173"/>
            <a:ext cx="2905050" cy="4827122"/>
          </a:xfrm>
          <a:custGeom>
            <a:avLst/>
            <a:gdLst/>
            <a:ahLst/>
            <a:cxnLst/>
            <a:rect l="l" t="t" r="r" b="b"/>
            <a:pathLst>
              <a:path w="2905050" h="4827122">
                <a:moveTo>
                  <a:pt x="2905050" y="0"/>
                </a:moveTo>
                <a:lnTo>
                  <a:pt x="0" y="0"/>
                </a:lnTo>
                <a:lnTo>
                  <a:pt x="0" y="4827123"/>
                </a:lnTo>
                <a:lnTo>
                  <a:pt x="2905050" y="4827123"/>
                </a:lnTo>
                <a:lnTo>
                  <a:pt x="290505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9C5A67FB-2289-7EEA-1762-A562B9DFF5B3}"/>
              </a:ext>
            </a:extLst>
          </p:cNvPr>
          <p:cNvGrpSpPr/>
          <p:nvPr/>
        </p:nvGrpSpPr>
        <p:grpSpPr>
          <a:xfrm>
            <a:off x="2920804" y="1349508"/>
            <a:ext cx="5714206" cy="3061070"/>
            <a:chOff x="0" y="0"/>
            <a:chExt cx="1504976" cy="80620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B395241-F702-DF5B-D6DC-47A570A7CA92}"/>
                </a:ext>
              </a:extLst>
            </p:cNvPr>
            <p:cNvSpPr/>
            <p:nvPr/>
          </p:nvSpPr>
          <p:spPr>
            <a:xfrm>
              <a:off x="0" y="0"/>
              <a:ext cx="1504976" cy="806208"/>
            </a:xfrm>
            <a:custGeom>
              <a:avLst/>
              <a:gdLst/>
              <a:ahLst/>
              <a:cxnLst/>
              <a:rect l="l" t="t" r="r" b="b"/>
              <a:pathLst>
                <a:path w="1504976" h="806208">
                  <a:moveTo>
                    <a:pt x="135485" y="0"/>
                  </a:moveTo>
                  <a:lnTo>
                    <a:pt x="1369491" y="0"/>
                  </a:lnTo>
                  <a:cubicBezTo>
                    <a:pt x="1405424" y="0"/>
                    <a:pt x="1439885" y="14274"/>
                    <a:pt x="1465293" y="39683"/>
                  </a:cubicBezTo>
                  <a:cubicBezTo>
                    <a:pt x="1490702" y="65091"/>
                    <a:pt x="1504976" y="99552"/>
                    <a:pt x="1504976" y="135485"/>
                  </a:cubicBezTo>
                  <a:lnTo>
                    <a:pt x="1504976" y="670722"/>
                  </a:lnTo>
                  <a:cubicBezTo>
                    <a:pt x="1504976" y="706655"/>
                    <a:pt x="1490702" y="741117"/>
                    <a:pt x="1465293" y="766525"/>
                  </a:cubicBezTo>
                  <a:cubicBezTo>
                    <a:pt x="1439885" y="791934"/>
                    <a:pt x="1405424" y="806208"/>
                    <a:pt x="1369491" y="806208"/>
                  </a:cubicBezTo>
                  <a:lnTo>
                    <a:pt x="135485" y="806208"/>
                  </a:lnTo>
                  <a:cubicBezTo>
                    <a:pt x="99552" y="806208"/>
                    <a:pt x="65091" y="791934"/>
                    <a:pt x="39683" y="766525"/>
                  </a:cubicBezTo>
                  <a:cubicBezTo>
                    <a:pt x="14274" y="741117"/>
                    <a:pt x="0" y="706655"/>
                    <a:pt x="0" y="670722"/>
                  </a:cubicBezTo>
                  <a:lnTo>
                    <a:pt x="0" y="135485"/>
                  </a:lnTo>
                  <a:cubicBezTo>
                    <a:pt x="0" y="99552"/>
                    <a:pt x="14274" y="65091"/>
                    <a:pt x="39683" y="39683"/>
                  </a:cubicBezTo>
                  <a:cubicBezTo>
                    <a:pt x="65091" y="14274"/>
                    <a:pt x="99552" y="0"/>
                    <a:pt x="135485" y="0"/>
                  </a:cubicBez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1AC310F-7D42-B8DE-A91A-CCC66E806BD2}"/>
                </a:ext>
              </a:extLst>
            </p:cNvPr>
            <p:cNvSpPr txBox="1"/>
            <p:nvPr/>
          </p:nvSpPr>
          <p:spPr>
            <a:xfrm>
              <a:off x="0" y="-19050"/>
              <a:ext cx="1504976" cy="825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B7C3690-0D77-B363-1EAE-4026D02FFA91}"/>
              </a:ext>
            </a:extLst>
          </p:cNvPr>
          <p:cNvGrpSpPr/>
          <p:nvPr/>
        </p:nvGrpSpPr>
        <p:grpSpPr>
          <a:xfrm>
            <a:off x="10234949" y="6571869"/>
            <a:ext cx="5148001" cy="2735686"/>
            <a:chOff x="0" y="0"/>
            <a:chExt cx="1355852" cy="72051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631EB0A-8338-E342-46EB-01F36A3D0F9B}"/>
                </a:ext>
              </a:extLst>
            </p:cNvPr>
            <p:cNvSpPr/>
            <p:nvPr/>
          </p:nvSpPr>
          <p:spPr>
            <a:xfrm>
              <a:off x="0" y="0"/>
              <a:ext cx="1355852" cy="720510"/>
            </a:xfrm>
            <a:custGeom>
              <a:avLst/>
              <a:gdLst/>
              <a:ahLst/>
              <a:cxnLst/>
              <a:rect l="l" t="t" r="r" b="b"/>
              <a:pathLst>
                <a:path w="1355852" h="720510">
                  <a:moveTo>
                    <a:pt x="150387" y="0"/>
                  </a:moveTo>
                  <a:lnTo>
                    <a:pt x="1205465" y="0"/>
                  </a:lnTo>
                  <a:cubicBezTo>
                    <a:pt x="1245350" y="0"/>
                    <a:pt x="1283602" y="15844"/>
                    <a:pt x="1311805" y="44047"/>
                  </a:cubicBezTo>
                  <a:cubicBezTo>
                    <a:pt x="1340008" y="72250"/>
                    <a:pt x="1355852" y="110502"/>
                    <a:pt x="1355852" y="150387"/>
                  </a:cubicBezTo>
                  <a:lnTo>
                    <a:pt x="1355852" y="570123"/>
                  </a:lnTo>
                  <a:cubicBezTo>
                    <a:pt x="1355852" y="653179"/>
                    <a:pt x="1288522" y="720510"/>
                    <a:pt x="1205465" y="720510"/>
                  </a:cubicBezTo>
                  <a:lnTo>
                    <a:pt x="150387" y="720510"/>
                  </a:lnTo>
                  <a:cubicBezTo>
                    <a:pt x="67331" y="720510"/>
                    <a:pt x="0" y="653179"/>
                    <a:pt x="0" y="570123"/>
                  </a:cubicBezTo>
                  <a:lnTo>
                    <a:pt x="0" y="150387"/>
                  </a:lnTo>
                  <a:cubicBezTo>
                    <a:pt x="0" y="67331"/>
                    <a:pt x="67331" y="0"/>
                    <a:pt x="150387" y="0"/>
                  </a:cubicBez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D6E5A759-CB12-E114-26A8-0D3A1888610F}"/>
                </a:ext>
              </a:extLst>
            </p:cNvPr>
            <p:cNvSpPr txBox="1"/>
            <p:nvPr/>
          </p:nvSpPr>
          <p:spPr>
            <a:xfrm>
              <a:off x="0" y="-19050"/>
              <a:ext cx="1355852" cy="739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3" name="Freeform 13">
            <a:extLst>
              <a:ext uri="{FF2B5EF4-FFF2-40B4-BE49-F238E27FC236}">
                <a16:creationId xmlns:a16="http://schemas.microsoft.com/office/drawing/2014/main" id="{52A65C96-787B-87E7-93AA-DEB185F1C2F7}"/>
              </a:ext>
            </a:extLst>
          </p:cNvPr>
          <p:cNvSpPr/>
          <p:nvPr/>
        </p:nvSpPr>
        <p:spPr>
          <a:xfrm>
            <a:off x="3268790" y="1789947"/>
            <a:ext cx="2180194" cy="2180194"/>
          </a:xfrm>
          <a:custGeom>
            <a:avLst/>
            <a:gdLst/>
            <a:ahLst/>
            <a:cxnLst/>
            <a:rect l="l" t="t" r="r" b="b"/>
            <a:pathLst>
              <a:path w="2180194" h="2180194">
                <a:moveTo>
                  <a:pt x="0" y="0"/>
                </a:moveTo>
                <a:lnTo>
                  <a:pt x="2180194" y="0"/>
                </a:lnTo>
                <a:lnTo>
                  <a:pt x="2180194" y="2180193"/>
                </a:lnTo>
                <a:lnTo>
                  <a:pt x="0" y="2180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5C7921EB-F878-D052-0033-3936D80EC3C5}"/>
              </a:ext>
            </a:extLst>
          </p:cNvPr>
          <p:cNvSpPr/>
          <p:nvPr/>
        </p:nvSpPr>
        <p:spPr>
          <a:xfrm>
            <a:off x="13665684" y="7320164"/>
            <a:ext cx="1266733" cy="1239096"/>
          </a:xfrm>
          <a:custGeom>
            <a:avLst/>
            <a:gdLst/>
            <a:ahLst/>
            <a:cxnLst/>
            <a:rect l="l" t="t" r="r" b="b"/>
            <a:pathLst>
              <a:path w="1266733" h="1239096">
                <a:moveTo>
                  <a:pt x="0" y="0"/>
                </a:moveTo>
                <a:lnTo>
                  <a:pt x="1266733" y="0"/>
                </a:lnTo>
                <a:lnTo>
                  <a:pt x="1266733" y="1239096"/>
                </a:lnTo>
                <a:lnTo>
                  <a:pt x="0" y="12390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7057F4E-3882-D08B-7AA1-2B000BC138F5}"/>
              </a:ext>
            </a:extLst>
          </p:cNvPr>
          <p:cNvSpPr txBox="1"/>
          <p:nvPr/>
        </p:nvSpPr>
        <p:spPr>
          <a:xfrm>
            <a:off x="5214928" y="805223"/>
            <a:ext cx="3420082" cy="3242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34"/>
              </a:lnSpc>
            </a:pPr>
            <a:r>
              <a:rPr lang="en-US" sz="1895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git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EB8952D-37F2-06D2-6285-D037B68305B9}"/>
              </a:ext>
            </a:extLst>
          </p:cNvPr>
          <p:cNvSpPr txBox="1"/>
          <p:nvPr/>
        </p:nvSpPr>
        <p:spPr>
          <a:xfrm>
            <a:off x="6668475" y="4457583"/>
            <a:ext cx="4930715" cy="1952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00"/>
              </a:lnSpc>
            </a:pPr>
            <a:r>
              <a:rPr lang="en-US" sz="10785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DESDE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E3CC4A5-CFD8-48AB-3926-70198852C219}"/>
              </a:ext>
            </a:extLst>
          </p:cNvPr>
          <p:cNvSpPr txBox="1"/>
          <p:nvPr/>
        </p:nvSpPr>
        <p:spPr>
          <a:xfrm>
            <a:off x="10660452" y="6867909"/>
            <a:ext cx="4722498" cy="1924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26"/>
              </a:lnSpc>
            </a:pPr>
            <a:r>
              <a:rPr lang="en-US" sz="11232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CER</a:t>
            </a:r>
          </a:p>
        </p:txBody>
      </p:sp>
      <p:grpSp>
        <p:nvGrpSpPr>
          <p:cNvPr id="29" name="Group 10">
            <a:extLst>
              <a:ext uri="{FF2B5EF4-FFF2-40B4-BE49-F238E27FC236}">
                <a16:creationId xmlns:a16="http://schemas.microsoft.com/office/drawing/2014/main" id="{BE251E03-4EBD-12FC-451C-37AF9234F19A}"/>
              </a:ext>
            </a:extLst>
          </p:cNvPr>
          <p:cNvGrpSpPr/>
          <p:nvPr/>
        </p:nvGrpSpPr>
        <p:grpSpPr>
          <a:xfrm>
            <a:off x="-228601" y="8792440"/>
            <a:ext cx="2905050" cy="1773321"/>
            <a:chOff x="0" y="0"/>
            <a:chExt cx="1355852" cy="720510"/>
          </a:xfrm>
        </p:grpSpPr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2EF223D0-1E1F-DBCF-758B-D79CC002D019}"/>
                </a:ext>
              </a:extLst>
            </p:cNvPr>
            <p:cNvSpPr/>
            <p:nvPr/>
          </p:nvSpPr>
          <p:spPr>
            <a:xfrm>
              <a:off x="0" y="0"/>
              <a:ext cx="1355852" cy="720510"/>
            </a:xfrm>
            <a:custGeom>
              <a:avLst/>
              <a:gdLst/>
              <a:ahLst/>
              <a:cxnLst/>
              <a:rect l="l" t="t" r="r" b="b"/>
              <a:pathLst>
                <a:path w="1355852" h="720510">
                  <a:moveTo>
                    <a:pt x="150387" y="0"/>
                  </a:moveTo>
                  <a:lnTo>
                    <a:pt x="1205465" y="0"/>
                  </a:lnTo>
                  <a:cubicBezTo>
                    <a:pt x="1245350" y="0"/>
                    <a:pt x="1283602" y="15844"/>
                    <a:pt x="1311805" y="44047"/>
                  </a:cubicBezTo>
                  <a:cubicBezTo>
                    <a:pt x="1340008" y="72250"/>
                    <a:pt x="1355852" y="110502"/>
                    <a:pt x="1355852" y="150387"/>
                  </a:cubicBezTo>
                  <a:lnTo>
                    <a:pt x="1355852" y="570123"/>
                  </a:lnTo>
                  <a:cubicBezTo>
                    <a:pt x="1355852" y="653179"/>
                    <a:pt x="1288522" y="720510"/>
                    <a:pt x="1205465" y="720510"/>
                  </a:cubicBezTo>
                  <a:lnTo>
                    <a:pt x="150387" y="720510"/>
                  </a:lnTo>
                  <a:cubicBezTo>
                    <a:pt x="67331" y="720510"/>
                    <a:pt x="0" y="653179"/>
                    <a:pt x="0" y="570123"/>
                  </a:cubicBezTo>
                  <a:lnTo>
                    <a:pt x="0" y="150387"/>
                  </a:lnTo>
                  <a:cubicBezTo>
                    <a:pt x="0" y="67331"/>
                    <a:pt x="67331" y="0"/>
                    <a:pt x="150387" y="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F38AD181-31C5-A8C5-A681-B1A94FFE3167}"/>
                </a:ext>
              </a:extLst>
            </p:cNvPr>
            <p:cNvSpPr txBox="1"/>
            <p:nvPr/>
          </p:nvSpPr>
          <p:spPr>
            <a:xfrm>
              <a:off x="0" y="-19050"/>
              <a:ext cx="1355852" cy="739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pic>
        <p:nvPicPr>
          <p:cNvPr id="19" name="Imagen 18">
            <a:extLst>
              <a:ext uri="{FF2B5EF4-FFF2-40B4-BE49-F238E27FC236}">
                <a16:creationId xmlns:a16="http://schemas.microsoft.com/office/drawing/2014/main" id="{0CB89414-C9D3-DB45-9FDF-199B34526A2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77" y="8559260"/>
            <a:ext cx="1901694" cy="1901694"/>
          </a:xfrm>
          <a:prstGeom prst="rect">
            <a:avLst/>
          </a:prstGeom>
        </p:spPr>
      </p:pic>
      <p:sp>
        <p:nvSpPr>
          <p:cNvPr id="20" name="TextBox 16">
            <a:extLst>
              <a:ext uri="{FF2B5EF4-FFF2-40B4-BE49-F238E27FC236}">
                <a16:creationId xmlns:a16="http://schemas.microsoft.com/office/drawing/2014/main" id="{C745A778-80F4-EDE3-91F5-A860CC7E1E71}"/>
              </a:ext>
            </a:extLst>
          </p:cNvPr>
          <p:cNvSpPr txBox="1"/>
          <p:nvPr/>
        </p:nvSpPr>
        <p:spPr>
          <a:xfrm>
            <a:off x="1599625" y="8521160"/>
            <a:ext cx="3849359" cy="1610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100"/>
              </a:lnSpc>
            </a:pPr>
            <a:r>
              <a:rPr lang="en-US" sz="4400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Día 3</a:t>
            </a:r>
          </a:p>
        </p:txBody>
      </p:sp>
    </p:spTree>
    <p:extLst>
      <p:ext uri="{BB962C8B-B14F-4D97-AF65-F5344CB8AC3E}">
        <p14:creationId xmlns:p14="http://schemas.microsoft.com/office/powerpoint/2010/main" val="3080102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4636C8-559F-9673-478A-0C4457B26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01FBF9F-082B-6B5F-CD7E-1F3414029490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4B0FFE1-CEF1-F3F9-E52D-696ED7CC7230}"/>
              </a:ext>
            </a:extLst>
          </p:cNvPr>
          <p:cNvSpPr txBox="1"/>
          <p:nvPr/>
        </p:nvSpPr>
        <p:spPr>
          <a:xfrm>
            <a:off x="1028700" y="4059309"/>
            <a:ext cx="9791700" cy="2359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08"/>
              </a:lnSpc>
            </a:pPr>
            <a:r>
              <a:rPr lang="en-US" sz="96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DESCARGAR CAMBIOS 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FE84CFA-50B6-478C-541B-F38DADB9B7CB}"/>
              </a:ext>
            </a:extLst>
          </p:cNvPr>
          <p:cNvSpPr/>
          <p:nvPr/>
        </p:nvSpPr>
        <p:spPr>
          <a:xfrm>
            <a:off x="16591623" y="4178664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5" y="0"/>
                </a:lnTo>
                <a:lnTo>
                  <a:pt x="2773815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FEC1AE9-1D5B-FEE5-60B2-1726B8D32FAE}"/>
              </a:ext>
            </a:extLst>
          </p:cNvPr>
          <p:cNvSpPr/>
          <p:nvPr/>
        </p:nvSpPr>
        <p:spPr>
          <a:xfrm>
            <a:off x="16467377" y="566559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329A31A-9565-9B1B-1432-D9B6ECEC4BA4}"/>
              </a:ext>
            </a:extLst>
          </p:cNvPr>
          <p:cNvGrpSpPr/>
          <p:nvPr/>
        </p:nvGrpSpPr>
        <p:grpSpPr>
          <a:xfrm>
            <a:off x="10551309" y="5708718"/>
            <a:ext cx="3549582" cy="3549582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CDB568A-9938-9EE4-6E5C-FDB4E774AF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t="-15513" r="-112750" b="-17166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4FE3F9CE-80E1-97BD-4BAC-93C89E09253C}"/>
              </a:ext>
            </a:extLst>
          </p:cNvPr>
          <p:cNvGrpSpPr/>
          <p:nvPr/>
        </p:nvGrpSpPr>
        <p:grpSpPr>
          <a:xfrm>
            <a:off x="12091966" y="1971108"/>
            <a:ext cx="5167334" cy="5167334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0D49875-0DB8-F728-EE0B-5AAC3271869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9285" r="-39285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C464EC-E0CB-A089-2A1E-6DB064484471}"/>
              </a:ext>
            </a:extLst>
          </p:cNvPr>
          <p:cNvGrpSpPr/>
          <p:nvPr/>
        </p:nvGrpSpPr>
        <p:grpSpPr>
          <a:xfrm>
            <a:off x="10551309" y="1028700"/>
            <a:ext cx="2741950" cy="2741950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C75050A-5951-2975-F800-3387842F331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6513" t="-32862" r="-37426" b="-41077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F0FE1687-A7F7-9E63-116D-DF86C21A34B8}"/>
              </a:ext>
            </a:extLst>
          </p:cNvPr>
          <p:cNvSpPr txBox="1"/>
          <p:nvPr/>
        </p:nvSpPr>
        <p:spPr>
          <a:xfrm>
            <a:off x="1028700" y="6963696"/>
            <a:ext cx="8115365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8000" b="1" dirty="0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git fetch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69F53E54-6CDB-1846-3316-6E36DE5A9AE1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4E352E35-07E2-FA65-C3B3-E53B82E50A0D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876308DD-94A9-315A-1B85-79ED99996DE1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9" name="TextBox 12">
                <a:extLst>
                  <a:ext uri="{FF2B5EF4-FFF2-40B4-BE49-F238E27FC236}">
                    <a16:creationId xmlns:a16="http://schemas.microsoft.com/office/drawing/2014/main" id="{CFB84276-1F35-637B-FC49-89F9E2ECADD4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230BFD26-8CF6-2579-86D2-CC62B2AA5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928312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D8CE19-AFB7-8D7D-9255-D77423976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5F333F2-BA10-7609-B83E-1767A9566864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78156F3-9BC6-6AD6-8FFC-FA7BDC8B5451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A3DBBCB-518C-3FAB-BE31-5DA4E53372AA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AB4EE0D-B3FB-F0FF-216D-B82DC19BC58E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94AB1BD1-3D79-1D7F-7020-059B2F9B98D3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2ED1A20-6E5D-7FEA-1498-7F054AA91E7A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557A291-F97E-8F1B-6475-8231B68C3171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22BDA12-D490-4AF3-32F8-EA8AE69CB573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9731CD5-7508-5EBA-1834-D9ED63BD126A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595BF21-0DD6-0A5D-533C-43B2563C3DBD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AFD7C65F-7575-2301-945B-986845E0700A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fetch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114F49DA-71A3-C319-1E06-EB18D4472F79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C72AE458-3602-ABF5-9A59-15B6E1A53F4E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AEBDEA32-801F-7F38-8B13-E8E871EDC6EF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E2D2C689-A9A3-975B-0DD6-917B3ACBD891}"/>
              </a:ext>
            </a:extLst>
          </p:cNvPr>
          <p:cNvSpPr txBox="1"/>
          <p:nvPr/>
        </p:nvSpPr>
        <p:spPr>
          <a:xfrm>
            <a:off x="5071158" y="975934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Descarga la información más reciente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 GitHub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hacia tu computadora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, pero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altera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, ni toca, ni mezcla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tus archivos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de trabajo actuales. 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DD1C6200-D0F2-C151-0495-757D7BBD5589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9B5B67B5-A359-079A-F436-1D70A22C93B8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655966BF-8C59-66EA-6220-5B8D5CC37D34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F2F7D9D8-4F2E-D647-AA34-948D50E4054C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F489513E-1748-35B8-64C6-251FFD169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grpSp>
        <p:nvGrpSpPr>
          <p:cNvPr id="121" name="Group 52">
            <a:extLst>
              <a:ext uri="{FF2B5EF4-FFF2-40B4-BE49-F238E27FC236}">
                <a16:creationId xmlns:a16="http://schemas.microsoft.com/office/drawing/2014/main" id="{CE5F43B6-1807-B3CB-C26C-CA9A2861520D}"/>
              </a:ext>
            </a:extLst>
          </p:cNvPr>
          <p:cNvGrpSpPr/>
          <p:nvPr/>
        </p:nvGrpSpPr>
        <p:grpSpPr>
          <a:xfrm>
            <a:off x="2104638" y="4671398"/>
            <a:ext cx="6592606" cy="960554"/>
            <a:chOff x="0" y="0"/>
            <a:chExt cx="2441105" cy="197645"/>
          </a:xfrm>
        </p:grpSpPr>
        <p:sp>
          <p:nvSpPr>
            <p:cNvPr id="122" name="Freeform 53">
              <a:extLst>
                <a:ext uri="{FF2B5EF4-FFF2-40B4-BE49-F238E27FC236}">
                  <a16:creationId xmlns:a16="http://schemas.microsoft.com/office/drawing/2014/main" id="{25A151A1-2FC1-F13E-E2CE-86C9E94FBA9E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23" name="TextBox 54">
              <a:extLst>
                <a:ext uri="{FF2B5EF4-FFF2-40B4-BE49-F238E27FC236}">
                  <a16:creationId xmlns:a16="http://schemas.microsoft.com/office/drawing/2014/main" id="{04224E1B-38CA-1039-FD78-149E76649318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24" name="TextBox 56">
            <a:extLst>
              <a:ext uri="{FF2B5EF4-FFF2-40B4-BE49-F238E27FC236}">
                <a16:creationId xmlns:a16="http://schemas.microsoft.com/office/drawing/2014/main" id="{6A502F95-878F-E498-4F34-94028EA9A43F}"/>
              </a:ext>
            </a:extLst>
          </p:cNvPr>
          <p:cNvSpPr txBox="1"/>
          <p:nvPr/>
        </p:nvSpPr>
        <p:spPr>
          <a:xfrm>
            <a:off x="2558505" y="4922575"/>
            <a:ext cx="4423183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fetch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35">
            <a:extLst>
              <a:ext uri="{FF2B5EF4-FFF2-40B4-BE49-F238E27FC236}">
                <a16:creationId xmlns:a16="http://schemas.microsoft.com/office/drawing/2014/main" id="{CBFA0D53-024B-5F31-5DC7-F457335E1FCC}"/>
              </a:ext>
            </a:extLst>
          </p:cNvPr>
          <p:cNvSpPr txBox="1"/>
          <p:nvPr/>
        </p:nvSpPr>
        <p:spPr>
          <a:xfrm>
            <a:off x="1489700" y="2666338"/>
            <a:ext cx="158013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Nos sirve para ver qué cambios se realizaron y decidir si se quieres combinarlos con tu rama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35">
            <a:extLst>
              <a:ext uri="{FF2B5EF4-FFF2-40B4-BE49-F238E27FC236}">
                <a16:creationId xmlns:a16="http://schemas.microsoft.com/office/drawing/2014/main" id="{C75012CE-114F-CAF4-1843-0B236EBC7102}"/>
              </a:ext>
            </a:extLst>
          </p:cNvPr>
          <p:cNvSpPr txBox="1"/>
          <p:nvPr/>
        </p:nvSpPr>
        <p:spPr>
          <a:xfrm>
            <a:off x="2123395" y="3538827"/>
            <a:ext cx="579689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Sintaxis y variaciones</a:t>
            </a:r>
            <a:endParaRPr lang="en-US" sz="2799" b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35">
            <a:extLst>
              <a:ext uri="{FF2B5EF4-FFF2-40B4-BE49-F238E27FC236}">
                <a16:creationId xmlns:a16="http://schemas.microsoft.com/office/drawing/2014/main" id="{5A8DF079-2046-EFDD-98B5-1AC3522A431E}"/>
              </a:ext>
            </a:extLst>
          </p:cNvPr>
          <p:cNvSpPr txBox="1"/>
          <p:nvPr/>
        </p:nvSpPr>
        <p:spPr>
          <a:xfrm>
            <a:off x="9336788" y="4475074"/>
            <a:ext cx="8133676" cy="147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Descarga los </a:t>
            </a: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cambios de todas las ramas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del repositorio remoto por defecto (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origin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</a:p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el más usado en el día a día.</a:t>
            </a:r>
          </a:p>
        </p:txBody>
      </p:sp>
      <p:grpSp>
        <p:nvGrpSpPr>
          <p:cNvPr id="20" name="Group 52">
            <a:extLst>
              <a:ext uri="{FF2B5EF4-FFF2-40B4-BE49-F238E27FC236}">
                <a16:creationId xmlns:a16="http://schemas.microsoft.com/office/drawing/2014/main" id="{BB59D425-54EB-3CBC-AAD9-E165DE641EEB}"/>
              </a:ext>
            </a:extLst>
          </p:cNvPr>
          <p:cNvGrpSpPr/>
          <p:nvPr/>
        </p:nvGrpSpPr>
        <p:grpSpPr>
          <a:xfrm>
            <a:off x="2123395" y="6571495"/>
            <a:ext cx="6592606" cy="960554"/>
            <a:chOff x="0" y="0"/>
            <a:chExt cx="2441105" cy="197645"/>
          </a:xfrm>
        </p:grpSpPr>
        <p:sp>
          <p:nvSpPr>
            <p:cNvPr id="21" name="Freeform 53">
              <a:extLst>
                <a:ext uri="{FF2B5EF4-FFF2-40B4-BE49-F238E27FC236}">
                  <a16:creationId xmlns:a16="http://schemas.microsoft.com/office/drawing/2014/main" id="{283D31B0-F208-C3DD-97FF-EA2FC63EFF6F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2" name="TextBox 54">
              <a:extLst>
                <a:ext uri="{FF2B5EF4-FFF2-40B4-BE49-F238E27FC236}">
                  <a16:creationId xmlns:a16="http://schemas.microsoft.com/office/drawing/2014/main" id="{3B5D55B6-DB71-A032-DCA6-018E40561349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25" name="TextBox 56">
            <a:extLst>
              <a:ext uri="{FF2B5EF4-FFF2-40B4-BE49-F238E27FC236}">
                <a16:creationId xmlns:a16="http://schemas.microsoft.com/office/drawing/2014/main" id="{B67B223C-F7AC-F42F-AA19-F43D6EC74569}"/>
              </a:ext>
            </a:extLst>
          </p:cNvPr>
          <p:cNvSpPr txBox="1"/>
          <p:nvPr/>
        </p:nvSpPr>
        <p:spPr>
          <a:xfrm>
            <a:off x="2577262" y="6822672"/>
            <a:ext cx="5880938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fetch origin 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nombre</a:t>
            </a: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-de-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35">
            <a:extLst>
              <a:ext uri="{FF2B5EF4-FFF2-40B4-BE49-F238E27FC236}">
                <a16:creationId xmlns:a16="http://schemas.microsoft.com/office/drawing/2014/main" id="{80A116BA-140A-8B95-7A01-A266009A29F5}"/>
              </a:ext>
            </a:extLst>
          </p:cNvPr>
          <p:cNvSpPr txBox="1"/>
          <p:nvPr/>
        </p:nvSpPr>
        <p:spPr>
          <a:xfrm>
            <a:off x="9351692" y="6571495"/>
            <a:ext cx="8133676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Solo descarga las actualizaciones de una </a:t>
            </a: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en </a:t>
            </a: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particular</a:t>
            </a:r>
          </a:p>
        </p:txBody>
      </p:sp>
      <p:sp>
        <p:nvSpPr>
          <p:cNvPr id="28" name="TextBox 35">
            <a:extLst>
              <a:ext uri="{FF2B5EF4-FFF2-40B4-BE49-F238E27FC236}">
                <a16:creationId xmlns:a16="http://schemas.microsoft.com/office/drawing/2014/main" id="{D637F817-CF51-3751-DE1D-F02D402E4C63}"/>
              </a:ext>
            </a:extLst>
          </p:cNvPr>
          <p:cNvSpPr txBox="1"/>
          <p:nvPr/>
        </p:nvSpPr>
        <p:spPr>
          <a:xfrm>
            <a:off x="1489700" y="8136727"/>
            <a:ext cx="11157791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F15226"/>
                </a:solidFill>
                <a:latin typeface="Poppins"/>
                <a:ea typeface="Poppins"/>
                <a:cs typeface="Poppins"/>
                <a:sym typeface="Poppins"/>
              </a:rPr>
              <a:t>Si no modifica nada, ¿dónde se descargan los cambios?</a:t>
            </a:r>
            <a:endParaRPr lang="en-US" sz="2799" b="1" spc="-75" dirty="0">
              <a:solidFill>
                <a:srgbClr val="F152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" name="TextBox 35">
            <a:extLst>
              <a:ext uri="{FF2B5EF4-FFF2-40B4-BE49-F238E27FC236}">
                <a16:creationId xmlns:a16="http://schemas.microsoft.com/office/drawing/2014/main" id="{8D913B54-442B-651F-ADDA-6CF399344B16}"/>
              </a:ext>
            </a:extLst>
          </p:cNvPr>
          <p:cNvSpPr txBox="1"/>
          <p:nvPr/>
        </p:nvSpPr>
        <p:spPr>
          <a:xfrm>
            <a:off x="1885236" y="8745799"/>
            <a:ext cx="158013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descarga los cambios y los guarda en la carpeta oculta .git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888914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build="allAtOnce"/>
      <p:bldP spid="14" grpId="0"/>
      <p:bldP spid="16" grpId="0"/>
      <p:bldP spid="25" grpId="0" build="allAtOnce"/>
      <p:bldP spid="26" grpId="0"/>
      <p:bldP spid="28" grpId="0"/>
      <p:bldP spid="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20A2C1-7088-EF50-62FF-A1BFD9365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42827EC-3AD7-5BAD-ED5E-86597AEA6AC6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4C1D9C8-48F4-D7F6-85A7-A22CF71678EE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B67F563-2F33-F3ED-A242-F86D5352D9F4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0B17B3E-93E2-A849-2261-56E998E92B59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22BF02D6-B69A-6461-5865-1590C7EB7A5E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229F9E8-81B5-A877-DB05-502CC4189669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0388BC4-27D0-D13D-0580-847F7A89C437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1A42FC1-9E1C-4E4D-4BC2-630982C8B736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2F59480-54D9-C836-D408-6C3F9E64A8C6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A6909F5-5896-1B55-93FC-9E88DF81ACCC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BAB5DC1-6960-D155-AABC-AAC7988D826E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fetch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39089B1-FDBF-1CCF-82DD-713B5DA9857C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C8ACAB45-AE0F-57A9-A3E4-09BF3C875A12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21B8DDEC-0EEE-6100-6562-4C942F948D6B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30FBB244-995C-3B1C-1B62-E03CD2E0E7E8}"/>
              </a:ext>
            </a:extLst>
          </p:cNvPr>
          <p:cNvSpPr txBox="1"/>
          <p:nvPr/>
        </p:nvSpPr>
        <p:spPr>
          <a:xfrm>
            <a:off x="5071158" y="975934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Descarga la información más reciente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 GitHub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hacia tu computadora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, pero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altera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, ni toca, ni mezcla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tus archivos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de trabajo actuales. 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05B89DBD-BA1F-4CA4-1197-9C111140BE59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78E06BF4-CEE7-89C4-4D1F-85D37C8F9CF4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CD330169-D489-38AA-085F-475C4CE8F468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BA2263C3-6428-0409-42F1-D6F2B9B09A46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6A52F709-0DD5-687B-4FE9-5C931CBF98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15" name="TextBox 22">
            <a:extLst>
              <a:ext uri="{FF2B5EF4-FFF2-40B4-BE49-F238E27FC236}">
                <a16:creationId xmlns:a16="http://schemas.microsoft.com/office/drawing/2014/main" id="{32323482-6819-42FD-C73D-F262B53E37AC}"/>
              </a:ext>
            </a:extLst>
          </p:cNvPr>
          <p:cNvSpPr txBox="1"/>
          <p:nvPr/>
        </p:nvSpPr>
        <p:spPr>
          <a:xfrm>
            <a:off x="1327782" y="5981404"/>
            <a:ext cx="3612844" cy="25454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grpSp>
        <p:nvGrpSpPr>
          <p:cNvPr id="23" name="Group 36">
            <a:extLst>
              <a:ext uri="{FF2B5EF4-FFF2-40B4-BE49-F238E27FC236}">
                <a16:creationId xmlns:a16="http://schemas.microsoft.com/office/drawing/2014/main" id="{BABAC403-B84D-D154-B092-A2D122AC5B74}"/>
              </a:ext>
            </a:extLst>
          </p:cNvPr>
          <p:cNvGrpSpPr/>
          <p:nvPr/>
        </p:nvGrpSpPr>
        <p:grpSpPr>
          <a:xfrm>
            <a:off x="409805" y="2344906"/>
            <a:ext cx="5133867" cy="7233815"/>
            <a:chOff x="0" y="0"/>
            <a:chExt cx="1351154" cy="731404"/>
          </a:xfrm>
        </p:grpSpPr>
        <p:sp>
          <p:nvSpPr>
            <p:cNvPr id="24" name="Freeform 37">
              <a:extLst>
                <a:ext uri="{FF2B5EF4-FFF2-40B4-BE49-F238E27FC236}">
                  <a16:creationId xmlns:a16="http://schemas.microsoft.com/office/drawing/2014/main" id="{CF2035AD-9186-97B8-44CC-370801BB75B3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9" name="TextBox 38">
              <a:extLst>
                <a:ext uri="{FF2B5EF4-FFF2-40B4-BE49-F238E27FC236}">
                  <a16:creationId xmlns:a16="http://schemas.microsoft.com/office/drawing/2014/main" id="{DF919547-C171-A019-77D5-826F880A5F59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6" name="TextBox 39">
            <a:extLst>
              <a:ext uri="{FF2B5EF4-FFF2-40B4-BE49-F238E27FC236}">
                <a16:creationId xmlns:a16="http://schemas.microsoft.com/office/drawing/2014/main" id="{E40CA014-156A-DFB5-00D4-5D166F665FAC}"/>
              </a:ext>
            </a:extLst>
          </p:cNvPr>
          <p:cNvSpPr txBox="1"/>
          <p:nvPr/>
        </p:nvSpPr>
        <p:spPr>
          <a:xfrm>
            <a:off x="711452" y="2583424"/>
            <a:ext cx="5201002" cy="5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Repositorio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remoto</a:t>
            </a:r>
            <a:endParaRPr lang="en-US" sz="3199" spc="-86" dirty="0">
              <a:solidFill>
                <a:srgbClr val="FF31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7" name="Group 40">
            <a:extLst>
              <a:ext uri="{FF2B5EF4-FFF2-40B4-BE49-F238E27FC236}">
                <a16:creationId xmlns:a16="http://schemas.microsoft.com/office/drawing/2014/main" id="{7D65851D-2931-668C-7633-A61D86E55B76}"/>
              </a:ext>
            </a:extLst>
          </p:cNvPr>
          <p:cNvGrpSpPr/>
          <p:nvPr/>
        </p:nvGrpSpPr>
        <p:grpSpPr>
          <a:xfrm>
            <a:off x="700919" y="3784649"/>
            <a:ext cx="4589012" cy="5585047"/>
            <a:chOff x="0" y="0"/>
            <a:chExt cx="1358522" cy="590257"/>
          </a:xfrm>
        </p:grpSpPr>
        <p:sp>
          <p:nvSpPr>
            <p:cNvPr id="38" name="Freeform 41">
              <a:extLst>
                <a:ext uri="{FF2B5EF4-FFF2-40B4-BE49-F238E27FC236}">
                  <a16:creationId xmlns:a16="http://schemas.microsoft.com/office/drawing/2014/main" id="{39E0738E-D387-672D-5B00-2E3470D789D4}"/>
                </a:ext>
              </a:extLst>
            </p:cNvPr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9" name="TextBox 42">
              <a:extLst>
                <a:ext uri="{FF2B5EF4-FFF2-40B4-BE49-F238E27FC236}">
                  <a16:creationId xmlns:a16="http://schemas.microsoft.com/office/drawing/2014/main" id="{94BC14FF-0FFB-9CEF-24A0-6BB7FB783A65}"/>
                </a:ext>
              </a:extLst>
            </p:cNvPr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3D5A7640-E947-DAB8-8FC6-0CC61A64A061}"/>
              </a:ext>
            </a:extLst>
          </p:cNvPr>
          <p:cNvGrpSpPr/>
          <p:nvPr/>
        </p:nvGrpSpPr>
        <p:grpSpPr>
          <a:xfrm>
            <a:off x="700919" y="4141328"/>
            <a:ext cx="5369360" cy="742727"/>
            <a:chOff x="11277600" y="1501245"/>
            <a:chExt cx="7277100" cy="1203855"/>
          </a:xfrm>
        </p:grpSpPr>
        <p:grpSp>
          <p:nvGrpSpPr>
            <p:cNvPr id="103" name="Group 9">
              <a:extLst>
                <a:ext uri="{FF2B5EF4-FFF2-40B4-BE49-F238E27FC236}">
                  <a16:creationId xmlns:a16="http://schemas.microsoft.com/office/drawing/2014/main" id="{F2F807DD-2D3A-EAEE-F911-4193DDA5B091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113" name="Freeform 10">
                <a:extLst>
                  <a:ext uri="{FF2B5EF4-FFF2-40B4-BE49-F238E27FC236}">
                    <a16:creationId xmlns:a16="http://schemas.microsoft.com/office/drawing/2014/main" id="{969C8804-BB9F-F6D6-7E29-8FDC7438FACB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14" name="TextBox 11">
                <a:extLst>
                  <a:ext uri="{FF2B5EF4-FFF2-40B4-BE49-F238E27FC236}">
                    <a16:creationId xmlns:a16="http://schemas.microsoft.com/office/drawing/2014/main" id="{40BBEE86-9321-3350-0239-9CA5AC39297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104" name="Grupo 103">
              <a:extLst>
                <a:ext uri="{FF2B5EF4-FFF2-40B4-BE49-F238E27FC236}">
                  <a16:creationId xmlns:a16="http://schemas.microsoft.com/office/drawing/2014/main" id="{FA6ABFA0-F4F5-D85B-EFDB-174EB7B47FF1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105" name="TextBox 14">
                <a:extLst>
                  <a:ext uri="{FF2B5EF4-FFF2-40B4-BE49-F238E27FC236}">
                    <a16:creationId xmlns:a16="http://schemas.microsoft.com/office/drawing/2014/main" id="{37A89570-E4B8-B6B8-5809-885169D67B4B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feature/mi-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rama</a:t>
                </a:r>
                <a:endParaRPr lang="en-US" sz="27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112" name="Imagen 111" descr="Git-branch - Free vector icons on creazilla.com">
                <a:extLst>
                  <a:ext uri="{FF2B5EF4-FFF2-40B4-BE49-F238E27FC236}">
                    <a16:creationId xmlns:a16="http://schemas.microsoft.com/office/drawing/2014/main" id="{3A8F4BEF-C256-DD29-CBF7-5AE7620715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115" name="Grupo 114">
            <a:extLst>
              <a:ext uri="{FF2B5EF4-FFF2-40B4-BE49-F238E27FC236}">
                <a16:creationId xmlns:a16="http://schemas.microsoft.com/office/drawing/2014/main" id="{D721A4D8-352A-60D7-0C29-58D851C96466}"/>
              </a:ext>
            </a:extLst>
          </p:cNvPr>
          <p:cNvGrpSpPr/>
          <p:nvPr/>
        </p:nvGrpSpPr>
        <p:grpSpPr>
          <a:xfrm>
            <a:off x="700918" y="3206886"/>
            <a:ext cx="4589013" cy="973670"/>
            <a:chOff x="709547" y="2145505"/>
            <a:chExt cx="4305059" cy="973670"/>
          </a:xfrm>
        </p:grpSpPr>
        <p:grpSp>
          <p:nvGrpSpPr>
            <p:cNvPr id="116" name="Group 9">
              <a:extLst>
                <a:ext uri="{FF2B5EF4-FFF2-40B4-BE49-F238E27FC236}">
                  <a16:creationId xmlns:a16="http://schemas.microsoft.com/office/drawing/2014/main" id="{1DADE849-D13E-642F-F816-02FC8F3B666C}"/>
                </a:ext>
              </a:extLst>
            </p:cNvPr>
            <p:cNvGrpSpPr/>
            <p:nvPr/>
          </p:nvGrpSpPr>
          <p:grpSpPr>
            <a:xfrm>
              <a:off x="709547" y="2145505"/>
              <a:ext cx="4305059" cy="973670"/>
              <a:chOff x="0" y="-47625"/>
              <a:chExt cx="2192869" cy="466725"/>
            </a:xfrm>
          </p:grpSpPr>
          <p:sp>
            <p:nvSpPr>
              <p:cNvPr id="119" name="Freeform 10">
                <a:extLst>
                  <a:ext uri="{FF2B5EF4-FFF2-40B4-BE49-F238E27FC236}">
                    <a16:creationId xmlns:a16="http://schemas.microsoft.com/office/drawing/2014/main" id="{A310AF02-B5BF-5A89-0C93-743254C1193D}"/>
                  </a:ext>
                </a:extLst>
              </p:cNvPr>
              <p:cNvSpPr/>
              <p:nvPr/>
            </p:nvSpPr>
            <p:spPr>
              <a:xfrm>
                <a:off x="0" y="0"/>
                <a:ext cx="2192869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20" name="TextBox 11">
                <a:extLst>
                  <a:ext uri="{FF2B5EF4-FFF2-40B4-BE49-F238E27FC236}">
                    <a16:creationId xmlns:a16="http://schemas.microsoft.com/office/drawing/2014/main" id="{B2B46BEB-0216-A035-13F4-DF4DD24F017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sp>
          <p:nvSpPr>
            <p:cNvPr id="117" name="TextBox 14">
              <a:extLst>
                <a:ext uri="{FF2B5EF4-FFF2-40B4-BE49-F238E27FC236}">
                  <a16:creationId xmlns:a16="http://schemas.microsoft.com/office/drawing/2014/main" id="{0E507CAB-0C53-94FE-B905-464463253FC5}"/>
                </a:ext>
              </a:extLst>
            </p:cNvPr>
            <p:cNvSpPr txBox="1"/>
            <p:nvPr/>
          </p:nvSpPr>
          <p:spPr>
            <a:xfrm>
              <a:off x="1451444" y="2480525"/>
              <a:ext cx="3273757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mi-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proyecto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8" name="Freeform 50">
              <a:extLst>
                <a:ext uri="{FF2B5EF4-FFF2-40B4-BE49-F238E27FC236}">
                  <a16:creationId xmlns:a16="http://schemas.microsoft.com/office/drawing/2014/main" id="{71DCDE1C-3CC3-72FA-F54D-CAD991B6DC32}"/>
                </a:ext>
              </a:extLst>
            </p:cNvPr>
            <p:cNvSpPr/>
            <p:nvPr/>
          </p:nvSpPr>
          <p:spPr>
            <a:xfrm>
              <a:off x="1026470" y="2429721"/>
              <a:ext cx="444723" cy="394760"/>
            </a:xfrm>
            <a:custGeom>
              <a:avLst/>
              <a:gdLst/>
              <a:ahLst/>
              <a:cxnLst/>
              <a:rect l="l" t="t" r="r" b="b"/>
              <a:pathLst>
                <a:path w="626768" h="552695">
                  <a:moveTo>
                    <a:pt x="0" y="0"/>
                  </a:moveTo>
                  <a:lnTo>
                    <a:pt x="626768" y="0"/>
                  </a:lnTo>
                  <a:lnTo>
                    <a:pt x="626768" y="552695"/>
                  </a:lnTo>
                  <a:lnTo>
                    <a:pt x="0" y="552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21" name="Group 52">
            <a:extLst>
              <a:ext uri="{FF2B5EF4-FFF2-40B4-BE49-F238E27FC236}">
                <a16:creationId xmlns:a16="http://schemas.microsoft.com/office/drawing/2014/main" id="{ACFB6BDB-0710-7015-1309-63C49EC1C8A0}"/>
              </a:ext>
            </a:extLst>
          </p:cNvPr>
          <p:cNvGrpSpPr/>
          <p:nvPr/>
        </p:nvGrpSpPr>
        <p:grpSpPr>
          <a:xfrm>
            <a:off x="5845319" y="2344906"/>
            <a:ext cx="6592606" cy="960554"/>
            <a:chOff x="0" y="0"/>
            <a:chExt cx="2441105" cy="197645"/>
          </a:xfrm>
        </p:grpSpPr>
        <p:sp>
          <p:nvSpPr>
            <p:cNvPr id="122" name="Freeform 53">
              <a:extLst>
                <a:ext uri="{FF2B5EF4-FFF2-40B4-BE49-F238E27FC236}">
                  <a16:creationId xmlns:a16="http://schemas.microsoft.com/office/drawing/2014/main" id="{7774A96D-B932-7A33-6F6D-ECAD757ACBD6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23" name="TextBox 54">
              <a:extLst>
                <a:ext uri="{FF2B5EF4-FFF2-40B4-BE49-F238E27FC236}">
                  <a16:creationId xmlns:a16="http://schemas.microsoft.com/office/drawing/2014/main" id="{936E72F1-21BD-8AF4-A609-B2F12BA4A1D0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24" name="TextBox 56">
            <a:extLst>
              <a:ext uri="{FF2B5EF4-FFF2-40B4-BE49-F238E27FC236}">
                <a16:creationId xmlns:a16="http://schemas.microsoft.com/office/drawing/2014/main" id="{162BA50D-CC8E-633D-149A-F50DB92C66EE}"/>
              </a:ext>
            </a:extLst>
          </p:cNvPr>
          <p:cNvSpPr txBox="1"/>
          <p:nvPr/>
        </p:nvSpPr>
        <p:spPr>
          <a:xfrm>
            <a:off x="6299186" y="2596083"/>
            <a:ext cx="4423183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fetch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30" name="Group 9">
            <a:extLst>
              <a:ext uri="{FF2B5EF4-FFF2-40B4-BE49-F238E27FC236}">
                <a16:creationId xmlns:a16="http://schemas.microsoft.com/office/drawing/2014/main" id="{0ACF7C93-8C95-893B-3A26-20674A7AF0FE}"/>
              </a:ext>
            </a:extLst>
          </p:cNvPr>
          <p:cNvGrpSpPr/>
          <p:nvPr/>
        </p:nvGrpSpPr>
        <p:grpSpPr>
          <a:xfrm>
            <a:off x="1576409" y="5414191"/>
            <a:ext cx="4892112" cy="973670"/>
            <a:chOff x="0" y="-47625"/>
            <a:chExt cx="2734992" cy="466725"/>
          </a:xfrm>
        </p:grpSpPr>
        <p:sp>
          <p:nvSpPr>
            <p:cNvPr id="131" name="Freeform 10">
              <a:extLst>
                <a:ext uri="{FF2B5EF4-FFF2-40B4-BE49-F238E27FC236}">
                  <a16:creationId xmlns:a16="http://schemas.microsoft.com/office/drawing/2014/main" id="{07AEA0C2-1035-E5D7-7E33-A19247B4E498}"/>
                </a:ext>
              </a:extLst>
            </p:cNvPr>
            <p:cNvSpPr/>
            <p:nvPr/>
          </p:nvSpPr>
          <p:spPr>
            <a:xfrm>
              <a:off x="0" y="0"/>
              <a:ext cx="2734992" cy="419100"/>
            </a:xfrm>
            <a:custGeom>
              <a:avLst/>
              <a:gdLst/>
              <a:ahLst/>
              <a:cxnLst/>
              <a:rect l="l" t="t" r="r" b="b"/>
              <a:pathLst>
                <a:path w="2031332" h="419100">
                  <a:moveTo>
                    <a:pt x="23643" y="0"/>
                  </a:moveTo>
                  <a:lnTo>
                    <a:pt x="2007689" y="0"/>
                  </a:lnTo>
                  <a:cubicBezTo>
                    <a:pt x="2020747" y="0"/>
                    <a:pt x="2031332" y="10585"/>
                    <a:pt x="2031332" y="23643"/>
                  </a:cubicBezTo>
                  <a:lnTo>
                    <a:pt x="2031332" y="395457"/>
                  </a:lnTo>
                  <a:cubicBezTo>
                    <a:pt x="2031332" y="401727"/>
                    <a:pt x="2028841" y="407741"/>
                    <a:pt x="2024407" y="412175"/>
                  </a:cubicBezTo>
                  <a:cubicBezTo>
                    <a:pt x="2019973" y="416609"/>
                    <a:pt x="2013959" y="419100"/>
                    <a:pt x="2007689" y="419100"/>
                  </a:cubicBezTo>
                  <a:lnTo>
                    <a:pt x="23643" y="419100"/>
                  </a:lnTo>
                  <a:cubicBezTo>
                    <a:pt x="17373" y="419100"/>
                    <a:pt x="11359" y="416609"/>
                    <a:pt x="6925" y="412175"/>
                  </a:cubicBezTo>
                  <a:cubicBezTo>
                    <a:pt x="2491" y="407741"/>
                    <a:pt x="0" y="401727"/>
                    <a:pt x="0" y="395457"/>
                  </a:cubicBezTo>
                  <a:lnTo>
                    <a:pt x="0" y="23643"/>
                  </a:lnTo>
                  <a:cubicBezTo>
                    <a:pt x="0" y="17373"/>
                    <a:pt x="2491" y="11359"/>
                    <a:pt x="6925" y="6925"/>
                  </a:cubicBezTo>
                  <a:cubicBezTo>
                    <a:pt x="11359" y="2491"/>
                    <a:pt x="17373" y="0"/>
                    <a:pt x="23643" y="0"/>
                  </a:cubicBezTo>
                  <a:close/>
                </a:path>
              </a:pathLst>
            </a:custGeom>
            <a:noFill/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32" name="TextBox 11">
              <a:extLst>
                <a:ext uri="{FF2B5EF4-FFF2-40B4-BE49-F238E27FC236}">
                  <a16:creationId xmlns:a16="http://schemas.microsoft.com/office/drawing/2014/main" id="{AA9872A8-23E7-E06D-0E28-46893F66BBB0}"/>
                </a:ext>
              </a:extLst>
            </p:cNvPr>
            <p:cNvSpPr txBox="1"/>
            <p:nvPr/>
          </p:nvSpPr>
          <p:spPr>
            <a:xfrm>
              <a:off x="0" y="-47625"/>
              <a:ext cx="2031332" cy="46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11"/>
                </a:lnSpc>
              </a:pPr>
              <a:endParaRPr/>
            </a:p>
          </p:txBody>
        </p:sp>
      </p:grpSp>
      <p:grpSp>
        <p:nvGrpSpPr>
          <p:cNvPr id="241" name="Group 36">
            <a:extLst>
              <a:ext uri="{FF2B5EF4-FFF2-40B4-BE49-F238E27FC236}">
                <a16:creationId xmlns:a16="http://schemas.microsoft.com/office/drawing/2014/main" id="{280015F3-F088-73F6-201E-8A585E023410}"/>
              </a:ext>
            </a:extLst>
          </p:cNvPr>
          <p:cNvGrpSpPr/>
          <p:nvPr/>
        </p:nvGrpSpPr>
        <p:grpSpPr>
          <a:xfrm>
            <a:off x="12693619" y="2269505"/>
            <a:ext cx="5133867" cy="7233815"/>
            <a:chOff x="0" y="0"/>
            <a:chExt cx="1351154" cy="731404"/>
          </a:xfrm>
        </p:grpSpPr>
        <p:sp>
          <p:nvSpPr>
            <p:cNvPr id="242" name="Freeform 37">
              <a:extLst>
                <a:ext uri="{FF2B5EF4-FFF2-40B4-BE49-F238E27FC236}">
                  <a16:creationId xmlns:a16="http://schemas.microsoft.com/office/drawing/2014/main" id="{C7A0ABE9-FC82-020A-C6F4-3F601BB38F51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43" name="TextBox 38">
              <a:extLst>
                <a:ext uri="{FF2B5EF4-FFF2-40B4-BE49-F238E27FC236}">
                  <a16:creationId xmlns:a16="http://schemas.microsoft.com/office/drawing/2014/main" id="{6D1098A9-2DF3-94F9-7F48-7D14DDAF1F09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244" name="TextBox 39">
            <a:extLst>
              <a:ext uri="{FF2B5EF4-FFF2-40B4-BE49-F238E27FC236}">
                <a16:creationId xmlns:a16="http://schemas.microsoft.com/office/drawing/2014/main" id="{86748CF5-149D-463B-BDE9-5C24E63EFBC5}"/>
              </a:ext>
            </a:extLst>
          </p:cNvPr>
          <p:cNvSpPr txBox="1"/>
          <p:nvPr/>
        </p:nvSpPr>
        <p:spPr>
          <a:xfrm>
            <a:off x="12995266" y="2508023"/>
            <a:ext cx="5201002" cy="5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grpSp>
        <p:nvGrpSpPr>
          <p:cNvPr id="245" name="Group 40">
            <a:extLst>
              <a:ext uri="{FF2B5EF4-FFF2-40B4-BE49-F238E27FC236}">
                <a16:creationId xmlns:a16="http://schemas.microsoft.com/office/drawing/2014/main" id="{248B7CD0-6E32-B0F7-3678-5488707AD5B7}"/>
              </a:ext>
            </a:extLst>
          </p:cNvPr>
          <p:cNvGrpSpPr/>
          <p:nvPr/>
        </p:nvGrpSpPr>
        <p:grpSpPr>
          <a:xfrm>
            <a:off x="12984733" y="3709248"/>
            <a:ext cx="4589012" cy="5585047"/>
            <a:chOff x="0" y="0"/>
            <a:chExt cx="1358522" cy="590257"/>
          </a:xfrm>
        </p:grpSpPr>
        <p:sp>
          <p:nvSpPr>
            <p:cNvPr id="246" name="Freeform 41">
              <a:extLst>
                <a:ext uri="{FF2B5EF4-FFF2-40B4-BE49-F238E27FC236}">
                  <a16:creationId xmlns:a16="http://schemas.microsoft.com/office/drawing/2014/main" id="{6AD9E036-BD09-17B3-B957-CDD7785EDFD5}"/>
                </a:ext>
              </a:extLst>
            </p:cNvPr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47" name="TextBox 42">
              <a:extLst>
                <a:ext uri="{FF2B5EF4-FFF2-40B4-BE49-F238E27FC236}">
                  <a16:creationId xmlns:a16="http://schemas.microsoft.com/office/drawing/2014/main" id="{F90EC1E7-DCF1-0172-5FC7-C8D5D48A446A}"/>
                </a:ext>
              </a:extLst>
            </p:cNvPr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263" name="Grupo 262">
            <a:extLst>
              <a:ext uri="{FF2B5EF4-FFF2-40B4-BE49-F238E27FC236}">
                <a16:creationId xmlns:a16="http://schemas.microsoft.com/office/drawing/2014/main" id="{05D7983C-DB82-504C-1A30-3FD3A9034BDE}"/>
              </a:ext>
            </a:extLst>
          </p:cNvPr>
          <p:cNvGrpSpPr/>
          <p:nvPr/>
        </p:nvGrpSpPr>
        <p:grpSpPr>
          <a:xfrm>
            <a:off x="12984732" y="3131485"/>
            <a:ext cx="4589013" cy="973670"/>
            <a:chOff x="709547" y="2145505"/>
            <a:chExt cx="4305059" cy="973670"/>
          </a:xfrm>
        </p:grpSpPr>
        <p:grpSp>
          <p:nvGrpSpPr>
            <p:cNvPr id="264" name="Group 9">
              <a:extLst>
                <a:ext uri="{FF2B5EF4-FFF2-40B4-BE49-F238E27FC236}">
                  <a16:creationId xmlns:a16="http://schemas.microsoft.com/office/drawing/2014/main" id="{3988A7F4-5E5A-49B7-E1FE-35497F45B7D0}"/>
                </a:ext>
              </a:extLst>
            </p:cNvPr>
            <p:cNvGrpSpPr/>
            <p:nvPr/>
          </p:nvGrpSpPr>
          <p:grpSpPr>
            <a:xfrm>
              <a:off x="709547" y="2145505"/>
              <a:ext cx="4305059" cy="973670"/>
              <a:chOff x="0" y="-47625"/>
              <a:chExt cx="2192869" cy="466725"/>
            </a:xfrm>
          </p:grpSpPr>
          <p:sp>
            <p:nvSpPr>
              <p:cNvPr id="267" name="Freeform 10">
                <a:extLst>
                  <a:ext uri="{FF2B5EF4-FFF2-40B4-BE49-F238E27FC236}">
                    <a16:creationId xmlns:a16="http://schemas.microsoft.com/office/drawing/2014/main" id="{704517AE-A1C0-BA21-C473-2C08ED47DF0C}"/>
                  </a:ext>
                </a:extLst>
              </p:cNvPr>
              <p:cNvSpPr/>
              <p:nvPr/>
            </p:nvSpPr>
            <p:spPr>
              <a:xfrm>
                <a:off x="0" y="0"/>
                <a:ext cx="2192869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68" name="TextBox 11">
                <a:extLst>
                  <a:ext uri="{FF2B5EF4-FFF2-40B4-BE49-F238E27FC236}">
                    <a16:creationId xmlns:a16="http://schemas.microsoft.com/office/drawing/2014/main" id="{90F1E4CC-5D40-246F-9E37-2F6C9B5F651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sp>
          <p:nvSpPr>
            <p:cNvPr id="265" name="TextBox 14">
              <a:extLst>
                <a:ext uri="{FF2B5EF4-FFF2-40B4-BE49-F238E27FC236}">
                  <a16:creationId xmlns:a16="http://schemas.microsoft.com/office/drawing/2014/main" id="{A36194F2-8B44-5D7D-ACF5-2B4793662E10}"/>
                </a:ext>
              </a:extLst>
            </p:cNvPr>
            <p:cNvSpPr txBox="1"/>
            <p:nvPr/>
          </p:nvSpPr>
          <p:spPr>
            <a:xfrm>
              <a:off x="1451444" y="2480525"/>
              <a:ext cx="3273757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mi-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proyecto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6" name="Freeform 50">
              <a:extLst>
                <a:ext uri="{FF2B5EF4-FFF2-40B4-BE49-F238E27FC236}">
                  <a16:creationId xmlns:a16="http://schemas.microsoft.com/office/drawing/2014/main" id="{627E6879-E8CD-8928-AB03-1454364EF54A}"/>
                </a:ext>
              </a:extLst>
            </p:cNvPr>
            <p:cNvSpPr/>
            <p:nvPr/>
          </p:nvSpPr>
          <p:spPr>
            <a:xfrm>
              <a:off x="1026470" y="2429721"/>
              <a:ext cx="444723" cy="394760"/>
            </a:xfrm>
            <a:custGeom>
              <a:avLst/>
              <a:gdLst/>
              <a:ahLst/>
              <a:cxnLst/>
              <a:rect l="l" t="t" r="r" b="b"/>
              <a:pathLst>
                <a:path w="626768" h="552695">
                  <a:moveTo>
                    <a:pt x="0" y="0"/>
                  </a:moveTo>
                  <a:lnTo>
                    <a:pt x="626768" y="0"/>
                  </a:lnTo>
                  <a:lnTo>
                    <a:pt x="626768" y="552695"/>
                  </a:lnTo>
                  <a:lnTo>
                    <a:pt x="0" y="552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98" name="Grupo 297">
            <a:extLst>
              <a:ext uri="{FF2B5EF4-FFF2-40B4-BE49-F238E27FC236}">
                <a16:creationId xmlns:a16="http://schemas.microsoft.com/office/drawing/2014/main" id="{743CCC65-43D1-73AE-34BF-9EE469039507}"/>
              </a:ext>
            </a:extLst>
          </p:cNvPr>
          <p:cNvGrpSpPr/>
          <p:nvPr/>
        </p:nvGrpSpPr>
        <p:grpSpPr>
          <a:xfrm>
            <a:off x="12733338" y="4067648"/>
            <a:ext cx="5369360" cy="742727"/>
            <a:chOff x="11277600" y="1501245"/>
            <a:chExt cx="7277100" cy="1203855"/>
          </a:xfrm>
        </p:grpSpPr>
        <p:grpSp>
          <p:nvGrpSpPr>
            <p:cNvPr id="299" name="Group 9">
              <a:extLst>
                <a:ext uri="{FF2B5EF4-FFF2-40B4-BE49-F238E27FC236}">
                  <a16:creationId xmlns:a16="http://schemas.microsoft.com/office/drawing/2014/main" id="{EB76FFCC-8727-5AFD-30F8-9A566A167E04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303" name="Freeform 10">
                <a:extLst>
                  <a:ext uri="{FF2B5EF4-FFF2-40B4-BE49-F238E27FC236}">
                    <a16:creationId xmlns:a16="http://schemas.microsoft.com/office/drawing/2014/main" id="{5C267D1F-05C7-0157-8C7D-13BE79D9A049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04" name="TextBox 11">
                <a:extLst>
                  <a:ext uri="{FF2B5EF4-FFF2-40B4-BE49-F238E27FC236}">
                    <a16:creationId xmlns:a16="http://schemas.microsoft.com/office/drawing/2014/main" id="{D0349316-C624-F374-5D04-FC05823BDCC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300" name="Grupo 299">
              <a:extLst>
                <a:ext uri="{FF2B5EF4-FFF2-40B4-BE49-F238E27FC236}">
                  <a16:creationId xmlns:a16="http://schemas.microsoft.com/office/drawing/2014/main" id="{D51B4AB8-34F6-AE03-A38B-A7C6BA77A12B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301" name="TextBox 14">
                <a:extLst>
                  <a:ext uri="{FF2B5EF4-FFF2-40B4-BE49-F238E27FC236}">
                    <a16:creationId xmlns:a16="http://schemas.microsoft.com/office/drawing/2014/main" id="{FF9F0F8D-36C7-2775-6597-748832C5E2C6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feature/mi-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rama</a:t>
                </a:r>
                <a:endParaRPr lang="en-US" sz="27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302" name="Imagen 301" descr="Git-branch - Free vector icons on creazilla.com">
                <a:extLst>
                  <a:ext uri="{FF2B5EF4-FFF2-40B4-BE49-F238E27FC236}">
                    <a16:creationId xmlns:a16="http://schemas.microsoft.com/office/drawing/2014/main" id="{DE41660E-8D0B-5A92-F83A-DB84A228B2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310" name="Grupo 309">
            <a:extLst>
              <a:ext uri="{FF2B5EF4-FFF2-40B4-BE49-F238E27FC236}">
                <a16:creationId xmlns:a16="http://schemas.microsoft.com/office/drawing/2014/main" id="{B5FE5B65-AEB4-C554-7CB7-C09E66B73ED0}"/>
              </a:ext>
            </a:extLst>
          </p:cNvPr>
          <p:cNvGrpSpPr/>
          <p:nvPr/>
        </p:nvGrpSpPr>
        <p:grpSpPr>
          <a:xfrm>
            <a:off x="667082" y="5305768"/>
            <a:ext cx="5369360" cy="742727"/>
            <a:chOff x="11277600" y="1501245"/>
            <a:chExt cx="7277100" cy="1203855"/>
          </a:xfrm>
        </p:grpSpPr>
        <p:grpSp>
          <p:nvGrpSpPr>
            <p:cNvPr id="311" name="Group 9">
              <a:extLst>
                <a:ext uri="{FF2B5EF4-FFF2-40B4-BE49-F238E27FC236}">
                  <a16:creationId xmlns:a16="http://schemas.microsoft.com/office/drawing/2014/main" id="{272F204F-B5D4-1566-30E1-0AF5C5495A7D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315" name="Freeform 10">
                <a:extLst>
                  <a:ext uri="{FF2B5EF4-FFF2-40B4-BE49-F238E27FC236}">
                    <a16:creationId xmlns:a16="http://schemas.microsoft.com/office/drawing/2014/main" id="{2F959FB9-0604-1839-4A6A-A5488F12186E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16" name="TextBox 11">
                <a:extLst>
                  <a:ext uri="{FF2B5EF4-FFF2-40B4-BE49-F238E27FC236}">
                    <a16:creationId xmlns:a16="http://schemas.microsoft.com/office/drawing/2014/main" id="{BC98A06A-A54E-F8B1-E1A9-D76B4018D88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312" name="Grupo 311">
              <a:extLst>
                <a:ext uri="{FF2B5EF4-FFF2-40B4-BE49-F238E27FC236}">
                  <a16:creationId xmlns:a16="http://schemas.microsoft.com/office/drawing/2014/main" id="{B42802E1-2C9C-58A9-7C7B-9DE83C9655D8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313" name="TextBox 14">
                <a:extLst>
                  <a:ext uri="{FF2B5EF4-FFF2-40B4-BE49-F238E27FC236}">
                    <a16:creationId xmlns:a16="http://schemas.microsoft.com/office/drawing/2014/main" id="{BEA24436-197B-8229-C903-20465265E8DD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feature/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otra-rama</a:t>
                </a:r>
                <a:endParaRPr lang="en-US" sz="27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314" name="Imagen 313" descr="Git-branch - Free vector icons on creazilla.com">
                <a:extLst>
                  <a:ext uri="{FF2B5EF4-FFF2-40B4-BE49-F238E27FC236}">
                    <a16:creationId xmlns:a16="http://schemas.microsoft.com/office/drawing/2014/main" id="{60D7D14C-CD02-6E48-DB6D-3C4D02E6E5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322" name="Grupo 321">
            <a:extLst>
              <a:ext uri="{FF2B5EF4-FFF2-40B4-BE49-F238E27FC236}">
                <a16:creationId xmlns:a16="http://schemas.microsoft.com/office/drawing/2014/main" id="{5E3E8CBC-6807-DE4C-B678-36BE7DDC0136}"/>
              </a:ext>
            </a:extLst>
          </p:cNvPr>
          <p:cNvGrpSpPr/>
          <p:nvPr/>
        </p:nvGrpSpPr>
        <p:grpSpPr>
          <a:xfrm>
            <a:off x="636737" y="6540313"/>
            <a:ext cx="5369360" cy="742727"/>
            <a:chOff x="11277600" y="1501245"/>
            <a:chExt cx="7277100" cy="1203855"/>
          </a:xfrm>
        </p:grpSpPr>
        <p:grpSp>
          <p:nvGrpSpPr>
            <p:cNvPr id="323" name="Group 9">
              <a:extLst>
                <a:ext uri="{FF2B5EF4-FFF2-40B4-BE49-F238E27FC236}">
                  <a16:creationId xmlns:a16="http://schemas.microsoft.com/office/drawing/2014/main" id="{1F0D0E8C-456E-6FEF-02A2-598B8269C25E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327" name="Freeform 10">
                <a:extLst>
                  <a:ext uri="{FF2B5EF4-FFF2-40B4-BE49-F238E27FC236}">
                    <a16:creationId xmlns:a16="http://schemas.microsoft.com/office/drawing/2014/main" id="{30E6457C-0116-893B-45F9-BE3DDB95568C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28" name="TextBox 11">
                <a:extLst>
                  <a:ext uri="{FF2B5EF4-FFF2-40B4-BE49-F238E27FC236}">
                    <a16:creationId xmlns:a16="http://schemas.microsoft.com/office/drawing/2014/main" id="{AA806489-5250-16DA-8DFF-7BC754F0B51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324" name="Grupo 323">
              <a:extLst>
                <a:ext uri="{FF2B5EF4-FFF2-40B4-BE49-F238E27FC236}">
                  <a16:creationId xmlns:a16="http://schemas.microsoft.com/office/drawing/2014/main" id="{A49EA3F8-58F4-6483-2231-57DC486374C7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325" name="TextBox 14">
                <a:extLst>
                  <a:ext uri="{FF2B5EF4-FFF2-40B4-BE49-F238E27FC236}">
                    <a16:creationId xmlns:a16="http://schemas.microsoft.com/office/drawing/2014/main" id="{BA658165-4FE3-7B26-2F25-CB885AB58B9A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fix/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rama</a:t>
                </a: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-de-error</a:t>
                </a:r>
              </a:p>
            </p:txBody>
          </p:sp>
          <p:pic>
            <p:nvPicPr>
              <p:cNvPr id="326" name="Imagen 325" descr="Git-branch - Free vector icons on creazilla.com">
                <a:extLst>
                  <a:ext uri="{FF2B5EF4-FFF2-40B4-BE49-F238E27FC236}">
                    <a16:creationId xmlns:a16="http://schemas.microsoft.com/office/drawing/2014/main" id="{A395789D-78CE-BA5F-E565-19FD93CA96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334" name="Group 57">
            <a:extLst>
              <a:ext uri="{FF2B5EF4-FFF2-40B4-BE49-F238E27FC236}">
                <a16:creationId xmlns:a16="http://schemas.microsoft.com/office/drawing/2014/main" id="{8FC9901D-6544-02BB-08DC-4CD2BFE62105}"/>
              </a:ext>
            </a:extLst>
          </p:cNvPr>
          <p:cNvGrpSpPr/>
          <p:nvPr/>
        </p:nvGrpSpPr>
        <p:grpSpPr>
          <a:xfrm>
            <a:off x="14078306" y="4831628"/>
            <a:ext cx="3211813" cy="413190"/>
            <a:chOff x="0" y="-66675"/>
            <a:chExt cx="4526553" cy="578498"/>
          </a:xfrm>
        </p:grpSpPr>
        <p:sp>
          <p:nvSpPr>
            <p:cNvPr id="335" name="TextBox 58">
              <a:extLst>
                <a:ext uri="{FF2B5EF4-FFF2-40B4-BE49-F238E27FC236}">
                  <a16:creationId xmlns:a16="http://schemas.microsoft.com/office/drawing/2014/main" id="{3A413901-6619-4540-562A-A5E3193D882D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1 commit</a:t>
              </a:r>
            </a:p>
          </p:txBody>
        </p:sp>
        <p:grpSp>
          <p:nvGrpSpPr>
            <p:cNvPr id="336" name="Group 59">
              <a:extLst>
                <a:ext uri="{FF2B5EF4-FFF2-40B4-BE49-F238E27FC236}">
                  <a16:creationId xmlns:a16="http://schemas.microsoft.com/office/drawing/2014/main" id="{9AD288D3-738E-9A68-EB67-A56E6CC7879C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37" name="Freeform 60">
                <a:extLst>
                  <a:ext uri="{FF2B5EF4-FFF2-40B4-BE49-F238E27FC236}">
                    <a16:creationId xmlns:a16="http://schemas.microsoft.com/office/drawing/2014/main" id="{D6828003-C219-612A-9767-B9A67829F410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FFC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38" name="TextBox 61">
                <a:extLst>
                  <a:ext uri="{FF2B5EF4-FFF2-40B4-BE49-F238E27FC236}">
                    <a16:creationId xmlns:a16="http://schemas.microsoft.com/office/drawing/2014/main" id="{0A30E700-5157-E4E8-9984-CAECEF6089FA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339" name="Grupo 338">
            <a:extLst>
              <a:ext uri="{FF2B5EF4-FFF2-40B4-BE49-F238E27FC236}">
                <a16:creationId xmlns:a16="http://schemas.microsoft.com/office/drawing/2014/main" id="{3C44AEC4-F26E-2A69-D4AE-1C79489B1FA6}"/>
              </a:ext>
            </a:extLst>
          </p:cNvPr>
          <p:cNvGrpSpPr/>
          <p:nvPr/>
        </p:nvGrpSpPr>
        <p:grpSpPr>
          <a:xfrm>
            <a:off x="6827817" y="4699788"/>
            <a:ext cx="4569009" cy="4253712"/>
            <a:chOff x="6337647" y="4389234"/>
            <a:chExt cx="5183506" cy="3333626"/>
          </a:xfrm>
        </p:grpSpPr>
        <p:grpSp>
          <p:nvGrpSpPr>
            <p:cNvPr id="340" name="Group 13">
              <a:extLst>
                <a:ext uri="{FF2B5EF4-FFF2-40B4-BE49-F238E27FC236}">
                  <a16:creationId xmlns:a16="http://schemas.microsoft.com/office/drawing/2014/main" id="{22D71340-65F2-DF8C-CD77-1A65EBD3DAFE}"/>
                </a:ext>
              </a:extLst>
            </p:cNvPr>
            <p:cNvGrpSpPr/>
            <p:nvPr/>
          </p:nvGrpSpPr>
          <p:grpSpPr>
            <a:xfrm>
              <a:off x="6337647" y="4389234"/>
              <a:ext cx="5183506" cy="3333626"/>
              <a:chOff x="0" y="0"/>
              <a:chExt cx="1351154" cy="731404"/>
            </a:xfrm>
          </p:grpSpPr>
          <p:sp>
            <p:nvSpPr>
              <p:cNvPr id="342" name="Freeform 14">
                <a:extLst>
                  <a:ext uri="{FF2B5EF4-FFF2-40B4-BE49-F238E27FC236}">
                    <a16:creationId xmlns:a16="http://schemas.microsoft.com/office/drawing/2014/main" id="{985F9D37-4168-F28E-2CD8-4B3FDE369506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3" name="TextBox 15">
                <a:extLst>
                  <a:ext uri="{FF2B5EF4-FFF2-40B4-BE49-F238E27FC236}">
                    <a16:creationId xmlns:a16="http://schemas.microsoft.com/office/drawing/2014/main" id="{CE92189A-E03E-0289-C23C-7153B3A76DE1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341" name="TextBox 16">
              <a:extLst>
                <a:ext uri="{FF2B5EF4-FFF2-40B4-BE49-F238E27FC236}">
                  <a16:creationId xmlns:a16="http://schemas.microsoft.com/office/drawing/2014/main" id="{7337E29B-7908-DF9D-185A-687B58269E8A}"/>
                </a:ext>
              </a:extLst>
            </p:cNvPr>
            <p:cNvSpPr txBox="1"/>
            <p:nvPr/>
          </p:nvSpPr>
          <p:spPr>
            <a:xfrm>
              <a:off x="6414781" y="4563715"/>
              <a:ext cx="4964230" cy="59061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 err="1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Carpeta</a:t>
              </a:r>
              <a:r>
                <a:rPr lang="en-US" sz="3199" b="1" spc="-86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3199" b="1" spc="-86" dirty="0" err="1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oculta</a:t>
              </a:r>
              <a:r>
                <a:rPr lang="en-US" sz="3199" b="1" spc="-86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 (.git)</a:t>
              </a:r>
            </a:p>
          </p:txBody>
        </p:sp>
      </p:grpSp>
      <p:grpSp>
        <p:nvGrpSpPr>
          <p:cNvPr id="352" name="Group 57">
            <a:extLst>
              <a:ext uri="{FF2B5EF4-FFF2-40B4-BE49-F238E27FC236}">
                <a16:creationId xmlns:a16="http://schemas.microsoft.com/office/drawing/2014/main" id="{784E3170-3732-E0CF-7AA4-0599DCB58EC7}"/>
              </a:ext>
            </a:extLst>
          </p:cNvPr>
          <p:cNvGrpSpPr/>
          <p:nvPr/>
        </p:nvGrpSpPr>
        <p:grpSpPr>
          <a:xfrm>
            <a:off x="2086340" y="4832852"/>
            <a:ext cx="3211813" cy="413190"/>
            <a:chOff x="0" y="-66675"/>
            <a:chExt cx="4526553" cy="578498"/>
          </a:xfrm>
        </p:grpSpPr>
        <p:sp>
          <p:nvSpPr>
            <p:cNvPr id="353" name="TextBox 58">
              <a:extLst>
                <a:ext uri="{FF2B5EF4-FFF2-40B4-BE49-F238E27FC236}">
                  <a16:creationId xmlns:a16="http://schemas.microsoft.com/office/drawing/2014/main" id="{926C2BCF-2846-5521-7476-E4BEBF249006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5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54" name="Group 59">
              <a:extLst>
                <a:ext uri="{FF2B5EF4-FFF2-40B4-BE49-F238E27FC236}">
                  <a16:creationId xmlns:a16="http://schemas.microsoft.com/office/drawing/2014/main" id="{C7DCD704-DB14-6192-2491-B95027A21063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55" name="Freeform 60">
                <a:extLst>
                  <a:ext uri="{FF2B5EF4-FFF2-40B4-BE49-F238E27FC236}">
                    <a16:creationId xmlns:a16="http://schemas.microsoft.com/office/drawing/2014/main" id="{A69A29F8-FCCC-1D1A-32AE-F9345A750815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56" name="TextBox 61">
                <a:extLst>
                  <a:ext uri="{FF2B5EF4-FFF2-40B4-BE49-F238E27FC236}">
                    <a16:creationId xmlns:a16="http://schemas.microsoft.com/office/drawing/2014/main" id="{6DC0FDA8-87E7-89E6-0482-AEA18639D4A4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349" name="Group 40">
            <a:extLst>
              <a:ext uri="{FF2B5EF4-FFF2-40B4-BE49-F238E27FC236}">
                <a16:creationId xmlns:a16="http://schemas.microsoft.com/office/drawing/2014/main" id="{517F0675-F727-C291-DA9B-D2970D81E9F3}"/>
              </a:ext>
            </a:extLst>
          </p:cNvPr>
          <p:cNvGrpSpPr/>
          <p:nvPr/>
        </p:nvGrpSpPr>
        <p:grpSpPr>
          <a:xfrm>
            <a:off x="1900337" y="4851361"/>
            <a:ext cx="3213645" cy="404755"/>
            <a:chOff x="0" y="0"/>
            <a:chExt cx="1358522" cy="590257"/>
          </a:xfrm>
        </p:grpSpPr>
        <p:sp>
          <p:nvSpPr>
            <p:cNvPr id="350" name="Freeform 41">
              <a:extLst>
                <a:ext uri="{FF2B5EF4-FFF2-40B4-BE49-F238E27FC236}">
                  <a16:creationId xmlns:a16="http://schemas.microsoft.com/office/drawing/2014/main" id="{D89B9399-B2AF-1734-C132-E2651F787202}"/>
                </a:ext>
              </a:extLst>
            </p:cNvPr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51" name="TextBox 42">
              <a:extLst>
                <a:ext uri="{FF2B5EF4-FFF2-40B4-BE49-F238E27FC236}">
                  <a16:creationId xmlns:a16="http://schemas.microsoft.com/office/drawing/2014/main" id="{4B56796C-99CD-2F74-76EE-A524C99E1F3C}"/>
                </a:ext>
              </a:extLst>
            </p:cNvPr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357" name="Group 57">
            <a:extLst>
              <a:ext uri="{FF2B5EF4-FFF2-40B4-BE49-F238E27FC236}">
                <a16:creationId xmlns:a16="http://schemas.microsoft.com/office/drawing/2014/main" id="{04764EBC-831D-683F-F164-F327A3C255EE}"/>
              </a:ext>
            </a:extLst>
          </p:cNvPr>
          <p:cNvGrpSpPr/>
          <p:nvPr/>
        </p:nvGrpSpPr>
        <p:grpSpPr>
          <a:xfrm>
            <a:off x="1676749" y="4831628"/>
            <a:ext cx="3211813" cy="413190"/>
            <a:chOff x="0" y="-66675"/>
            <a:chExt cx="4526553" cy="578498"/>
          </a:xfrm>
        </p:grpSpPr>
        <p:sp>
          <p:nvSpPr>
            <p:cNvPr id="358" name="TextBox 58">
              <a:extLst>
                <a:ext uri="{FF2B5EF4-FFF2-40B4-BE49-F238E27FC236}">
                  <a16:creationId xmlns:a16="http://schemas.microsoft.com/office/drawing/2014/main" id="{C2C7980F-BD00-1426-7E8E-510D65E6A84A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5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59" name="Group 59">
              <a:extLst>
                <a:ext uri="{FF2B5EF4-FFF2-40B4-BE49-F238E27FC236}">
                  <a16:creationId xmlns:a16="http://schemas.microsoft.com/office/drawing/2014/main" id="{4E513F71-C19D-5C19-C546-C470921443D8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60" name="Freeform 60">
                <a:extLst>
                  <a:ext uri="{FF2B5EF4-FFF2-40B4-BE49-F238E27FC236}">
                    <a16:creationId xmlns:a16="http://schemas.microsoft.com/office/drawing/2014/main" id="{C2D4EF0C-BC07-555B-8418-86733B7254CB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61" name="TextBox 61">
                <a:extLst>
                  <a:ext uri="{FF2B5EF4-FFF2-40B4-BE49-F238E27FC236}">
                    <a16:creationId xmlns:a16="http://schemas.microsoft.com/office/drawing/2014/main" id="{FD122AAC-95A0-6A13-46F1-A4948B0D1612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362" name="Group 57">
            <a:extLst>
              <a:ext uri="{FF2B5EF4-FFF2-40B4-BE49-F238E27FC236}">
                <a16:creationId xmlns:a16="http://schemas.microsoft.com/office/drawing/2014/main" id="{B462CEFE-F4E0-5B2B-2EAD-A6D91BB12D1B}"/>
              </a:ext>
            </a:extLst>
          </p:cNvPr>
          <p:cNvGrpSpPr/>
          <p:nvPr/>
        </p:nvGrpSpPr>
        <p:grpSpPr>
          <a:xfrm>
            <a:off x="2083536" y="6122733"/>
            <a:ext cx="3211813" cy="413190"/>
            <a:chOff x="0" y="-66675"/>
            <a:chExt cx="4526553" cy="578498"/>
          </a:xfrm>
        </p:grpSpPr>
        <p:sp>
          <p:nvSpPr>
            <p:cNvPr id="363" name="TextBox 58">
              <a:extLst>
                <a:ext uri="{FF2B5EF4-FFF2-40B4-BE49-F238E27FC236}">
                  <a16:creationId xmlns:a16="http://schemas.microsoft.com/office/drawing/2014/main" id="{009C7268-FF12-25F0-569B-7DFEB03AE69F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2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64" name="Group 59">
              <a:extLst>
                <a:ext uri="{FF2B5EF4-FFF2-40B4-BE49-F238E27FC236}">
                  <a16:creationId xmlns:a16="http://schemas.microsoft.com/office/drawing/2014/main" id="{1B3D8740-9866-E59F-AE65-2AE3F5BA1E91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65" name="Freeform 60">
                <a:extLst>
                  <a:ext uri="{FF2B5EF4-FFF2-40B4-BE49-F238E27FC236}">
                    <a16:creationId xmlns:a16="http://schemas.microsoft.com/office/drawing/2014/main" id="{ADE480F4-B0AF-D817-574A-73154A1A1E22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FFFF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66" name="TextBox 61">
                <a:extLst>
                  <a:ext uri="{FF2B5EF4-FFF2-40B4-BE49-F238E27FC236}">
                    <a16:creationId xmlns:a16="http://schemas.microsoft.com/office/drawing/2014/main" id="{ED4DCE30-3190-B393-4447-0237065A2D0E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367" name="Group 40">
            <a:extLst>
              <a:ext uri="{FF2B5EF4-FFF2-40B4-BE49-F238E27FC236}">
                <a16:creationId xmlns:a16="http://schemas.microsoft.com/office/drawing/2014/main" id="{D2BA2672-1DF7-9E79-1443-33E14A4B3670}"/>
              </a:ext>
            </a:extLst>
          </p:cNvPr>
          <p:cNvGrpSpPr/>
          <p:nvPr/>
        </p:nvGrpSpPr>
        <p:grpSpPr>
          <a:xfrm>
            <a:off x="1861986" y="6147718"/>
            <a:ext cx="3213645" cy="404755"/>
            <a:chOff x="0" y="0"/>
            <a:chExt cx="1358522" cy="590257"/>
          </a:xfrm>
        </p:grpSpPr>
        <p:sp>
          <p:nvSpPr>
            <p:cNvPr id="368" name="Freeform 41">
              <a:extLst>
                <a:ext uri="{FF2B5EF4-FFF2-40B4-BE49-F238E27FC236}">
                  <a16:creationId xmlns:a16="http://schemas.microsoft.com/office/drawing/2014/main" id="{1492EFCC-9344-80DE-F272-B94B164B1BD2}"/>
                </a:ext>
              </a:extLst>
            </p:cNvPr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69" name="TextBox 42">
              <a:extLst>
                <a:ext uri="{FF2B5EF4-FFF2-40B4-BE49-F238E27FC236}">
                  <a16:creationId xmlns:a16="http://schemas.microsoft.com/office/drawing/2014/main" id="{3B1116FD-82A9-3D72-F12C-8472B4ECB8C5}"/>
                </a:ext>
              </a:extLst>
            </p:cNvPr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370" name="Group 57">
            <a:extLst>
              <a:ext uri="{FF2B5EF4-FFF2-40B4-BE49-F238E27FC236}">
                <a16:creationId xmlns:a16="http://schemas.microsoft.com/office/drawing/2014/main" id="{7B4B453D-5064-809C-3956-FB944C58B3CB}"/>
              </a:ext>
            </a:extLst>
          </p:cNvPr>
          <p:cNvGrpSpPr/>
          <p:nvPr/>
        </p:nvGrpSpPr>
        <p:grpSpPr>
          <a:xfrm>
            <a:off x="1683308" y="6122733"/>
            <a:ext cx="3211813" cy="413190"/>
            <a:chOff x="0" y="-66675"/>
            <a:chExt cx="4526553" cy="578498"/>
          </a:xfrm>
        </p:grpSpPr>
        <p:sp>
          <p:nvSpPr>
            <p:cNvPr id="371" name="TextBox 58">
              <a:extLst>
                <a:ext uri="{FF2B5EF4-FFF2-40B4-BE49-F238E27FC236}">
                  <a16:creationId xmlns:a16="http://schemas.microsoft.com/office/drawing/2014/main" id="{45477D19-A1C1-5745-C5D9-F3613431FF85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2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72" name="Group 59">
              <a:extLst>
                <a:ext uri="{FF2B5EF4-FFF2-40B4-BE49-F238E27FC236}">
                  <a16:creationId xmlns:a16="http://schemas.microsoft.com/office/drawing/2014/main" id="{C45DF80B-A048-981C-A162-52A6C35C2397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73" name="Freeform 60">
                <a:extLst>
                  <a:ext uri="{FF2B5EF4-FFF2-40B4-BE49-F238E27FC236}">
                    <a16:creationId xmlns:a16="http://schemas.microsoft.com/office/drawing/2014/main" id="{1DC51C46-160A-AC9F-0377-4B045EE59859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FFFF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74" name="TextBox 61">
                <a:extLst>
                  <a:ext uri="{FF2B5EF4-FFF2-40B4-BE49-F238E27FC236}">
                    <a16:creationId xmlns:a16="http://schemas.microsoft.com/office/drawing/2014/main" id="{FBDB0C12-726E-FC6E-ABE4-9D1A55945622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375" name="Group 57">
            <a:extLst>
              <a:ext uri="{FF2B5EF4-FFF2-40B4-BE49-F238E27FC236}">
                <a16:creationId xmlns:a16="http://schemas.microsoft.com/office/drawing/2014/main" id="{EC958274-A5F7-381C-7163-297CDDF67FCF}"/>
              </a:ext>
            </a:extLst>
          </p:cNvPr>
          <p:cNvGrpSpPr/>
          <p:nvPr/>
        </p:nvGrpSpPr>
        <p:grpSpPr>
          <a:xfrm>
            <a:off x="2053191" y="7357278"/>
            <a:ext cx="3211813" cy="413190"/>
            <a:chOff x="0" y="-66675"/>
            <a:chExt cx="4526553" cy="578498"/>
          </a:xfrm>
        </p:grpSpPr>
        <p:sp>
          <p:nvSpPr>
            <p:cNvPr id="376" name="TextBox 58">
              <a:extLst>
                <a:ext uri="{FF2B5EF4-FFF2-40B4-BE49-F238E27FC236}">
                  <a16:creationId xmlns:a16="http://schemas.microsoft.com/office/drawing/2014/main" id="{3EE1E217-252D-94D9-CD86-C7A49341216F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4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77" name="Group 59">
              <a:extLst>
                <a:ext uri="{FF2B5EF4-FFF2-40B4-BE49-F238E27FC236}">
                  <a16:creationId xmlns:a16="http://schemas.microsoft.com/office/drawing/2014/main" id="{E53448DC-0262-06B0-F9F6-0EB76F3F665D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78" name="Freeform 60">
                <a:extLst>
                  <a:ext uri="{FF2B5EF4-FFF2-40B4-BE49-F238E27FC236}">
                    <a16:creationId xmlns:a16="http://schemas.microsoft.com/office/drawing/2014/main" id="{378982D6-DC89-0D0F-0577-F182F9849076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00B0F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79" name="TextBox 61">
                <a:extLst>
                  <a:ext uri="{FF2B5EF4-FFF2-40B4-BE49-F238E27FC236}">
                    <a16:creationId xmlns:a16="http://schemas.microsoft.com/office/drawing/2014/main" id="{655684C5-FAD1-1B9F-83E8-7A1E6CC1C83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380" name="Group 40">
            <a:extLst>
              <a:ext uri="{FF2B5EF4-FFF2-40B4-BE49-F238E27FC236}">
                <a16:creationId xmlns:a16="http://schemas.microsoft.com/office/drawing/2014/main" id="{889D994C-B121-4919-2046-445D00C1025D}"/>
              </a:ext>
            </a:extLst>
          </p:cNvPr>
          <p:cNvGrpSpPr/>
          <p:nvPr/>
        </p:nvGrpSpPr>
        <p:grpSpPr>
          <a:xfrm>
            <a:off x="1975787" y="7375759"/>
            <a:ext cx="3213645" cy="404755"/>
            <a:chOff x="0" y="0"/>
            <a:chExt cx="1358522" cy="590257"/>
          </a:xfrm>
        </p:grpSpPr>
        <p:sp>
          <p:nvSpPr>
            <p:cNvPr id="381" name="Freeform 41">
              <a:extLst>
                <a:ext uri="{FF2B5EF4-FFF2-40B4-BE49-F238E27FC236}">
                  <a16:creationId xmlns:a16="http://schemas.microsoft.com/office/drawing/2014/main" id="{C8EF6C0F-E918-32EE-C931-DEE82FD58E53}"/>
                </a:ext>
              </a:extLst>
            </p:cNvPr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82" name="TextBox 42">
              <a:extLst>
                <a:ext uri="{FF2B5EF4-FFF2-40B4-BE49-F238E27FC236}">
                  <a16:creationId xmlns:a16="http://schemas.microsoft.com/office/drawing/2014/main" id="{9CFED7D7-B7BF-975D-FF14-BC7CA9638F54}"/>
                </a:ext>
              </a:extLst>
            </p:cNvPr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383" name="Group 57">
            <a:extLst>
              <a:ext uri="{FF2B5EF4-FFF2-40B4-BE49-F238E27FC236}">
                <a16:creationId xmlns:a16="http://schemas.microsoft.com/office/drawing/2014/main" id="{F2C8E12F-B4C5-12BE-9687-B9ACDAB8B282}"/>
              </a:ext>
            </a:extLst>
          </p:cNvPr>
          <p:cNvGrpSpPr/>
          <p:nvPr/>
        </p:nvGrpSpPr>
        <p:grpSpPr>
          <a:xfrm>
            <a:off x="1652963" y="7357278"/>
            <a:ext cx="3211813" cy="413190"/>
            <a:chOff x="0" y="-66675"/>
            <a:chExt cx="4526553" cy="578498"/>
          </a:xfrm>
        </p:grpSpPr>
        <p:sp>
          <p:nvSpPr>
            <p:cNvPr id="384" name="TextBox 58">
              <a:extLst>
                <a:ext uri="{FF2B5EF4-FFF2-40B4-BE49-F238E27FC236}">
                  <a16:creationId xmlns:a16="http://schemas.microsoft.com/office/drawing/2014/main" id="{06AC824F-558A-07D0-5C53-9D20FFC4B8DA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4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85" name="Group 59">
              <a:extLst>
                <a:ext uri="{FF2B5EF4-FFF2-40B4-BE49-F238E27FC236}">
                  <a16:creationId xmlns:a16="http://schemas.microsoft.com/office/drawing/2014/main" id="{BAB00955-DBB5-C88D-E0D6-BAC0E4686C0F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86" name="Freeform 60">
                <a:extLst>
                  <a:ext uri="{FF2B5EF4-FFF2-40B4-BE49-F238E27FC236}">
                    <a16:creationId xmlns:a16="http://schemas.microsoft.com/office/drawing/2014/main" id="{B9F8D244-B1CA-777C-08AE-9AFA2A186D4D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00B0F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87" name="TextBox 61">
                <a:extLst>
                  <a:ext uri="{FF2B5EF4-FFF2-40B4-BE49-F238E27FC236}">
                    <a16:creationId xmlns:a16="http://schemas.microsoft.com/office/drawing/2014/main" id="{3D1ED115-DCD4-BE67-03E1-BEC03E26B41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395" name="TextBox 56">
            <a:extLst>
              <a:ext uri="{FF2B5EF4-FFF2-40B4-BE49-F238E27FC236}">
                <a16:creationId xmlns:a16="http://schemas.microsoft.com/office/drawing/2014/main" id="{25346D9A-8658-5A4C-1F52-B119BA835BAA}"/>
              </a:ext>
            </a:extLst>
          </p:cNvPr>
          <p:cNvSpPr txBox="1"/>
          <p:nvPr/>
        </p:nvSpPr>
        <p:spPr>
          <a:xfrm>
            <a:off x="7174642" y="5555497"/>
            <a:ext cx="4423183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feature/mi-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6" name="TextBox 56">
            <a:extLst>
              <a:ext uri="{FF2B5EF4-FFF2-40B4-BE49-F238E27FC236}">
                <a16:creationId xmlns:a16="http://schemas.microsoft.com/office/drawing/2014/main" id="{FF1094EB-D41E-E77F-978E-079A15615DE0}"/>
              </a:ext>
            </a:extLst>
          </p:cNvPr>
          <p:cNvSpPr txBox="1"/>
          <p:nvPr/>
        </p:nvSpPr>
        <p:spPr>
          <a:xfrm>
            <a:off x="7174642" y="6460796"/>
            <a:ext cx="4423183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feature/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otra-rama</a:t>
            </a: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7" name="TextBox 56">
            <a:extLst>
              <a:ext uri="{FF2B5EF4-FFF2-40B4-BE49-F238E27FC236}">
                <a16:creationId xmlns:a16="http://schemas.microsoft.com/office/drawing/2014/main" id="{D9D595FB-D801-A398-CC01-1C5311800CB4}"/>
              </a:ext>
            </a:extLst>
          </p:cNvPr>
          <p:cNvSpPr txBox="1"/>
          <p:nvPr/>
        </p:nvSpPr>
        <p:spPr>
          <a:xfrm>
            <a:off x="7174641" y="7348310"/>
            <a:ext cx="4423183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fix/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-de-error: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7608202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4.81481E-6 L 0.28985 0.11713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88" y="5849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2.22222E-6 L 0.28993 0.07623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97" y="3812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9444E-6 4.93827E-7 L 0.28741 0.04954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66" y="24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/>
      <p:bldP spid="395" grpId="0"/>
      <p:bldP spid="396" grpId="0"/>
      <p:bldP spid="39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3DD78D-BC33-7C0C-D13B-FC98F489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017DEE0-132B-4E3C-4EC4-C106742B4352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3F8AD58-1B88-2735-4688-28775E3BBDEF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D7DBB39-B13A-9BF0-64D3-3280261A7794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CEAE339-0D32-D160-0931-CECFA53254D2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43CE3AF1-943B-0A99-F199-D0933E63050E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820C3C3-E0F1-07F8-48F8-D264F7CEDAB6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ADCC81A-39D8-12B5-2DD4-A4EC526E888F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6D96F91-0F56-D72C-FD54-3BCC7CA5D87F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08F09E7B-A82F-A3BB-B042-3F22492B6ED4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3814F14-2E6E-E0E4-8D0C-1D98F5FD1798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ECCE6BC-7A18-EDDC-AD80-91D717747857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fetch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286CAA84-9BED-8392-0252-5B3189D6F56B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9ACAA0E-78E3-B0EC-E5ED-19535252A208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A7DDD8B1-3E22-FEA0-36BE-AD4F28369A6B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DDDC9DEC-CFF1-523F-063E-FA04A7DF8EAB}"/>
              </a:ext>
            </a:extLst>
          </p:cNvPr>
          <p:cNvSpPr txBox="1"/>
          <p:nvPr/>
        </p:nvSpPr>
        <p:spPr>
          <a:xfrm>
            <a:off x="5071158" y="975934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Descarga la información más reciente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 GitHub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hacia tu computadora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, pero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altera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, ni toca, ni mezcla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tus archivos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de trabajo actuales. 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C6F34D02-DF4D-7B55-853E-105EE302DF13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1F7F9F6F-3EAB-DF53-D222-61AEBB733937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11B458E6-9D1C-F3EC-FC24-A2FC4CA6B899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D56F6F31-8629-0965-60BB-29816FAEAB7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BA20F966-03B1-34B9-8885-BD959B309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15" name="TextBox 22">
            <a:extLst>
              <a:ext uri="{FF2B5EF4-FFF2-40B4-BE49-F238E27FC236}">
                <a16:creationId xmlns:a16="http://schemas.microsoft.com/office/drawing/2014/main" id="{48FC8713-8198-14FF-CDAD-40CBDC36C34E}"/>
              </a:ext>
            </a:extLst>
          </p:cNvPr>
          <p:cNvSpPr txBox="1"/>
          <p:nvPr/>
        </p:nvSpPr>
        <p:spPr>
          <a:xfrm>
            <a:off x="1327782" y="5981404"/>
            <a:ext cx="3612844" cy="25454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grpSp>
        <p:nvGrpSpPr>
          <p:cNvPr id="23" name="Group 36">
            <a:extLst>
              <a:ext uri="{FF2B5EF4-FFF2-40B4-BE49-F238E27FC236}">
                <a16:creationId xmlns:a16="http://schemas.microsoft.com/office/drawing/2014/main" id="{4B4AF080-7F2C-AFCC-6B88-8C1DE54C107B}"/>
              </a:ext>
            </a:extLst>
          </p:cNvPr>
          <p:cNvGrpSpPr/>
          <p:nvPr/>
        </p:nvGrpSpPr>
        <p:grpSpPr>
          <a:xfrm>
            <a:off x="409805" y="2344906"/>
            <a:ext cx="5133867" cy="7233815"/>
            <a:chOff x="0" y="0"/>
            <a:chExt cx="1351154" cy="731404"/>
          </a:xfrm>
        </p:grpSpPr>
        <p:sp>
          <p:nvSpPr>
            <p:cNvPr id="24" name="Freeform 37">
              <a:extLst>
                <a:ext uri="{FF2B5EF4-FFF2-40B4-BE49-F238E27FC236}">
                  <a16:creationId xmlns:a16="http://schemas.microsoft.com/office/drawing/2014/main" id="{42A4DE07-C44A-AFC3-1BAF-8F5D95F3900A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9" name="TextBox 38">
              <a:extLst>
                <a:ext uri="{FF2B5EF4-FFF2-40B4-BE49-F238E27FC236}">
                  <a16:creationId xmlns:a16="http://schemas.microsoft.com/office/drawing/2014/main" id="{D330ED0A-7837-DAF0-5D07-7F181C42FA9F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6" name="TextBox 39">
            <a:extLst>
              <a:ext uri="{FF2B5EF4-FFF2-40B4-BE49-F238E27FC236}">
                <a16:creationId xmlns:a16="http://schemas.microsoft.com/office/drawing/2014/main" id="{81BA09D1-21D1-C5DC-634A-D24636078579}"/>
              </a:ext>
            </a:extLst>
          </p:cNvPr>
          <p:cNvSpPr txBox="1"/>
          <p:nvPr/>
        </p:nvSpPr>
        <p:spPr>
          <a:xfrm>
            <a:off x="711452" y="2583424"/>
            <a:ext cx="5201002" cy="5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Repositorio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remoto</a:t>
            </a:r>
            <a:endParaRPr lang="en-US" sz="3199" spc="-86" dirty="0">
              <a:solidFill>
                <a:srgbClr val="FF31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7" name="Group 40">
            <a:extLst>
              <a:ext uri="{FF2B5EF4-FFF2-40B4-BE49-F238E27FC236}">
                <a16:creationId xmlns:a16="http://schemas.microsoft.com/office/drawing/2014/main" id="{D2A5AE9D-81A2-7167-23E4-575246210F51}"/>
              </a:ext>
            </a:extLst>
          </p:cNvPr>
          <p:cNvGrpSpPr/>
          <p:nvPr/>
        </p:nvGrpSpPr>
        <p:grpSpPr>
          <a:xfrm>
            <a:off x="700919" y="3784649"/>
            <a:ext cx="4589012" cy="5585047"/>
            <a:chOff x="0" y="0"/>
            <a:chExt cx="1358522" cy="590257"/>
          </a:xfrm>
        </p:grpSpPr>
        <p:sp>
          <p:nvSpPr>
            <p:cNvPr id="38" name="Freeform 41">
              <a:extLst>
                <a:ext uri="{FF2B5EF4-FFF2-40B4-BE49-F238E27FC236}">
                  <a16:creationId xmlns:a16="http://schemas.microsoft.com/office/drawing/2014/main" id="{1316F39E-60EA-813B-801B-5E2C322577F2}"/>
                </a:ext>
              </a:extLst>
            </p:cNvPr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9" name="TextBox 42">
              <a:extLst>
                <a:ext uri="{FF2B5EF4-FFF2-40B4-BE49-F238E27FC236}">
                  <a16:creationId xmlns:a16="http://schemas.microsoft.com/office/drawing/2014/main" id="{09B2BEBE-9AB7-AAFD-4B25-9F75BDE239E6}"/>
                </a:ext>
              </a:extLst>
            </p:cNvPr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762943CB-CAAD-C2F0-4329-7F439747B32B}"/>
              </a:ext>
            </a:extLst>
          </p:cNvPr>
          <p:cNvGrpSpPr/>
          <p:nvPr/>
        </p:nvGrpSpPr>
        <p:grpSpPr>
          <a:xfrm>
            <a:off x="700919" y="4141328"/>
            <a:ext cx="5369360" cy="742727"/>
            <a:chOff x="11277600" y="1501245"/>
            <a:chExt cx="7277100" cy="1203855"/>
          </a:xfrm>
        </p:grpSpPr>
        <p:grpSp>
          <p:nvGrpSpPr>
            <p:cNvPr id="103" name="Group 9">
              <a:extLst>
                <a:ext uri="{FF2B5EF4-FFF2-40B4-BE49-F238E27FC236}">
                  <a16:creationId xmlns:a16="http://schemas.microsoft.com/office/drawing/2014/main" id="{AB92A0F7-2B82-5ADD-BFCD-52F5496E3B48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113" name="Freeform 10">
                <a:extLst>
                  <a:ext uri="{FF2B5EF4-FFF2-40B4-BE49-F238E27FC236}">
                    <a16:creationId xmlns:a16="http://schemas.microsoft.com/office/drawing/2014/main" id="{A3054D2B-A637-3C3F-0095-B7EF1773C9B7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14" name="TextBox 11">
                <a:extLst>
                  <a:ext uri="{FF2B5EF4-FFF2-40B4-BE49-F238E27FC236}">
                    <a16:creationId xmlns:a16="http://schemas.microsoft.com/office/drawing/2014/main" id="{B9A1313D-7920-7D16-A63D-4849DB3C971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104" name="Grupo 103">
              <a:extLst>
                <a:ext uri="{FF2B5EF4-FFF2-40B4-BE49-F238E27FC236}">
                  <a16:creationId xmlns:a16="http://schemas.microsoft.com/office/drawing/2014/main" id="{B2A4B6C2-CC07-33D6-8CF1-BFE0E3432ADC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105" name="TextBox 14">
                <a:extLst>
                  <a:ext uri="{FF2B5EF4-FFF2-40B4-BE49-F238E27FC236}">
                    <a16:creationId xmlns:a16="http://schemas.microsoft.com/office/drawing/2014/main" id="{88FBF83E-1C23-DDA3-2244-62E792125010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feature/mi-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rama</a:t>
                </a:r>
                <a:endParaRPr lang="en-US" sz="27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112" name="Imagen 111" descr="Git-branch - Free vector icons on creazilla.com">
                <a:extLst>
                  <a:ext uri="{FF2B5EF4-FFF2-40B4-BE49-F238E27FC236}">
                    <a16:creationId xmlns:a16="http://schemas.microsoft.com/office/drawing/2014/main" id="{3594F73D-8860-A6C4-5F32-B410D916FA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115" name="Grupo 114">
            <a:extLst>
              <a:ext uri="{FF2B5EF4-FFF2-40B4-BE49-F238E27FC236}">
                <a16:creationId xmlns:a16="http://schemas.microsoft.com/office/drawing/2014/main" id="{9403BBD9-A9DD-4ACB-5254-71A4CC9DC5B2}"/>
              </a:ext>
            </a:extLst>
          </p:cNvPr>
          <p:cNvGrpSpPr/>
          <p:nvPr/>
        </p:nvGrpSpPr>
        <p:grpSpPr>
          <a:xfrm>
            <a:off x="700918" y="3206886"/>
            <a:ext cx="4589013" cy="973670"/>
            <a:chOff x="709547" y="2145505"/>
            <a:chExt cx="4305059" cy="973670"/>
          </a:xfrm>
        </p:grpSpPr>
        <p:grpSp>
          <p:nvGrpSpPr>
            <p:cNvPr id="116" name="Group 9">
              <a:extLst>
                <a:ext uri="{FF2B5EF4-FFF2-40B4-BE49-F238E27FC236}">
                  <a16:creationId xmlns:a16="http://schemas.microsoft.com/office/drawing/2014/main" id="{88225DB3-5104-4ABF-B8CC-0F88EAAF5786}"/>
                </a:ext>
              </a:extLst>
            </p:cNvPr>
            <p:cNvGrpSpPr/>
            <p:nvPr/>
          </p:nvGrpSpPr>
          <p:grpSpPr>
            <a:xfrm>
              <a:off x="709547" y="2145505"/>
              <a:ext cx="4305059" cy="973670"/>
              <a:chOff x="0" y="-47625"/>
              <a:chExt cx="2192869" cy="466725"/>
            </a:xfrm>
          </p:grpSpPr>
          <p:sp>
            <p:nvSpPr>
              <p:cNvPr id="119" name="Freeform 10">
                <a:extLst>
                  <a:ext uri="{FF2B5EF4-FFF2-40B4-BE49-F238E27FC236}">
                    <a16:creationId xmlns:a16="http://schemas.microsoft.com/office/drawing/2014/main" id="{874115E4-0476-4704-33D8-03A47D3D0A28}"/>
                  </a:ext>
                </a:extLst>
              </p:cNvPr>
              <p:cNvSpPr/>
              <p:nvPr/>
            </p:nvSpPr>
            <p:spPr>
              <a:xfrm>
                <a:off x="0" y="0"/>
                <a:ext cx="2192869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20" name="TextBox 11">
                <a:extLst>
                  <a:ext uri="{FF2B5EF4-FFF2-40B4-BE49-F238E27FC236}">
                    <a16:creationId xmlns:a16="http://schemas.microsoft.com/office/drawing/2014/main" id="{E0ECD875-3329-6978-CE14-64CEF6547CF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sp>
          <p:nvSpPr>
            <p:cNvPr id="117" name="TextBox 14">
              <a:extLst>
                <a:ext uri="{FF2B5EF4-FFF2-40B4-BE49-F238E27FC236}">
                  <a16:creationId xmlns:a16="http://schemas.microsoft.com/office/drawing/2014/main" id="{5D274FA0-EAF2-EE09-1A1D-8545422DDD82}"/>
                </a:ext>
              </a:extLst>
            </p:cNvPr>
            <p:cNvSpPr txBox="1"/>
            <p:nvPr/>
          </p:nvSpPr>
          <p:spPr>
            <a:xfrm>
              <a:off x="1451444" y="2480525"/>
              <a:ext cx="3273757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mi-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proyecto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8" name="Freeform 50">
              <a:extLst>
                <a:ext uri="{FF2B5EF4-FFF2-40B4-BE49-F238E27FC236}">
                  <a16:creationId xmlns:a16="http://schemas.microsoft.com/office/drawing/2014/main" id="{5C3B7A15-DDB9-D2C6-BA4C-35EEA0072B5C}"/>
                </a:ext>
              </a:extLst>
            </p:cNvPr>
            <p:cNvSpPr/>
            <p:nvPr/>
          </p:nvSpPr>
          <p:spPr>
            <a:xfrm>
              <a:off x="1026470" y="2429721"/>
              <a:ext cx="444723" cy="394760"/>
            </a:xfrm>
            <a:custGeom>
              <a:avLst/>
              <a:gdLst/>
              <a:ahLst/>
              <a:cxnLst/>
              <a:rect l="l" t="t" r="r" b="b"/>
              <a:pathLst>
                <a:path w="626768" h="552695">
                  <a:moveTo>
                    <a:pt x="0" y="0"/>
                  </a:moveTo>
                  <a:lnTo>
                    <a:pt x="626768" y="0"/>
                  </a:lnTo>
                  <a:lnTo>
                    <a:pt x="626768" y="552695"/>
                  </a:lnTo>
                  <a:lnTo>
                    <a:pt x="0" y="552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21" name="Group 52">
            <a:extLst>
              <a:ext uri="{FF2B5EF4-FFF2-40B4-BE49-F238E27FC236}">
                <a16:creationId xmlns:a16="http://schemas.microsoft.com/office/drawing/2014/main" id="{45E8AFEE-7A97-F517-803F-C115B9654801}"/>
              </a:ext>
            </a:extLst>
          </p:cNvPr>
          <p:cNvGrpSpPr/>
          <p:nvPr/>
        </p:nvGrpSpPr>
        <p:grpSpPr>
          <a:xfrm>
            <a:off x="5845319" y="2344906"/>
            <a:ext cx="6592606" cy="960554"/>
            <a:chOff x="0" y="0"/>
            <a:chExt cx="2441105" cy="197645"/>
          </a:xfrm>
        </p:grpSpPr>
        <p:sp>
          <p:nvSpPr>
            <p:cNvPr id="122" name="Freeform 53">
              <a:extLst>
                <a:ext uri="{FF2B5EF4-FFF2-40B4-BE49-F238E27FC236}">
                  <a16:creationId xmlns:a16="http://schemas.microsoft.com/office/drawing/2014/main" id="{11F836F7-8CD8-830F-FE08-78608697B63A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23" name="TextBox 54">
              <a:extLst>
                <a:ext uri="{FF2B5EF4-FFF2-40B4-BE49-F238E27FC236}">
                  <a16:creationId xmlns:a16="http://schemas.microsoft.com/office/drawing/2014/main" id="{9FF18830-CB2A-5671-AEA2-6BC6C0BDC3FB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24" name="TextBox 56">
            <a:extLst>
              <a:ext uri="{FF2B5EF4-FFF2-40B4-BE49-F238E27FC236}">
                <a16:creationId xmlns:a16="http://schemas.microsoft.com/office/drawing/2014/main" id="{D68E8F11-BCA9-1684-F807-50F73E1B3A69}"/>
              </a:ext>
            </a:extLst>
          </p:cNvPr>
          <p:cNvSpPr txBox="1"/>
          <p:nvPr/>
        </p:nvSpPr>
        <p:spPr>
          <a:xfrm>
            <a:off x="6299186" y="2596083"/>
            <a:ext cx="5201002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fetch origin feature/mi-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30" name="Group 9">
            <a:extLst>
              <a:ext uri="{FF2B5EF4-FFF2-40B4-BE49-F238E27FC236}">
                <a16:creationId xmlns:a16="http://schemas.microsoft.com/office/drawing/2014/main" id="{D85CBEA4-B77E-8349-D8A9-09D2B348F947}"/>
              </a:ext>
            </a:extLst>
          </p:cNvPr>
          <p:cNvGrpSpPr/>
          <p:nvPr/>
        </p:nvGrpSpPr>
        <p:grpSpPr>
          <a:xfrm>
            <a:off x="1576409" y="5414191"/>
            <a:ext cx="4892112" cy="973670"/>
            <a:chOff x="0" y="-47625"/>
            <a:chExt cx="2734992" cy="466725"/>
          </a:xfrm>
        </p:grpSpPr>
        <p:sp>
          <p:nvSpPr>
            <p:cNvPr id="131" name="Freeform 10">
              <a:extLst>
                <a:ext uri="{FF2B5EF4-FFF2-40B4-BE49-F238E27FC236}">
                  <a16:creationId xmlns:a16="http://schemas.microsoft.com/office/drawing/2014/main" id="{477686D1-E0E3-2609-0F6A-5FDBB9E5B69C}"/>
                </a:ext>
              </a:extLst>
            </p:cNvPr>
            <p:cNvSpPr/>
            <p:nvPr/>
          </p:nvSpPr>
          <p:spPr>
            <a:xfrm>
              <a:off x="0" y="0"/>
              <a:ext cx="2734992" cy="419100"/>
            </a:xfrm>
            <a:custGeom>
              <a:avLst/>
              <a:gdLst/>
              <a:ahLst/>
              <a:cxnLst/>
              <a:rect l="l" t="t" r="r" b="b"/>
              <a:pathLst>
                <a:path w="2031332" h="419100">
                  <a:moveTo>
                    <a:pt x="23643" y="0"/>
                  </a:moveTo>
                  <a:lnTo>
                    <a:pt x="2007689" y="0"/>
                  </a:lnTo>
                  <a:cubicBezTo>
                    <a:pt x="2020747" y="0"/>
                    <a:pt x="2031332" y="10585"/>
                    <a:pt x="2031332" y="23643"/>
                  </a:cubicBezTo>
                  <a:lnTo>
                    <a:pt x="2031332" y="395457"/>
                  </a:lnTo>
                  <a:cubicBezTo>
                    <a:pt x="2031332" y="401727"/>
                    <a:pt x="2028841" y="407741"/>
                    <a:pt x="2024407" y="412175"/>
                  </a:cubicBezTo>
                  <a:cubicBezTo>
                    <a:pt x="2019973" y="416609"/>
                    <a:pt x="2013959" y="419100"/>
                    <a:pt x="2007689" y="419100"/>
                  </a:cubicBezTo>
                  <a:lnTo>
                    <a:pt x="23643" y="419100"/>
                  </a:lnTo>
                  <a:cubicBezTo>
                    <a:pt x="17373" y="419100"/>
                    <a:pt x="11359" y="416609"/>
                    <a:pt x="6925" y="412175"/>
                  </a:cubicBezTo>
                  <a:cubicBezTo>
                    <a:pt x="2491" y="407741"/>
                    <a:pt x="0" y="401727"/>
                    <a:pt x="0" y="395457"/>
                  </a:cubicBezTo>
                  <a:lnTo>
                    <a:pt x="0" y="23643"/>
                  </a:lnTo>
                  <a:cubicBezTo>
                    <a:pt x="0" y="17373"/>
                    <a:pt x="2491" y="11359"/>
                    <a:pt x="6925" y="6925"/>
                  </a:cubicBezTo>
                  <a:cubicBezTo>
                    <a:pt x="11359" y="2491"/>
                    <a:pt x="17373" y="0"/>
                    <a:pt x="23643" y="0"/>
                  </a:cubicBezTo>
                  <a:close/>
                </a:path>
              </a:pathLst>
            </a:custGeom>
            <a:noFill/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32" name="TextBox 11">
              <a:extLst>
                <a:ext uri="{FF2B5EF4-FFF2-40B4-BE49-F238E27FC236}">
                  <a16:creationId xmlns:a16="http://schemas.microsoft.com/office/drawing/2014/main" id="{4A50845D-1DC5-5239-0F96-4163A3DE86E6}"/>
                </a:ext>
              </a:extLst>
            </p:cNvPr>
            <p:cNvSpPr txBox="1"/>
            <p:nvPr/>
          </p:nvSpPr>
          <p:spPr>
            <a:xfrm>
              <a:off x="0" y="-47625"/>
              <a:ext cx="2031332" cy="46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11"/>
                </a:lnSpc>
              </a:pPr>
              <a:endParaRPr/>
            </a:p>
          </p:txBody>
        </p:sp>
      </p:grpSp>
      <p:grpSp>
        <p:nvGrpSpPr>
          <p:cNvPr id="241" name="Group 36">
            <a:extLst>
              <a:ext uri="{FF2B5EF4-FFF2-40B4-BE49-F238E27FC236}">
                <a16:creationId xmlns:a16="http://schemas.microsoft.com/office/drawing/2014/main" id="{692C6E53-79B6-58E0-59D7-1ABF800C752D}"/>
              </a:ext>
            </a:extLst>
          </p:cNvPr>
          <p:cNvGrpSpPr/>
          <p:nvPr/>
        </p:nvGrpSpPr>
        <p:grpSpPr>
          <a:xfrm>
            <a:off x="12693619" y="2269505"/>
            <a:ext cx="5133867" cy="7233815"/>
            <a:chOff x="0" y="0"/>
            <a:chExt cx="1351154" cy="731404"/>
          </a:xfrm>
        </p:grpSpPr>
        <p:sp>
          <p:nvSpPr>
            <p:cNvPr id="242" name="Freeform 37">
              <a:extLst>
                <a:ext uri="{FF2B5EF4-FFF2-40B4-BE49-F238E27FC236}">
                  <a16:creationId xmlns:a16="http://schemas.microsoft.com/office/drawing/2014/main" id="{7BB93304-FF14-8FB8-D833-1727F3C31CAD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43" name="TextBox 38">
              <a:extLst>
                <a:ext uri="{FF2B5EF4-FFF2-40B4-BE49-F238E27FC236}">
                  <a16:creationId xmlns:a16="http://schemas.microsoft.com/office/drawing/2014/main" id="{9B5F6127-2432-6D39-DDF1-404345E31D49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244" name="TextBox 39">
            <a:extLst>
              <a:ext uri="{FF2B5EF4-FFF2-40B4-BE49-F238E27FC236}">
                <a16:creationId xmlns:a16="http://schemas.microsoft.com/office/drawing/2014/main" id="{123B65C5-17DE-58F8-B9F3-59D4C2E8F653}"/>
              </a:ext>
            </a:extLst>
          </p:cNvPr>
          <p:cNvSpPr txBox="1"/>
          <p:nvPr/>
        </p:nvSpPr>
        <p:spPr>
          <a:xfrm>
            <a:off x="12995266" y="2508023"/>
            <a:ext cx="5201002" cy="5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grpSp>
        <p:nvGrpSpPr>
          <p:cNvPr id="245" name="Group 40">
            <a:extLst>
              <a:ext uri="{FF2B5EF4-FFF2-40B4-BE49-F238E27FC236}">
                <a16:creationId xmlns:a16="http://schemas.microsoft.com/office/drawing/2014/main" id="{BA062C8F-130D-A4D0-D6C5-E32422248B34}"/>
              </a:ext>
            </a:extLst>
          </p:cNvPr>
          <p:cNvGrpSpPr/>
          <p:nvPr/>
        </p:nvGrpSpPr>
        <p:grpSpPr>
          <a:xfrm>
            <a:off x="12984733" y="3709248"/>
            <a:ext cx="4589012" cy="5585047"/>
            <a:chOff x="0" y="0"/>
            <a:chExt cx="1358522" cy="590257"/>
          </a:xfrm>
        </p:grpSpPr>
        <p:sp>
          <p:nvSpPr>
            <p:cNvPr id="246" name="Freeform 41">
              <a:extLst>
                <a:ext uri="{FF2B5EF4-FFF2-40B4-BE49-F238E27FC236}">
                  <a16:creationId xmlns:a16="http://schemas.microsoft.com/office/drawing/2014/main" id="{DA98A50F-B8F1-A6C0-6368-C30CBD8F125E}"/>
                </a:ext>
              </a:extLst>
            </p:cNvPr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47" name="TextBox 42">
              <a:extLst>
                <a:ext uri="{FF2B5EF4-FFF2-40B4-BE49-F238E27FC236}">
                  <a16:creationId xmlns:a16="http://schemas.microsoft.com/office/drawing/2014/main" id="{8BDF82BC-3BCA-D591-77F3-2FF676C1F922}"/>
                </a:ext>
              </a:extLst>
            </p:cNvPr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263" name="Grupo 262">
            <a:extLst>
              <a:ext uri="{FF2B5EF4-FFF2-40B4-BE49-F238E27FC236}">
                <a16:creationId xmlns:a16="http://schemas.microsoft.com/office/drawing/2014/main" id="{81B4EB80-75DA-27C4-CEBC-1173D8E2D46D}"/>
              </a:ext>
            </a:extLst>
          </p:cNvPr>
          <p:cNvGrpSpPr/>
          <p:nvPr/>
        </p:nvGrpSpPr>
        <p:grpSpPr>
          <a:xfrm>
            <a:off x="12984732" y="3131485"/>
            <a:ext cx="4589013" cy="973670"/>
            <a:chOff x="709547" y="2145505"/>
            <a:chExt cx="4305059" cy="973670"/>
          </a:xfrm>
        </p:grpSpPr>
        <p:grpSp>
          <p:nvGrpSpPr>
            <p:cNvPr id="264" name="Group 9">
              <a:extLst>
                <a:ext uri="{FF2B5EF4-FFF2-40B4-BE49-F238E27FC236}">
                  <a16:creationId xmlns:a16="http://schemas.microsoft.com/office/drawing/2014/main" id="{B2A05529-CAA6-12AA-58BB-89BACBC5A269}"/>
                </a:ext>
              </a:extLst>
            </p:cNvPr>
            <p:cNvGrpSpPr/>
            <p:nvPr/>
          </p:nvGrpSpPr>
          <p:grpSpPr>
            <a:xfrm>
              <a:off x="709547" y="2145505"/>
              <a:ext cx="4305059" cy="973670"/>
              <a:chOff x="0" y="-47625"/>
              <a:chExt cx="2192869" cy="466725"/>
            </a:xfrm>
          </p:grpSpPr>
          <p:sp>
            <p:nvSpPr>
              <p:cNvPr id="267" name="Freeform 10">
                <a:extLst>
                  <a:ext uri="{FF2B5EF4-FFF2-40B4-BE49-F238E27FC236}">
                    <a16:creationId xmlns:a16="http://schemas.microsoft.com/office/drawing/2014/main" id="{74291C9F-0308-0DF8-8EF1-7ADDF1A0E2C4}"/>
                  </a:ext>
                </a:extLst>
              </p:cNvPr>
              <p:cNvSpPr/>
              <p:nvPr/>
            </p:nvSpPr>
            <p:spPr>
              <a:xfrm>
                <a:off x="0" y="0"/>
                <a:ext cx="2192869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68" name="TextBox 11">
                <a:extLst>
                  <a:ext uri="{FF2B5EF4-FFF2-40B4-BE49-F238E27FC236}">
                    <a16:creationId xmlns:a16="http://schemas.microsoft.com/office/drawing/2014/main" id="{FBA64731-1712-6197-760E-DB9C34745C7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sp>
          <p:nvSpPr>
            <p:cNvPr id="265" name="TextBox 14">
              <a:extLst>
                <a:ext uri="{FF2B5EF4-FFF2-40B4-BE49-F238E27FC236}">
                  <a16:creationId xmlns:a16="http://schemas.microsoft.com/office/drawing/2014/main" id="{6D331328-E142-A714-4BFD-295C616606A9}"/>
                </a:ext>
              </a:extLst>
            </p:cNvPr>
            <p:cNvSpPr txBox="1"/>
            <p:nvPr/>
          </p:nvSpPr>
          <p:spPr>
            <a:xfrm>
              <a:off x="1451444" y="2480525"/>
              <a:ext cx="3273757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mi-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proyecto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6" name="Freeform 50">
              <a:extLst>
                <a:ext uri="{FF2B5EF4-FFF2-40B4-BE49-F238E27FC236}">
                  <a16:creationId xmlns:a16="http://schemas.microsoft.com/office/drawing/2014/main" id="{BCC39991-DEC8-08F0-1FC4-0393731C8512}"/>
                </a:ext>
              </a:extLst>
            </p:cNvPr>
            <p:cNvSpPr/>
            <p:nvPr/>
          </p:nvSpPr>
          <p:spPr>
            <a:xfrm>
              <a:off x="1026470" y="2429721"/>
              <a:ext cx="444723" cy="394760"/>
            </a:xfrm>
            <a:custGeom>
              <a:avLst/>
              <a:gdLst/>
              <a:ahLst/>
              <a:cxnLst/>
              <a:rect l="l" t="t" r="r" b="b"/>
              <a:pathLst>
                <a:path w="626768" h="552695">
                  <a:moveTo>
                    <a:pt x="0" y="0"/>
                  </a:moveTo>
                  <a:lnTo>
                    <a:pt x="626768" y="0"/>
                  </a:lnTo>
                  <a:lnTo>
                    <a:pt x="626768" y="552695"/>
                  </a:lnTo>
                  <a:lnTo>
                    <a:pt x="0" y="552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98" name="Grupo 297">
            <a:extLst>
              <a:ext uri="{FF2B5EF4-FFF2-40B4-BE49-F238E27FC236}">
                <a16:creationId xmlns:a16="http://schemas.microsoft.com/office/drawing/2014/main" id="{05076261-645E-A1FF-E2A3-EAE7051D663D}"/>
              </a:ext>
            </a:extLst>
          </p:cNvPr>
          <p:cNvGrpSpPr/>
          <p:nvPr/>
        </p:nvGrpSpPr>
        <p:grpSpPr>
          <a:xfrm>
            <a:off x="12733338" y="4067648"/>
            <a:ext cx="5369360" cy="742727"/>
            <a:chOff x="11277600" y="1501245"/>
            <a:chExt cx="7277100" cy="1203855"/>
          </a:xfrm>
        </p:grpSpPr>
        <p:grpSp>
          <p:nvGrpSpPr>
            <p:cNvPr id="299" name="Group 9">
              <a:extLst>
                <a:ext uri="{FF2B5EF4-FFF2-40B4-BE49-F238E27FC236}">
                  <a16:creationId xmlns:a16="http://schemas.microsoft.com/office/drawing/2014/main" id="{5C19F48A-6324-CF4F-DA33-DEC6BF96AD77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303" name="Freeform 10">
                <a:extLst>
                  <a:ext uri="{FF2B5EF4-FFF2-40B4-BE49-F238E27FC236}">
                    <a16:creationId xmlns:a16="http://schemas.microsoft.com/office/drawing/2014/main" id="{3C5FEAE5-4836-90A1-612F-6D406E8D7431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04" name="TextBox 11">
                <a:extLst>
                  <a:ext uri="{FF2B5EF4-FFF2-40B4-BE49-F238E27FC236}">
                    <a16:creationId xmlns:a16="http://schemas.microsoft.com/office/drawing/2014/main" id="{D0FF4958-A467-8C96-F9CD-69A8F0B08EE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300" name="Grupo 299">
              <a:extLst>
                <a:ext uri="{FF2B5EF4-FFF2-40B4-BE49-F238E27FC236}">
                  <a16:creationId xmlns:a16="http://schemas.microsoft.com/office/drawing/2014/main" id="{EAF5EB4C-5B36-385A-CC35-A96C34DDF970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301" name="TextBox 14">
                <a:extLst>
                  <a:ext uri="{FF2B5EF4-FFF2-40B4-BE49-F238E27FC236}">
                    <a16:creationId xmlns:a16="http://schemas.microsoft.com/office/drawing/2014/main" id="{31AA0FD1-4038-A086-55B2-39DDDF321E69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feature/mi-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rama</a:t>
                </a:r>
                <a:endParaRPr lang="en-US" sz="27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302" name="Imagen 301" descr="Git-branch - Free vector icons on creazilla.com">
                <a:extLst>
                  <a:ext uri="{FF2B5EF4-FFF2-40B4-BE49-F238E27FC236}">
                    <a16:creationId xmlns:a16="http://schemas.microsoft.com/office/drawing/2014/main" id="{DC8383EF-DFCA-83E0-D521-F180FEA94A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310" name="Grupo 309">
            <a:extLst>
              <a:ext uri="{FF2B5EF4-FFF2-40B4-BE49-F238E27FC236}">
                <a16:creationId xmlns:a16="http://schemas.microsoft.com/office/drawing/2014/main" id="{0CF0507E-6748-20E1-5A31-9FA37EB999E6}"/>
              </a:ext>
            </a:extLst>
          </p:cNvPr>
          <p:cNvGrpSpPr/>
          <p:nvPr/>
        </p:nvGrpSpPr>
        <p:grpSpPr>
          <a:xfrm>
            <a:off x="667082" y="5305768"/>
            <a:ext cx="5369360" cy="742727"/>
            <a:chOff x="11277600" y="1501245"/>
            <a:chExt cx="7277100" cy="1203855"/>
          </a:xfrm>
        </p:grpSpPr>
        <p:grpSp>
          <p:nvGrpSpPr>
            <p:cNvPr id="311" name="Group 9">
              <a:extLst>
                <a:ext uri="{FF2B5EF4-FFF2-40B4-BE49-F238E27FC236}">
                  <a16:creationId xmlns:a16="http://schemas.microsoft.com/office/drawing/2014/main" id="{7285F791-B0F3-FFF8-2B9A-B936043014B6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315" name="Freeform 10">
                <a:extLst>
                  <a:ext uri="{FF2B5EF4-FFF2-40B4-BE49-F238E27FC236}">
                    <a16:creationId xmlns:a16="http://schemas.microsoft.com/office/drawing/2014/main" id="{4D12D593-9504-A636-8CA7-108EDFA86E38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16" name="TextBox 11">
                <a:extLst>
                  <a:ext uri="{FF2B5EF4-FFF2-40B4-BE49-F238E27FC236}">
                    <a16:creationId xmlns:a16="http://schemas.microsoft.com/office/drawing/2014/main" id="{16DA17B2-77CD-89C4-B053-46F6ECE25F3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312" name="Grupo 311">
              <a:extLst>
                <a:ext uri="{FF2B5EF4-FFF2-40B4-BE49-F238E27FC236}">
                  <a16:creationId xmlns:a16="http://schemas.microsoft.com/office/drawing/2014/main" id="{71637BC2-BDD0-AE75-CFD4-3443C634ACFA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313" name="TextBox 14">
                <a:extLst>
                  <a:ext uri="{FF2B5EF4-FFF2-40B4-BE49-F238E27FC236}">
                    <a16:creationId xmlns:a16="http://schemas.microsoft.com/office/drawing/2014/main" id="{9E91DC92-219B-98DD-20C0-1D892C2B79C9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feature/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otra-rama</a:t>
                </a:r>
                <a:endParaRPr lang="en-US" sz="27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314" name="Imagen 313" descr="Git-branch - Free vector icons on creazilla.com">
                <a:extLst>
                  <a:ext uri="{FF2B5EF4-FFF2-40B4-BE49-F238E27FC236}">
                    <a16:creationId xmlns:a16="http://schemas.microsoft.com/office/drawing/2014/main" id="{E030C5CE-F6D0-0295-D0E7-499010D9B6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322" name="Grupo 321">
            <a:extLst>
              <a:ext uri="{FF2B5EF4-FFF2-40B4-BE49-F238E27FC236}">
                <a16:creationId xmlns:a16="http://schemas.microsoft.com/office/drawing/2014/main" id="{3940D8E3-19BB-296C-94ED-99AE1FF5C084}"/>
              </a:ext>
            </a:extLst>
          </p:cNvPr>
          <p:cNvGrpSpPr/>
          <p:nvPr/>
        </p:nvGrpSpPr>
        <p:grpSpPr>
          <a:xfrm>
            <a:off x="636737" y="6540313"/>
            <a:ext cx="5369360" cy="742727"/>
            <a:chOff x="11277600" y="1501245"/>
            <a:chExt cx="7277100" cy="1203855"/>
          </a:xfrm>
        </p:grpSpPr>
        <p:grpSp>
          <p:nvGrpSpPr>
            <p:cNvPr id="323" name="Group 9">
              <a:extLst>
                <a:ext uri="{FF2B5EF4-FFF2-40B4-BE49-F238E27FC236}">
                  <a16:creationId xmlns:a16="http://schemas.microsoft.com/office/drawing/2014/main" id="{82178AD7-203E-EB3B-7513-C9765C49761F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327" name="Freeform 10">
                <a:extLst>
                  <a:ext uri="{FF2B5EF4-FFF2-40B4-BE49-F238E27FC236}">
                    <a16:creationId xmlns:a16="http://schemas.microsoft.com/office/drawing/2014/main" id="{FAEF3D0F-F9F7-F23E-B628-58DE9D376340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28" name="TextBox 11">
                <a:extLst>
                  <a:ext uri="{FF2B5EF4-FFF2-40B4-BE49-F238E27FC236}">
                    <a16:creationId xmlns:a16="http://schemas.microsoft.com/office/drawing/2014/main" id="{286442C6-4F0B-1804-E144-9721FC42751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324" name="Grupo 323">
              <a:extLst>
                <a:ext uri="{FF2B5EF4-FFF2-40B4-BE49-F238E27FC236}">
                  <a16:creationId xmlns:a16="http://schemas.microsoft.com/office/drawing/2014/main" id="{700E0E53-DDDA-A311-9442-6F636BF41DF9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325" name="TextBox 14">
                <a:extLst>
                  <a:ext uri="{FF2B5EF4-FFF2-40B4-BE49-F238E27FC236}">
                    <a16:creationId xmlns:a16="http://schemas.microsoft.com/office/drawing/2014/main" id="{3720E2E0-168A-1ADF-C18E-01E6F1FC722B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fix/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rama</a:t>
                </a: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-de-error</a:t>
                </a:r>
              </a:p>
            </p:txBody>
          </p:sp>
          <p:pic>
            <p:nvPicPr>
              <p:cNvPr id="326" name="Imagen 325" descr="Git-branch - Free vector icons on creazilla.com">
                <a:extLst>
                  <a:ext uri="{FF2B5EF4-FFF2-40B4-BE49-F238E27FC236}">
                    <a16:creationId xmlns:a16="http://schemas.microsoft.com/office/drawing/2014/main" id="{0AB2DE59-C2B2-5171-4E07-7609FE6724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334" name="Group 57">
            <a:extLst>
              <a:ext uri="{FF2B5EF4-FFF2-40B4-BE49-F238E27FC236}">
                <a16:creationId xmlns:a16="http://schemas.microsoft.com/office/drawing/2014/main" id="{EC4B7E3C-CC61-F3D7-A8B7-960C83CA4124}"/>
              </a:ext>
            </a:extLst>
          </p:cNvPr>
          <p:cNvGrpSpPr/>
          <p:nvPr/>
        </p:nvGrpSpPr>
        <p:grpSpPr>
          <a:xfrm>
            <a:off x="14078306" y="4831628"/>
            <a:ext cx="3211813" cy="413190"/>
            <a:chOff x="0" y="-66675"/>
            <a:chExt cx="4526553" cy="578498"/>
          </a:xfrm>
        </p:grpSpPr>
        <p:sp>
          <p:nvSpPr>
            <p:cNvPr id="335" name="TextBox 58">
              <a:extLst>
                <a:ext uri="{FF2B5EF4-FFF2-40B4-BE49-F238E27FC236}">
                  <a16:creationId xmlns:a16="http://schemas.microsoft.com/office/drawing/2014/main" id="{1AE62749-94A8-1A14-CDAF-BE4E513C62AE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1 commit</a:t>
              </a:r>
            </a:p>
          </p:txBody>
        </p:sp>
        <p:grpSp>
          <p:nvGrpSpPr>
            <p:cNvPr id="336" name="Group 59">
              <a:extLst>
                <a:ext uri="{FF2B5EF4-FFF2-40B4-BE49-F238E27FC236}">
                  <a16:creationId xmlns:a16="http://schemas.microsoft.com/office/drawing/2014/main" id="{2BC74173-7F1D-84ED-61D3-8D738E18F5AB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37" name="Freeform 60">
                <a:extLst>
                  <a:ext uri="{FF2B5EF4-FFF2-40B4-BE49-F238E27FC236}">
                    <a16:creationId xmlns:a16="http://schemas.microsoft.com/office/drawing/2014/main" id="{405DAE01-789E-8A55-A6D4-F61DB67DE7C6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FFC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38" name="TextBox 61">
                <a:extLst>
                  <a:ext uri="{FF2B5EF4-FFF2-40B4-BE49-F238E27FC236}">
                    <a16:creationId xmlns:a16="http://schemas.microsoft.com/office/drawing/2014/main" id="{EB289BFA-6013-345E-6348-557B0ED11417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339" name="Grupo 338">
            <a:extLst>
              <a:ext uri="{FF2B5EF4-FFF2-40B4-BE49-F238E27FC236}">
                <a16:creationId xmlns:a16="http://schemas.microsoft.com/office/drawing/2014/main" id="{10995251-EBE9-5EEC-D0A9-1F32F3C9655F}"/>
              </a:ext>
            </a:extLst>
          </p:cNvPr>
          <p:cNvGrpSpPr/>
          <p:nvPr/>
        </p:nvGrpSpPr>
        <p:grpSpPr>
          <a:xfrm>
            <a:off x="6827817" y="4699788"/>
            <a:ext cx="4569009" cy="3091122"/>
            <a:chOff x="6337647" y="4389234"/>
            <a:chExt cx="5183506" cy="3333626"/>
          </a:xfrm>
        </p:grpSpPr>
        <p:grpSp>
          <p:nvGrpSpPr>
            <p:cNvPr id="340" name="Group 13">
              <a:extLst>
                <a:ext uri="{FF2B5EF4-FFF2-40B4-BE49-F238E27FC236}">
                  <a16:creationId xmlns:a16="http://schemas.microsoft.com/office/drawing/2014/main" id="{FB3FC9AB-B715-0793-C089-E265938EF793}"/>
                </a:ext>
              </a:extLst>
            </p:cNvPr>
            <p:cNvGrpSpPr/>
            <p:nvPr/>
          </p:nvGrpSpPr>
          <p:grpSpPr>
            <a:xfrm>
              <a:off x="6337647" y="4389234"/>
              <a:ext cx="5183506" cy="3333626"/>
              <a:chOff x="0" y="0"/>
              <a:chExt cx="1351154" cy="731404"/>
            </a:xfrm>
          </p:grpSpPr>
          <p:sp>
            <p:nvSpPr>
              <p:cNvPr id="342" name="Freeform 14">
                <a:extLst>
                  <a:ext uri="{FF2B5EF4-FFF2-40B4-BE49-F238E27FC236}">
                    <a16:creationId xmlns:a16="http://schemas.microsoft.com/office/drawing/2014/main" id="{9A17FF9A-4FB5-BC24-147F-3D76AFE768EE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3" name="TextBox 15">
                <a:extLst>
                  <a:ext uri="{FF2B5EF4-FFF2-40B4-BE49-F238E27FC236}">
                    <a16:creationId xmlns:a16="http://schemas.microsoft.com/office/drawing/2014/main" id="{25E15E50-1F63-68B4-37FF-270EB1C904F1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341" name="TextBox 16">
              <a:extLst>
                <a:ext uri="{FF2B5EF4-FFF2-40B4-BE49-F238E27FC236}">
                  <a16:creationId xmlns:a16="http://schemas.microsoft.com/office/drawing/2014/main" id="{3E2239EE-A604-515E-7262-518D2BB49DA7}"/>
                </a:ext>
              </a:extLst>
            </p:cNvPr>
            <p:cNvSpPr txBox="1"/>
            <p:nvPr/>
          </p:nvSpPr>
          <p:spPr>
            <a:xfrm>
              <a:off x="6414781" y="4563715"/>
              <a:ext cx="4964230" cy="59061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 err="1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Carpeta</a:t>
              </a:r>
              <a:r>
                <a:rPr lang="en-US" sz="3199" b="1" spc="-86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3199" b="1" spc="-86" dirty="0" err="1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oculta</a:t>
              </a:r>
              <a:r>
                <a:rPr lang="en-US" sz="3199" b="1" spc="-86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 (.git)</a:t>
              </a:r>
            </a:p>
          </p:txBody>
        </p:sp>
      </p:grpSp>
      <p:grpSp>
        <p:nvGrpSpPr>
          <p:cNvPr id="352" name="Group 57">
            <a:extLst>
              <a:ext uri="{FF2B5EF4-FFF2-40B4-BE49-F238E27FC236}">
                <a16:creationId xmlns:a16="http://schemas.microsoft.com/office/drawing/2014/main" id="{876E3866-9F50-BF82-2FFE-D9AD40F9011F}"/>
              </a:ext>
            </a:extLst>
          </p:cNvPr>
          <p:cNvGrpSpPr/>
          <p:nvPr/>
        </p:nvGrpSpPr>
        <p:grpSpPr>
          <a:xfrm>
            <a:off x="2086340" y="4832852"/>
            <a:ext cx="3211813" cy="413190"/>
            <a:chOff x="0" y="-66675"/>
            <a:chExt cx="4526553" cy="578498"/>
          </a:xfrm>
        </p:grpSpPr>
        <p:sp>
          <p:nvSpPr>
            <p:cNvPr id="353" name="TextBox 58">
              <a:extLst>
                <a:ext uri="{FF2B5EF4-FFF2-40B4-BE49-F238E27FC236}">
                  <a16:creationId xmlns:a16="http://schemas.microsoft.com/office/drawing/2014/main" id="{8278E952-6C4B-7C3E-9357-7B240A9C889A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5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54" name="Group 59">
              <a:extLst>
                <a:ext uri="{FF2B5EF4-FFF2-40B4-BE49-F238E27FC236}">
                  <a16:creationId xmlns:a16="http://schemas.microsoft.com/office/drawing/2014/main" id="{DBC9E716-DE3C-C7AB-C928-350FD3F537E3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55" name="Freeform 60">
                <a:extLst>
                  <a:ext uri="{FF2B5EF4-FFF2-40B4-BE49-F238E27FC236}">
                    <a16:creationId xmlns:a16="http://schemas.microsoft.com/office/drawing/2014/main" id="{BE441854-3AF7-9F98-DAF1-06A6199A429F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56" name="TextBox 61">
                <a:extLst>
                  <a:ext uri="{FF2B5EF4-FFF2-40B4-BE49-F238E27FC236}">
                    <a16:creationId xmlns:a16="http://schemas.microsoft.com/office/drawing/2014/main" id="{9C4A04C7-D989-7A93-8AA5-D8B68DA8A5A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349" name="Group 40">
            <a:extLst>
              <a:ext uri="{FF2B5EF4-FFF2-40B4-BE49-F238E27FC236}">
                <a16:creationId xmlns:a16="http://schemas.microsoft.com/office/drawing/2014/main" id="{1689E7BA-050B-23DD-B3DB-4F13E94F8E51}"/>
              </a:ext>
            </a:extLst>
          </p:cNvPr>
          <p:cNvGrpSpPr/>
          <p:nvPr/>
        </p:nvGrpSpPr>
        <p:grpSpPr>
          <a:xfrm>
            <a:off x="1900337" y="4851361"/>
            <a:ext cx="3213645" cy="404755"/>
            <a:chOff x="0" y="0"/>
            <a:chExt cx="1358522" cy="590257"/>
          </a:xfrm>
        </p:grpSpPr>
        <p:sp>
          <p:nvSpPr>
            <p:cNvPr id="350" name="Freeform 41">
              <a:extLst>
                <a:ext uri="{FF2B5EF4-FFF2-40B4-BE49-F238E27FC236}">
                  <a16:creationId xmlns:a16="http://schemas.microsoft.com/office/drawing/2014/main" id="{CE09AC92-D35B-7AFB-F5D4-473301DC82F9}"/>
                </a:ext>
              </a:extLst>
            </p:cNvPr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51" name="TextBox 42">
              <a:extLst>
                <a:ext uri="{FF2B5EF4-FFF2-40B4-BE49-F238E27FC236}">
                  <a16:creationId xmlns:a16="http://schemas.microsoft.com/office/drawing/2014/main" id="{08764549-18FD-599B-D177-AB06E3AABCA8}"/>
                </a:ext>
              </a:extLst>
            </p:cNvPr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357" name="Group 57">
            <a:extLst>
              <a:ext uri="{FF2B5EF4-FFF2-40B4-BE49-F238E27FC236}">
                <a16:creationId xmlns:a16="http://schemas.microsoft.com/office/drawing/2014/main" id="{A4E22411-3BE0-4DA4-C501-13B28AF69C4B}"/>
              </a:ext>
            </a:extLst>
          </p:cNvPr>
          <p:cNvGrpSpPr/>
          <p:nvPr/>
        </p:nvGrpSpPr>
        <p:grpSpPr>
          <a:xfrm>
            <a:off x="1676749" y="4831628"/>
            <a:ext cx="3211813" cy="413190"/>
            <a:chOff x="0" y="-66675"/>
            <a:chExt cx="4526553" cy="578498"/>
          </a:xfrm>
        </p:grpSpPr>
        <p:sp>
          <p:nvSpPr>
            <p:cNvPr id="358" name="TextBox 58">
              <a:extLst>
                <a:ext uri="{FF2B5EF4-FFF2-40B4-BE49-F238E27FC236}">
                  <a16:creationId xmlns:a16="http://schemas.microsoft.com/office/drawing/2014/main" id="{2B57043D-C6D4-108E-2766-4D7B81DDFFA2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5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59" name="Group 59">
              <a:extLst>
                <a:ext uri="{FF2B5EF4-FFF2-40B4-BE49-F238E27FC236}">
                  <a16:creationId xmlns:a16="http://schemas.microsoft.com/office/drawing/2014/main" id="{5620ADCE-8BB6-CCB9-7DFA-C039DB0C2F25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60" name="Freeform 60">
                <a:extLst>
                  <a:ext uri="{FF2B5EF4-FFF2-40B4-BE49-F238E27FC236}">
                    <a16:creationId xmlns:a16="http://schemas.microsoft.com/office/drawing/2014/main" id="{6DCD04BB-82EA-D712-2228-F4D50AE1814A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61" name="TextBox 61">
                <a:extLst>
                  <a:ext uri="{FF2B5EF4-FFF2-40B4-BE49-F238E27FC236}">
                    <a16:creationId xmlns:a16="http://schemas.microsoft.com/office/drawing/2014/main" id="{B94B7C10-A293-C84B-B5AA-28AD8BC75F4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362" name="Group 57">
            <a:extLst>
              <a:ext uri="{FF2B5EF4-FFF2-40B4-BE49-F238E27FC236}">
                <a16:creationId xmlns:a16="http://schemas.microsoft.com/office/drawing/2014/main" id="{A03E34BD-80EF-24DC-AE6F-92180A53022D}"/>
              </a:ext>
            </a:extLst>
          </p:cNvPr>
          <p:cNvGrpSpPr/>
          <p:nvPr/>
        </p:nvGrpSpPr>
        <p:grpSpPr>
          <a:xfrm>
            <a:off x="2083536" y="6122733"/>
            <a:ext cx="3211813" cy="413190"/>
            <a:chOff x="0" y="-66675"/>
            <a:chExt cx="4526553" cy="578498"/>
          </a:xfrm>
        </p:grpSpPr>
        <p:sp>
          <p:nvSpPr>
            <p:cNvPr id="363" name="TextBox 58">
              <a:extLst>
                <a:ext uri="{FF2B5EF4-FFF2-40B4-BE49-F238E27FC236}">
                  <a16:creationId xmlns:a16="http://schemas.microsoft.com/office/drawing/2014/main" id="{01BD5D73-336D-944A-F99B-9435D102FC8E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2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64" name="Group 59">
              <a:extLst>
                <a:ext uri="{FF2B5EF4-FFF2-40B4-BE49-F238E27FC236}">
                  <a16:creationId xmlns:a16="http://schemas.microsoft.com/office/drawing/2014/main" id="{4F0D77E6-6E6A-9ED2-09B9-B10FA96EEC53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65" name="Freeform 60">
                <a:extLst>
                  <a:ext uri="{FF2B5EF4-FFF2-40B4-BE49-F238E27FC236}">
                    <a16:creationId xmlns:a16="http://schemas.microsoft.com/office/drawing/2014/main" id="{A7561156-44FF-BDDE-9D20-6659830A50AD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FFFF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66" name="TextBox 61">
                <a:extLst>
                  <a:ext uri="{FF2B5EF4-FFF2-40B4-BE49-F238E27FC236}">
                    <a16:creationId xmlns:a16="http://schemas.microsoft.com/office/drawing/2014/main" id="{6DC1978A-C11E-DC03-D438-D88413E8C62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367" name="Group 40">
            <a:extLst>
              <a:ext uri="{FF2B5EF4-FFF2-40B4-BE49-F238E27FC236}">
                <a16:creationId xmlns:a16="http://schemas.microsoft.com/office/drawing/2014/main" id="{8CA20427-5A87-4241-F9D4-E814AEF174A6}"/>
              </a:ext>
            </a:extLst>
          </p:cNvPr>
          <p:cNvGrpSpPr/>
          <p:nvPr/>
        </p:nvGrpSpPr>
        <p:grpSpPr>
          <a:xfrm>
            <a:off x="1861986" y="6147718"/>
            <a:ext cx="3213645" cy="404755"/>
            <a:chOff x="0" y="0"/>
            <a:chExt cx="1358522" cy="590257"/>
          </a:xfrm>
        </p:grpSpPr>
        <p:sp>
          <p:nvSpPr>
            <p:cNvPr id="368" name="Freeform 41">
              <a:extLst>
                <a:ext uri="{FF2B5EF4-FFF2-40B4-BE49-F238E27FC236}">
                  <a16:creationId xmlns:a16="http://schemas.microsoft.com/office/drawing/2014/main" id="{6CE0AFBD-89A5-6B15-5D55-3E10C5EC389D}"/>
                </a:ext>
              </a:extLst>
            </p:cNvPr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69" name="TextBox 42">
              <a:extLst>
                <a:ext uri="{FF2B5EF4-FFF2-40B4-BE49-F238E27FC236}">
                  <a16:creationId xmlns:a16="http://schemas.microsoft.com/office/drawing/2014/main" id="{D3B19872-8CC0-BC95-B228-7AB6E1248325}"/>
                </a:ext>
              </a:extLst>
            </p:cNvPr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370" name="Group 57">
            <a:extLst>
              <a:ext uri="{FF2B5EF4-FFF2-40B4-BE49-F238E27FC236}">
                <a16:creationId xmlns:a16="http://schemas.microsoft.com/office/drawing/2014/main" id="{00B19683-0A10-F63A-B98C-D0567DA8DFC1}"/>
              </a:ext>
            </a:extLst>
          </p:cNvPr>
          <p:cNvGrpSpPr/>
          <p:nvPr/>
        </p:nvGrpSpPr>
        <p:grpSpPr>
          <a:xfrm>
            <a:off x="1683308" y="6122733"/>
            <a:ext cx="3211813" cy="413190"/>
            <a:chOff x="0" y="-66675"/>
            <a:chExt cx="4526553" cy="578498"/>
          </a:xfrm>
        </p:grpSpPr>
        <p:sp>
          <p:nvSpPr>
            <p:cNvPr id="371" name="TextBox 58">
              <a:extLst>
                <a:ext uri="{FF2B5EF4-FFF2-40B4-BE49-F238E27FC236}">
                  <a16:creationId xmlns:a16="http://schemas.microsoft.com/office/drawing/2014/main" id="{9589A706-00A2-D171-D1E7-4FBC20D4C448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2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72" name="Group 59">
              <a:extLst>
                <a:ext uri="{FF2B5EF4-FFF2-40B4-BE49-F238E27FC236}">
                  <a16:creationId xmlns:a16="http://schemas.microsoft.com/office/drawing/2014/main" id="{0A056D29-A236-8401-567C-BF5550A98333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73" name="Freeform 60">
                <a:extLst>
                  <a:ext uri="{FF2B5EF4-FFF2-40B4-BE49-F238E27FC236}">
                    <a16:creationId xmlns:a16="http://schemas.microsoft.com/office/drawing/2014/main" id="{62C89C3D-7939-AEEC-6CD2-056C97522B49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FFFF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74" name="TextBox 61">
                <a:extLst>
                  <a:ext uri="{FF2B5EF4-FFF2-40B4-BE49-F238E27FC236}">
                    <a16:creationId xmlns:a16="http://schemas.microsoft.com/office/drawing/2014/main" id="{0BECCBFA-C63B-8C0C-CB5D-6C894FEE7A76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375" name="Group 57">
            <a:extLst>
              <a:ext uri="{FF2B5EF4-FFF2-40B4-BE49-F238E27FC236}">
                <a16:creationId xmlns:a16="http://schemas.microsoft.com/office/drawing/2014/main" id="{C3B91283-6044-8663-4BD6-A6B5E0564E9A}"/>
              </a:ext>
            </a:extLst>
          </p:cNvPr>
          <p:cNvGrpSpPr/>
          <p:nvPr/>
        </p:nvGrpSpPr>
        <p:grpSpPr>
          <a:xfrm>
            <a:off x="2053191" y="7357278"/>
            <a:ext cx="3211813" cy="413190"/>
            <a:chOff x="0" y="-66675"/>
            <a:chExt cx="4526553" cy="578498"/>
          </a:xfrm>
        </p:grpSpPr>
        <p:sp>
          <p:nvSpPr>
            <p:cNvPr id="376" name="TextBox 58">
              <a:extLst>
                <a:ext uri="{FF2B5EF4-FFF2-40B4-BE49-F238E27FC236}">
                  <a16:creationId xmlns:a16="http://schemas.microsoft.com/office/drawing/2014/main" id="{61AE861F-F3BF-075A-7DB9-3CAAF38CC1F1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4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77" name="Group 59">
              <a:extLst>
                <a:ext uri="{FF2B5EF4-FFF2-40B4-BE49-F238E27FC236}">
                  <a16:creationId xmlns:a16="http://schemas.microsoft.com/office/drawing/2014/main" id="{F1556829-24FD-2496-6D24-706D40D5735E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78" name="Freeform 60">
                <a:extLst>
                  <a:ext uri="{FF2B5EF4-FFF2-40B4-BE49-F238E27FC236}">
                    <a16:creationId xmlns:a16="http://schemas.microsoft.com/office/drawing/2014/main" id="{8B4C4DD7-B936-A20D-62AC-A4C3A60DAC28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00B0F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79" name="TextBox 61">
                <a:extLst>
                  <a:ext uri="{FF2B5EF4-FFF2-40B4-BE49-F238E27FC236}">
                    <a16:creationId xmlns:a16="http://schemas.microsoft.com/office/drawing/2014/main" id="{89A1DC6E-4DC3-41FA-1D5A-881E162E2152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380" name="Group 40">
            <a:extLst>
              <a:ext uri="{FF2B5EF4-FFF2-40B4-BE49-F238E27FC236}">
                <a16:creationId xmlns:a16="http://schemas.microsoft.com/office/drawing/2014/main" id="{E8062155-0C96-C4F6-6D53-013DE579A891}"/>
              </a:ext>
            </a:extLst>
          </p:cNvPr>
          <p:cNvGrpSpPr/>
          <p:nvPr/>
        </p:nvGrpSpPr>
        <p:grpSpPr>
          <a:xfrm>
            <a:off x="1975787" y="7375759"/>
            <a:ext cx="3213645" cy="404755"/>
            <a:chOff x="0" y="0"/>
            <a:chExt cx="1358522" cy="590257"/>
          </a:xfrm>
        </p:grpSpPr>
        <p:sp>
          <p:nvSpPr>
            <p:cNvPr id="381" name="Freeform 41">
              <a:extLst>
                <a:ext uri="{FF2B5EF4-FFF2-40B4-BE49-F238E27FC236}">
                  <a16:creationId xmlns:a16="http://schemas.microsoft.com/office/drawing/2014/main" id="{5D856DD5-A3DF-DDDF-45F6-FE16F9C99A42}"/>
                </a:ext>
              </a:extLst>
            </p:cNvPr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82" name="TextBox 42">
              <a:extLst>
                <a:ext uri="{FF2B5EF4-FFF2-40B4-BE49-F238E27FC236}">
                  <a16:creationId xmlns:a16="http://schemas.microsoft.com/office/drawing/2014/main" id="{49DEE8E6-1C81-16F8-0B80-486A90D4943C}"/>
                </a:ext>
              </a:extLst>
            </p:cNvPr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383" name="Group 57">
            <a:extLst>
              <a:ext uri="{FF2B5EF4-FFF2-40B4-BE49-F238E27FC236}">
                <a16:creationId xmlns:a16="http://schemas.microsoft.com/office/drawing/2014/main" id="{29ECEA28-D9AB-33BB-DB37-A18EA43116CA}"/>
              </a:ext>
            </a:extLst>
          </p:cNvPr>
          <p:cNvGrpSpPr/>
          <p:nvPr/>
        </p:nvGrpSpPr>
        <p:grpSpPr>
          <a:xfrm>
            <a:off x="1652963" y="7357278"/>
            <a:ext cx="3211813" cy="413190"/>
            <a:chOff x="0" y="-66675"/>
            <a:chExt cx="4526553" cy="578498"/>
          </a:xfrm>
        </p:grpSpPr>
        <p:sp>
          <p:nvSpPr>
            <p:cNvPr id="384" name="TextBox 58">
              <a:extLst>
                <a:ext uri="{FF2B5EF4-FFF2-40B4-BE49-F238E27FC236}">
                  <a16:creationId xmlns:a16="http://schemas.microsoft.com/office/drawing/2014/main" id="{9F287EA2-3B77-35F7-43D1-B0170C314102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4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85" name="Group 59">
              <a:extLst>
                <a:ext uri="{FF2B5EF4-FFF2-40B4-BE49-F238E27FC236}">
                  <a16:creationId xmlns:a16="http://schemas.microsoft.com/office/drawing/2014/main" id="{94462912-0E0A-B883-5260-4A65172E5058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86" name="Freeform 60">
                <a:extLst>
                  <a:ext uri="{FF2B5EF4-FFF2-40B4-BE49-F238E27FC236}">
                    <a16:creationId xmlns:a16="http://schemas.microsoft.com/office/drawing/2014/main" id="{554E4EE1-C65E-5695-0471-D8A154B8F73A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00B0F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87" name="TextBox 61">
                <a:extLst>
                  <a:ext uri="{FF2B5EF4-FFF2-40B4-BE49-F238E27FC236}">
                    <a16:creationId xmlns:a16="http://schemas.microsoft.com/office/drawing/2014/main" id="{36FA429A-4638-6D4D-0EAC-9DB1D2B94506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13" name="TextBox 56">
            <a:extLst>
              <a:ext uri="{FF2B5EF4-FFF2-40B4-BE49-F238E27FC236}">
                <a16:creationId xmlns:a16="http://schemas.microsoft.com/office/drawing/2014/main" id="{846FEED1-4AFD-2E3B-01CB-F79AC22957C3}"/>
              </a:ext>
            </a:extLst>
          </p:cNvPr>
          <p:cNvSpPr txBox="1"/>
          <p:nvPr/>
        </p:nvSpPr>
        <p:spPr>
          <a:xfrm>
            <a:off x="7174642" y="5555497"/>
            <a:ext cx="4423183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feature/mi-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1607263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4.81481E-6 L 0.28438 0.1219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19" y="60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66" b="-4666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8953781" y="-5222082"/>
            <a:ext cx="9375908" cy="20731164"/>
            <a:chOff x="0" y="0"/>
            <a:chExt cx="2469375" cy="54600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69375" cy="5460060"/>
            </a:xfrm>
            <a:custGeom>
              <a:avLst/>
              <a:gdLst/>
              <a:ahLst/>
              <a:cxnLst/>
              <a:rect l="l" t="t" r="r" b="b"/>
              <a:pathLst>
                <a:path w="2469375" h="5460060">
                  <a:moveTo>
                    <a:pt x="0" y="0"/>
                  </a:moveTo>
                  <a:lnTo>
                    <a:pt x="2469375" y="0"/>
                  </a:lnTo>
                  <a:lnTo>
                    <a:pt x="2469375" y="5460060"/>
                  </a:lnTo>
                  <a:lnTo>
                    <a:pt x="0" y="546006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469375" cy="5479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047750"/>
            <a:ext cx="7552018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80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¿POR QUÉ SE USA MÁS “GIT FETCH”?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57214" y="1866900"/>
            <a:ext cx="7299342" cy="5476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 </a:t>
            </a: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permite revisar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 los </a:t>
            </a: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cambios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tus compañeros van a chocar con tu trabajo antes de integrarlos.</a:t>
            </a:r>
          </a:p>
          <a:p>
            <a:pPr marL="302258" lvl="1" algn="l">
              <a:lnSpc>
                <a:spcPts val="3919"/>
              </a:lnSpc>
            </a:pPr>
            <a:endParaRPr lang="es-MX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la única forma de que tu computadora local se entere de que hay una rama nueva.</a:t>
            </a:r>
          </a:p>
          <a:p>
            <a:pPr marL="302258" lvl="1" algn="l">
              <a:lnSpc>
                <a:spcPts val="3919"/>
              </a:lnSpc>
            </a:pPr>
            <a:endParaRPr lang="es-MX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Tienes acceso a todo el historial remoto en tu disco duro para revisarlo aunque te quedes sin internet.</a:t>
            </a: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5509004"/>
            <a:ext cx="7074075" cy="2476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proyectos profesionales, </a:t>
            </a:r>
            <a:r>
              <a:rPr lang="es-MX" sz="2799" b="1" spc="-5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nunca</a:t>
            </a: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mezclamos código a ciegas.</a:t>
            </a:r>
          </a:p>
          <a:p>
            <a:pPr marL="0" lvl="1" indent="0" algn="l">
              <a:lnSpc>
                <a:spcPts val="3919"/>
              </a:lnSpc>
            </a:pPr>
            <a:endParaRPr lang="es-MX" sz="2799" spc="-5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1" indent="0" algn="l">
              <a:lnSpc>
                <a:spcPts val="3919"/>
              </a:lnSpc>
            </a:pP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 git </a:t>
            </a:r>
            <a:r>
              <a:rPr lang="es-MX" sz="2799" spc="-5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fetch</a:t>
            </a: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podemos realizar una auditoría previa.</a:t>
            </a:r>
            <a:endParaRPr lang="en-US" sz="2799" u="none" strike="noStrike" spc="-5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19957736-E0CB-31AF-29A3-7E1F223AA93A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3" name="Group 10">
              <a:extLst>
                <a:ext uri="{FF2B5EF4-FFF2-40B4-BE49-F238E27FC236}">
                  <a16:creationId xmlns:a16="http://schemas.microsoft.com/office/drawing/2014/main" id="{E9564CE9-E6BC-75A2-F7A5-117F3A209434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374CC51C-C680-6CB4-90EB-5129AA2A81B4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D6AEB4C5-01AB-6730-3701-E88C1AD9961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9B2D755D-1526-85D2-61D9-BC2EA47E4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3480D-54E7-C0B8-DE6B-442B487F0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03CB48C-A61F-8047-F4E7-14EEE86A260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66" b="-4666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5C363C8-8D98-0A90-FD54-EDDDC79319FB}"/>
              </a:ext>
            </a:extLst>
          </p:cNvPr>
          <p:cNvGrpSpPr/>
          <p:nvPr/>
        </p:nvGrpSpPr>
        <p:grpSpPr>
          <a:xfrm>
            <a:off x="8953781" y="-5222082"/>
            <a:ext cx="9375908" cy="20731164"/>
            <a:chOff x="0" y="0"/>
            <a:chExt cx="2469375" cy="546006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507128A-BDA9-2A30-F130-94F8A533EE05}"/>
                </a:ext>
              </a:extLst>
            </p:cNvPr>
            <p:cNvSpPr/>
            <p:nvPr/>
          </p:nvSpPr>
          <p:spPr>
            <a:xfrm>
              <a:off x="0" y="0"/>
              <a:ext cx="2469375" cy="5460060"/>
            </a:xfrm>
            <a:custGeom>
              <a:avLst/>
              <a:gdLst/>
              <a:ahLst/>
              <a:cxnLst/>
              <a:rect l="l" t="t" r="r" b="b"/>
              <a:pathLst>
                <a:path w="2469375" h="5460060">
                  <a:moveTo>
                    <a:pt x="0" y="0"/>
                  </a:moveTo>
                  <a:lnTo>
                    <a:pt x="2469375" y="0"/>
                  </a:lnTo>
                  <a:lnTo>
                    <a:pt x="2469375" y="5460060"/>
                  </a:lnTo>
                  <a:lnTo>
                    <a:pt x="0" y="546006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C14CB23-3E83-C2DD-456E-3E8622F53C71}"/>
                </a:ext>
              </a:extLst>
            </p:cNvPr>
            <p:cNvSpPr txBox="1"/>
            <p:nvPr/>
          </p:nvSpPr>
          <p:spPr>
            <a:xfrm>
              <a:off x="0" y="-19050"/>
              <a:ext cx="2469375" cy="5479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2D133486-7248-9F43-99A5-C420914F6759}"/>
              </a:ext>
            </a:extLst>
          </p:cNvPr>
          <p:cNvSpPr txBox="1"/>
          <p:nvPr/>
        </p:nvSpPr>
        <p:spPr>
          <a:xfrm>
            <a:off x="1028700" y="1047750"/>
            <a:ext cx="7277100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60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¿CUÁNDO CONVIENE USAR “git fetch origin </a:t>
            </a:r>
            <a:r>
              <a:rPr lang="en-US" sz="6000" b="1" i="1" dirty="0" err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nombre-rama</a:t>
            </a:r>
            <a:r>
              <a:rPr lang="en-US" sz="60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”?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00F2650-0CA9-1635-6643-1D6A8DA09DFB}"/>
              </a:ext>
            </a:extLst>
          </p:cNvPr>
          <p:cNvSpPr txBox="1"/>
          <p:nvPr/>
        </p:nvSpPr>
        <p:spPr>
          <a:xfrm>
            <a:off x="9753600" y="2091100"/>
            <a:ext cx="7299342" cy="4476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empresas grandes puede haber muchas ramas y desarrolladores trabajando al mismo tiempo. Descargar todo (git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fetch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 tomaría mucho tiempo.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endParaRPr lang="es-MX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revisiones específicas, solo se descarga lo de la rama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requerída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para evaluar.</a:t>
            </a: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6B22CB7-BD54-4FC2-B57A-3D599F05C4F9}"/>
              </a:ext>
            </a:extLst>
          </p:cNvPr>
          <p:cNvSpPr txBox="1"/>
          <p:nvPr/>
        </p:nvSpPr>
        <p:spPr>
          <a:xfrm>
            <a:off x="1028700" y="5797611"/>
            <a:ext cx="7429500" cy="147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Ejecutar este comando restringe la descarga para </a:t>
            </a:r>
            <a:r>
              <a:rPr lang="es-MX" sz="2799" b="1" spc="-5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no llenar </a:t>
            </a: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tu computadora de </a:t>
            </a:r>
            <a:r>
              <a:rPr lang="es-MX" sz="2799" b="1" spc="-5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información innecesaria</a:t>
            </a: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2799" u="none" strike="noStrike" spc="-5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15BB289-358C-1372-D46D-C51E0DE26757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3" name="Group 10">
              <a:extLst>
                <a:ext uri="{FF2B5EF4-FFF2-40B4-BE49-F238E27FC236}">
                  <a16:creationId xmlns:a16="http://schemas.microsoft.com/office/drawing/2014/main" id="{BE82C0E0-8248-A3A7-C4F3-6B594488971A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CEBA21E1-445A-F9F3-4C60-692791D4693F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E6CDE1A3-B4B6-4954-B55C-71DFB754AF81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F7924797-4F38-E90B-B4FB-2570A1DBE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3912797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895116-91BA-9DAF-CB8D-04343D61E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525F894-41FB-F12D-F84A-66335F0ABF99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E99112B-296D-0CDB-78BA-16BAAB7F4F4E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1097C83-C871-C6E9-38C3-2B0C46FF516E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CB9F291-984F-7441-1BB2-382930392894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4ED383C3-A80C-55B5-39DC-83A519EF0017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69CF01C-2FED-7A99-F2DE-BECC91F1AD3D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A5266AB-E00A-73D5-7FD7-C68FBD5FC079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CFF15B1-1B4D-D5AC-394E-3BBA161DB02B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90D5F31F-2AA8-E354-4BC2-46743062183B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40C3BB0-5A88-565C-22D0-E3BFA78F418A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200C999-52C6-E33E-1FA5-FA9AB1E67021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fetch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91A11DB-F0EF-F06B-345D-C42034E8BCC7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E4E36C5-A7DA-068F-463F-2AF54EA7FF96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84C3E16-35FF-232A-ADDE-C210372C56A8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294C0510-712E-61CC-9FD1-ED8265961828}"/>
              </a:ext>
            </a:extLst>
          </p:cNvPr>
          <p:cNvSpPr txBox="1"/>
          <p:nvPr/>
        </p:nvSpPr>
        <p:spPr>
          <a:xfrm>
            <a:off x="5071158" y="975934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Descarga la información más reciente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 GitHub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hacia tu computadora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, pero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altera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, ni toca, ni mezcla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tus archivos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de trabajo actuales. 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6921EC2A-D2EA-AF02-5E82-72AF34BE4707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625489C0-8D98-6A13-B854-68B3C56B0864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30EA9B9A-79F8-A14C-4560-2C4582B0C127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A9856709-1467-DCC0-F763-6EF6CFFE1156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8BB53E28-3562-998B-604E-65FEEC30A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pic>
        <p:nvPicPr>
          <p:cNvPr id="23" name="Imagen 22">
            <a:extLst>
              <a:ext uri="{FF2B5EF4-FFF2-40B4-BE49-F238E27FC236}">
                <a16:creationId xmlns:a16="http://schemas.microsoft.com/office/drawing/2014/main" id="{DCBFE735-67E5-D5A6-8385-279169F27A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870" y="3701934"/>
            <a:ext cx="17314040" cy="4272267"/>
          </a:xfrm>
          <a:prstGeom prst="rect">
            <a:avLst/>
          </a:prstGeom>
        </p:spPr>
      </p:pic>
      <p:sp>
        <p:nvSpPr>
          <p:cNvPr id="27" name="TextBox 35">
            <a:extLst>
              <a:ext uri="{FF2B5EF4-FFF2-40B4-BE49-F238E27FC236}">
                <a16:creationId xmlns:a16="http://schemas.microsoft.com/office/drawing/2014/main" id="{AE87F882-A9F2-A32F-F612-D56CD18A5369}"/>
              </a:ext>
            </a:extLst>
          </p:cNvPr>
          <p:cNvSpPr txBox="1"/>
          <p:nvPr/>
        </p:nvSpPr>
        <p:spPr>
          <a:xfrm>
            <a:off x="551725" y="2753437"/>
            <a:ext cx="158013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Posible error a tener…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93639957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095128-7982-5426-DE59-566C1D858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DAA6BF8-B12A-C69E-F5D6-CE2EFDCE27E3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437FBFF-28D2-AF41-AF85-C5E000C40E63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B33FC84-DEBD-2877-8236-D3CA81F77894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852C3AA-8F13-AC59-F139-6AAB5ED24C47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BE1851A5-59C2-BC45-4881-07FD5EA285E8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E00FC37-5B20-FB75-8959-B565EA7CE818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E8A758E-7EC3-BF7F-8894-E5C295FE2517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B6AB8A8-DF88-54B9-BF04-FA350F280490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AEC667C-3648-ECEC-FBD4-6135E5AE2BEC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75108BC-12D3-A1B2-9D26-A34BAAE50553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292C8543-F206-BDD6-F6FE-D4281BAA67B5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fetch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4DA25FDD-5A49-1EA8-30E4-F53D5FA15348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38ED2CC-146A-2E0A-9926-56E9C6277215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6F56FE5F-F7D4-9EDB-747B-8CBCFE62B830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8BADFF3C-A5AD-DCA4-5FB3-78F2EFF78094}"/>
              </a:ext>
            </a:extLst>
          </p:cNvPr>
          <p:cNvSpPr txBox="1"/>
          <p:nvPr/>
        </p:nvSpPr>
        <p:spPr>
          <a:xfrm>
            <a:off x="5071158" y="975934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Descarga la información más reciente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 GitHub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hacia tu computadora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, pero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altera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, ni toca, ni mezcla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tus archivos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de trabajo actuales. 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C0E24C0D-5900-990B-3BD7-0856D4BACED2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C8849D10-172D-BA0F-3230-BFE35936FCF2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A06880FA-60E2-1DC7-01F0-5FBCA4E13B0C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5E249D16-0935-E328-CE79-D6AD6D048FE3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698EECE3-FEF6-13B6-2C5D-C30CB77BB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pic>
        <p:nvPicPr>
          <p:cNvPr id="23" name="Imagen 22">
            <a:extLst>
              <a:ext uri="{FF2B5EF4-FFF2-40B4-BE49-F238E27FC236}">
                <a16:creationId xmlns:a16="http://schemas.microsoft.com/office/drawing/2014/main" id="{923A676B-3BF2-C2C7-1F3D-2D37342314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7" b="1637"/>
          <a:stretch/>
        </p:blipFill>
        <p:spPr>
          <a:xfrm>
            <a:off x="2868458" y="4146369"/>
            <a:ext cx="12823719" cy="3164273"/>
          </a:xfrm>
          <a:prstGeom prst="rect">
            <a:avLst/>
          </a:prstGeom>
        </p:spPr>
      </p:pic>
      <p:sp>
        <p:nvSpPr>
          <p:cNvPr id="21" name="TextBox 35">
            <a:extLst>
              <a:ext uri="{FF2B5EF4-FFF2-40B4-BE49-F238E27FC236}">
                <a16:creationId xmlns:a16="http://schemas.microsoft.com/office/drawing/2014/main" id="{8DF14AFD-5C6D-D617-6C03-E63E44F6BF8A}"/>
              </a:ext>
            </a:extLst>
          </p:cNvPr>
          <p:cNvSpPr txBox="1"/>
          <p:nvPr/>
        </p:nvSpPr>
        <p:spPr>
          <a:xfrm>
            <a:off x="2868458" y="3245124"/>
            <a:ext cx="12658372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Revisamos las ramas que tenemos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55857377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214DB0-6391-9D16-C4BA-C3F7F9F8B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511C4CC-2134-0D32-CF2C-923DA3301E4D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F236A27-A80B-0F05-152D-207C42B711C5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5C9D0E3-D650-699D-084D-853FC7ACD7F2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740C13B-23C5-E6AE-C574-832227820330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B2602F46-6A59-2906-A34A-55F5094563D2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23FAE7C-6B37-39D7-6F42-1095ABEAA27F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D3F8895-FEA4-A925-8BB4-FCDEFD0DFCE0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F589DA9-3914-59A2-64B3-3F6A4480781D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E2A0D4E4-7F30-16B0-B71B-83916A824AC8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0168F51-FB86-EE1D-4FAE-D22DCA108367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E7962EA4-D022-3AB3-ACE3-0C528A916571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fetch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859F730-D03E-14E0-951B-C8BB8B01CE74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68F241F-E783-4B51-24C8-2CB6B7364799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8D7DAF96-FCF8-F44C-934D-0745B0C6C218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A1313622-04DC-87A7-CCA6-F2CD95551A53}"/>
              </a:ext>
            </a:extLst>
          </p:cNvPr>
          <p:cNvSpPr txBox="1"/>
          <p:nvPr/>
        </p:nvSpPr>
        <p:spPr>
          <a:xfrm>
            <a:off x="5071158" y="975934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Descarga la información más reciente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 GitHub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hacia tu computadora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, pero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altera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, ni toca, ni mezcla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tus archivos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de trabajo actuales. 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EE8AAD89-1B5C-CC3E-29F3-54BC894BBA3C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E8E05E80-5031-8F09-9AAE-5678B12A255D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A5BD3AD1-6AEF-0BE3-0CC5-C40ECF488D79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F3226059-E88F-2496-8D11-750EB08E82D3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48DF90E4-E979-BB68-BA19-D4929F857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pic>
        <p:nvPicPr>
          <p:cNvPr id="14" name="Imagen 13">
            <a:extLst>
              <a:ext uri="{FF2B5EF4-FFF2-40B4-BE49-F238E27FC236}">
                <a16:creationId xmlns:a16="http://schemas.microsoft.com/office/drawing/2014/main" id="{901CAB9B-3604-1ABC-4E3F-922905CADB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" r="5713"/>
          <a:stretch>
            <a:fillRect/>
          </a:stretch>
        </p:blipFill>
        <p:spPr>
          <a:xfrm>
            <a:off x="1613288" y="4152900"/>
            <a:ext cx="14464912" cy="3164273"/>
          </a:xfrm>
          <a:prstGeom prst="rect">
            <a:avLst/>
          </a:prstGeom>
        </p:spPr>
      </p:pic>
      <p:sp>
        <p:nvSpPr>
          <p:cNvPr id="20" name="TextBox 35">
            <a:extLst>
              <a:ext uri="{FF2B5EF4-FFF2-40B4-BE49-F238E27FC236}">
                <a16:creationId xmlns:a16="http://schemas.microsoft.com/office/drawing/2014/main" id="{88F3E37D-9EF7-D7EE-B3B4-127494F4CA27}"/>
              </a:ext>
            </a:extLst>
          </p:cNvPr>
          <p:cNvSpPr txBox="1"/>
          <p:nvPr/>
        </p:nvSpPr>
        <p:spPr>
          <a:xfrm>
            <a:off x="2868458" y="3245124"/>
            <a:ext cx="12658372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 hacemos un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fetch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una rama específica…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35709062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D1A5FA-B8BE-5C58-04C9-EC23E414D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D475A0C-E5E1-3BB7-3941-0C5D61AE2447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0A66100-F1B7-3FAF-F641-A0BAEAABE6DD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72205DF-E71F-A523-1C1E-FBAA7DC86E47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DD7D80E-A4BA-8FC6-DBDA-8C5C212A6868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E9AF23C9-1F84-4433-0AD2-7BF4FA998571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E3E6DCC-6CE4-4FA9-D6B9-1DAAD5F1C2CC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55335EC-667C-037A-42BD-10611283004B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F2D5B19-B35F-4521-02AB-D8C72D36C6BA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C071C4DB-2EFC-0CEA-4579-B34FD8E7742D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9A95214-B02E-1368-E6F0-D2369BBFABE5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4618775-D848-D46C-0392-66891AB3A057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fetch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F538902C-1905-DBC6-3F18-47584B46347C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A0E4E45-CAC3-8C88-FC8D-101F20783F2C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82C137C-AF5C-D5C1-E039-31C06699F38E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1F49BDE3-1FFE-25A3-8A59-5E2DEA4B5B0E}"/>
              </a:ext>
            </a:extLst>
          </p:cNvPr>
          <p:cNvSpPr txBox="1"/>
          <p:nvPr/>
        </p:nvSpPr>
        <p:spPr>
          <a:xfrm>
            <a:off x="5071158" y="975934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Descarga la información más reciente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 GitHub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hacia tu computadora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, pero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altera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, ni toca, ni mezcla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tus archivos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de trabajo actuales. 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B67A4E79-4926-0E58-54E8-EEC2B29D4924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4012BF75-2C75-2D3B-1618-0698A8769497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3982B285-5306-DBAC-E20D-1BE342C0F428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297A12CE-18BC-74A6-175D-561F2428E6D3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E22A6498-C019-FF7B-F52B-BF8B0888E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pic>
        <p:nvPicPr>
          <p:cNvPr id="14" name="Imagen 13">
            <a:extLst>
              <a:ext uri="{FF2B5EF4-FFF2-40B4-BE49-F238E27FC236}">
                <a16:creationId xmlns:a16="http://schemas.microsoft.com/office/drawing/2014/main" id="{DC4716AA-9C28-FF2F-1903-9F816C8720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422" b="1065"/>
          <a:stretch>
            <a:fillRect/>
          </a:stretch>
        </p:blipFill>
        <p:spPr>
          <a:xfrm>
            <a:off x="1613288" y="4152900"/>
            <a:ext cx="14464912" cy="4396441"/>
          </a:xfrm>
          <a:prstGeom prst="rect">
            <a:avLst/>
          </a:prstGeom>
        </p:spPr>
      </p:pic>
      <p:sp>
        <p:nvSpPr>
          <p:cNvPr id="20" name="TextBox 35">
            <a:extLst>
              <a:ext uri="{FF2B5EF4-FFF2-40B4-BE49-F238E27FC236}">
                <a16:creationId xmlns:a16="http://schemas.microsoft.com/office/drawing/2014/main" id="{86846519-C74A-B087-58C8-B276035BF70A}"/>
              </a:ext>
            </a:extLst>
          </p:cNvPr>
          <p:cNvSpPr txBox="1"/>
          <p:nvPr/>
        </p:nvSpPr>
        <p:spPr>
          <a:xfrm>
            <a:off x="2868458" y="3245124"/>
            <a:ext cx="12658372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 hacemos un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fetch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general…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64318621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6C98D9-AA0B-8936-A1F0-2FB13A907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83969E6-107A-DFCD-88A0-300FF1A0C0D7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C6FBF8A-E37B-C239-E13D-D00C0A6C4C99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3B9AA47-7D83-E896-098A-78B40B10A485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24360D0-8331-92F7-C84C-FD24A7E69400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7CBE75C2-46FB-A4B1-200E-51724B437C1D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DBF693D-C759-9759-FAC8-A0CE08F11962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986626C-15E8-0C27-4C1B-B163D1215FCB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464F458-F76B-2B88-B56E-45126114ED5E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9013E171-795A-E20A-DE30-5F91729B2B2A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0C2F5A6-6E00-446A-9D30-FADDBF514678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7BE50B92-5F19-3743-20B9-D9C66C5CF088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fetch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EB2A5ABC-AF94-9EA8-DF53-29238143C09F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6F7D502-1AB4-1FB2-E486-360A26FDD005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4E13E648-9ED8-9254-E999-D30EC3EF6021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A2EB0677-1231-D496-144F-824885758A2D}"/>
              </a:ext>
            </a:extLst>
          </p:cNvPr>
          <p:cNvSpPr txBox="1"/>
          <p:nvPr/>
        </p:nvSpPr>
        <p:spPr>
          <a:xfrm>
            <a:off x="5071158" y="975934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Descarga la información más reciente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 GitHub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hacia tu computadora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, pero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altera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, ni toca, ni mezcla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tus archivos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de trabajo actuales. 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D2F6BDC1-53D9-4ECA-C71D-2DF88ED0C108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CF38850C-52D8-0A89-D27A-C9134B203228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3E972541-78AB-44CB-113E-51354971CDBE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645C567D-1C18-E578-522B-90F2734660C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B10A5321-BFA6-907C-FE1A-57C9ACB70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14" name="TextBox 35">
            <a:extLst>
              <a:ext uri="{FF2B5EF4-FFF2-40B4-BE49-F238E27FC236}">
                <a16:creationId xmlns:a16="http://schemas.microsoft.com/office/drawing/2014/main" id="{66E2C9FE-A8A5-CE1A-8B4B-FFF5CFDDDD9E}"/>
              </a:ext>
            </a:extLst>
          </p:cNvPr>
          <p:cNvSpPr txBox="1"/>
          <p:nvPr/>
        </p:nvSpPr>
        <p:spPr>
          <a:xfrm>
            <a:off x="1489700" y="2861053"/>
            <a:ext cx="11157791" cy="490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3200" b="1" spc="-75" dirty="0">
                <a:solidFill>
                  <a:srgbClr val="F15226"/>
                </a:solidFill>
                <a:latin typeface="Poppins"/>
                <a:ea typeface="Poppins"/>
                <a:cs typeface="Poppins"/>
                <a:sym typeface="Poppins"/>
              </a:rPr>
              <a:t>¿Cómo puedo ver qué cambios se descargaron?</a:t>
            </a:r>
            <a:endParaRPr lang="en-US" sz="3200" b="1" spc="-75" dirty="0">
              <a:solidFill>
                <a:srgbClr val="F152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5" name="Group 52">
            <a:extLst>
              <a:ext uri="{FF2B5EF4-FFF2-40B4-BE49-F238E27FC236}">
                <a16:creationId xmlns:a16="http://schemas.microsoft.com/office/drawing/2014/main" id="{392C9489-FD94-1AD6-6190-0B4A6802C6DE}"/>
              </a:ext>
            </a:extLst>
          </p:cNvPr>
          <p:cNvGrpSpPr/>
          <p:nvPr/>
        </p:nvGrpSpPr>
        <p:grpSpPr>
          <a:xfrm>
            <a:off x="1584258" y="4606231"/>
            <a:ext cx="11979341" cy="960554"/>
            <a:chOff x="0" y="0"/>
            <a:chExt cx="2441105" cy="197645"/>
          </a:xfrm>
        </p:grpSpPr>
        <p:sp>
          <p:nvSpPr>
            <p:cNvPr id="16" name="Freeform 53">
              <a:extLst>
                <a:ext uri="{FF2B5EF4-FFF2-40B4-BE49-F238E27FC236}">
                  <a16:creationId xmlns:a16="http://schemas.microsoft.com/office/drawing/2014/main" id="{79741B7C-0647-37BB-4A45-7491248A088A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54">
              <a:extLst>
                <a:ext uri="{FF2B5EF4-FFF2-40B4-BE49-F238E27FC236}">
                  <a16:creationId xmlns:a16="http://schemas.microsoft.com/office/drawing/2014/main" id="{D3236D8A-B9C0-3B55-E519-87E5BDB063EF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21" name="TextBox 56">
            <a:extLst>
              <a:ext uri="{FF2B5EF4-FFF2-40B4-BE49-F238E27FC236}">
                <a16:creationId xmlns:a16="http://schemas.microsoft.com/office/drawing/2014/main" id="{AF636B5B-4D74-A1D9-99C3-363E75A9D1EC}"/>
              </a:ext>
            </a:extLst>
          </p:cNvPr>
          <p:cNvSpPr txBox="1"/>
          <p:nvPr/>
        </p:nvSpPr>
        <p:spPr>
          <a:xfrm>
            <a:off x="2038126" y="4857408"/>
            <a:ext cx="1543274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log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TextBox 35">
            <a:extLst>
              <a:ext uri="{FF2B5EF4-FFF2-40B4-BE49-F238E27FC236}">
                <a16:creationId xmlns:a16="http://schemas.microsoft.com/office/drawing/2014/main" id="{529571FA-00FD-9C33-53D2-44F7556413FE}"/>
              </a:ext>
            </a:extLst>
          </p:cNvPr>
          <p:cNvSpPr txBox="1"/>
          <p:nvPr/>
        </p:nvSpPr>
        <p:spPr>
          <a:xfrm>
            <a:off x="1651786" y="6032773"/>
            <a:ext cx="1249987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log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Dame el historial de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commits</a:t>
            </a:r>
            <a:endParaRPr lang="es-MX" sz="2799" b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Box 56">
            <a:extLst>
              <a:ext uri="{FF2B5EF4-FFF2-40B4-BE49-F238E27FC236}">
                <a16:creationId xmlns:a16="http://schemas.microsoft.com/office/drawing/2014/main" id="{7F520731-3A4E-76C8-B556-31BD1F1C9EE0}"/>
              </a:ext>
            </a:extLst>
          </p:cNvPr>
          <p:cNvSpPr txBox="1"/>
          <p:nvPr/>
        </p:nvSpPr>
        <p:spPr>
          <a:xfrm>
            <a:off x="3170632" y="4864251"/>
            <a:ext cx="5058968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64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rama_local..origin</a:t>
            </a:r>
            <a:r>
              <a:rPr lang="en-US" sz="2400" spc="-64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en-US" sz="2400" spc="-64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rama_remota</a:t>
            </a:r>
            <a:endParaRPr lang="en-US" sz="2400" spc="-64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" name="TextBox 35">
            <a:extLst>
              <a:ext uri="{FF2B5EF4-FFF2-40B4-BE49-F238E27FC236}">
                <a16:creationId xmlns:a16="http://schemas.microsoft.com/office/drawing/2014/main" id="{6383AE7E-5BF8-11CA-29EE-31853ACB0D98}"/>
              </a:ext>
            </a:extLst>
          </p:cNvPr>
          <p:cNvSpPr txBox="1"/>
          <p:nvPr/>
        </p:nvSpPr>
        <p:spPr>
          <a:xfrm>
            <a:off x="1651786" y="6797823"/>
            <a:ext cx="14633478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rama_local..</a:t>
            </a: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origin</a:t>
            </a: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rama_remota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Muestráme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los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commits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que existen en la rama-remota, pero no en mi rama-local</a:t>
            </a:r>
            <a:endParaRPr lang="es-MX" sz="2799" b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56">
            <a:extLst>
              <a:ext uri="{FF2B5EF4-FFF2-40B4-BE49-F238E27FC236}">
                <a16:creationId xmlns:a16="http://schemas.microsoft.com/office/drawing/2014/main" id="{1F4FDE0A-FACE-D239-DB94-3A3686F23E24}"/>
              </a:ext>
            </a:extLst>
          </p:cNvPr>
          <p:cNvSpPr txBox="1"/>
          <p:nvPr/>
        </p:nvSpPr>
        <p:spPr>
          <a:xfrm>
            <a:off x="8229600" y="4893024"/>
            <a:ext cx="4122678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chemeClr val="bg1">
                    <a:lumMod val="6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 --</a:t>
            </a:r>
            <a:r>
              <a:rPr lang="en-US" sz="2400" spc="-64" dirty="0" err="1">
                <a:solidFill>
                  <a:schemeClr val="bg1">
                    <a:lumMod val="6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oneline</a:t>
            </a:r>
            <a:endParaRPr lang="en-US" sz="2400" spc="-64" dirty="0">
              <a:solidFill>
                <a:schemeClr val="bg1">
                  <a:lumMod val="6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" name="TextBox 35">
            <a:extLst>
              <a:ext uri="{FF2B5EF4-FFF2-40B4-BE49-F238E27FC236}">
                <a16:creationId xmlns:a16="http://schemas.microsoft.com/office/drawing/2014/main" id="{8550736F-EB41-E464-ED35-40201134987A}"/>
              </a:ext>
            </a:extLst>
          </p:cNvPr>
          <p:cNvSpPr txBox="1"/>
          <p:nvPr/>
        </p:nvSpPr>
        <p:spPr>
          <a:xfrm>
            <a:off x="1584258" y="8055278"/>
            <a:ext cx="14036742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--</a:t>
            </a: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oneline</a:t>
            </a: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(opcional):</a:t>
            </a: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Compacta los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commits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 muestra una versión resumida</a:t>
            </a:r>
            <a:endParaRPr lang="es-MX" sz="2799" b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" name="TextBox 35">
            <a:extLst>
              <a:ext uri="{FF2B5EF4-FFF2-40B4-BE49-F238E27FC236}">
                <a16:creationId xmlns:a16="http://schemas.microsoft.com/office/drawing/2014/main" id="{FEEEA95E-C824-08EB-748C-1F7F7F09ABC2}"/>
              </a:ext>
            </a:extLst>
          </p:cNvPr>
          <p:cNvSpPr txBox="1"/>
          <p:nvPr/>
        </p:nvSpPr>
        <p:spPr>
          <a:xfrm>
            <a:off x="1760064" y="3674412"/>
            <a:ext cx="1249987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Podemos comparar ramas para saber qué cambios no tenemos</a:t>
            </a:r>
          </a:p>
        </p:txBody>
      </p:sp>
    </p:spTree>
    <p:extLst>
      <p:ext uri="{BB962C8B-B14F-4D97-AF65-F5344CB8AC3E}">
        <p14:creationId xmlns:p14="http://schemas.microsoft.com/office/powerpoint/2010/main" val="15159616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allAtOnce"/>
      <p:bldP spid="22" grpId="0"/>
      <p:bldP spid="24" grpId="0" build="allAtOnce"/>
      <p:bldP spid="25" grpId="0"/>
      <p:bldP spid="26" grpId="0" build="allAtOnce"/>
      <p:bldP spid="27" grpId="0"/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31A968-E366-BAFB-D37D-6767763C4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80D5FF4-BFAA-0941-438D-66FE64BC338A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888F082-7801-29D1-19D8-5A309123DAA2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4899BB7-54DC-152F-474B-D65B8D75B0EB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BA1B20C-18BE-0A7A-DC84-6262F69B2C2F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C32444B7-A834-C172-63E1-440F1089CCA7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8996123-A46B-10D4-50F7-3B80CE583B6B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5E6E24E-A6EA-3A15-2F8D-2492F9EA7D89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1144330-4482-7D55-EB37-10EE5CF282BB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B767F5E8-8C18-B682-5601-E2F24F8092A4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632A8E3-D388-9730-4145-2557B0789C52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409F995D-C985-E879-BA04-89DEE5AD1969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fetch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AB901B96-CB9B-AB8B-AF35-6FB45B198ED2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C3E18CA-E319-BAB5-31C8-B078F4FAEDC6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13055897-7394-D3ED-99DB-2251F481A7BB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6A119ABE-8F44-6EED-87ED-D07D8D904551}"/>
              </a:ext>
            </a:extLst>
          </p:cNvPr>
          <p:cNvSpPr txBox="1"/>
          <p:nvPr/>
        </p:nvSpPr>
        <p:spPr>
          <a:xfrm>
            <a:off x="5071158" y="975934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Descarga la información más reciente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 GitHub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hacia tu computadora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, pero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altera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, ni toca, ni mezcla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tus archivos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de trabajo actuales. 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877F09D1-5CBE-D989-8C5F-9824D16867B2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2FF0624A-FDFF-9336-5A6C-9C8EC5393A05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29DC405E-4C64-3F99-D626-5036FA7D5452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7AFCBFB0-50E7-0F53-6075-0F8AF957085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4D3ACDEC-1490-6B67-2069-DB3FB2E38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pic>
        <p:nvPicPr>
          <p:cNvPr id="14" name="Imagen 13">
            <a:extLst>
              <a:ext uri="{FF2B5EF4-FFF2-40B4-BE49-F238E27FC236}">
                <a16:creationId xmlns:a16="http://schemas.microsoft.com/office/drawing/2014/main" id="{E66AFF5E-56CB-D9F5-7401-CDDBB52216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54" t="-8216" r="77" b="-2284"/>
          <a:stretch>
            <a:fillRect/>
          </a:stretch>
        </p:blipFill>
        <p:spPr>
          <a:xfrm>
            <a:off x="673092" y="3484259"/>
            <a:ext cx="17056437" cy="2218371"/>
          </a:xfrm>
          <a:prstGeom prst="rect">
            <a:avLst/>
          </a:prstGeom>
        </p:spPr>
      </p:pic>
      <p:sp>
        <p:nvSpPr>
          <p:cNvPr id="20" name="TextBox 35">
            <a:extLst>
              <a:ext uri="{FF2B5EF4-FFF2-40B4-BE49-F238E27FC236}">
                <a16:creationId xmlns:a16="http://schemas.microsoft.com/office/drawing/2014/main" id="{61914CC2-FF07-2E02-F638-934D234E55F9}"/>
              </a:ext>
            </a:extLst>
          </p:cNvPr>
          <p:cNvSpPr txBox="1"/>
          <p:nvPr/>
        </p:nvSpPr>
        <p:spPr>
          <a:xfrm>
            <a:off x="2872124" y="2829724"/>
            <a:ext cx="12658372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Comparando ramas…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C632E699-2928-6E93-50B1-A10C441E7A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15533" y="6743436"/>
            <a:ext cx="13054713" cy="2729040"/>
          </a:xfrm>
          <a:prstGeom prst="rect">
            <a:avLst/>
          </a:prstGeom>
        </p:spPr>
      </p:pic>
      <p:sp>
        <p:nvSpPr>
          <p:cNvPr id="23" name="TextBox 35">
            <a:extLst>
              <a:ext uri="{FF2B5EF4-FFF2-40B4-BE49-F238E27FC236}">
                <a16:creationId xmlns:a16="http://schemas.microsoft.com/office/drawing/2014/main" id="{7EA8765B-A65E-BF53-5155-3B6C5E745BB7}"/>
              </a:ext>
            </a:extLst>
          </p:cNvPr>
          <p:cNvSpPr txBox="1"/>
          <p:nvPr/>
        </p:nvSpPr>
        <p:spPr>
          <a:xfrm>
            <a:off x="2872124" y="5971561"/>
            <a:ext cx="12658372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 revisamos con git status…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221398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3FAB89-991F-A26F-29A0-2FC0590BB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EA10C55-1325-A5F5-E54B-767B259EE538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045F513-8D45-7210-59F6-743553A0DACE}"/>
              </a:ext>
            </a:extLst>
          </p:cNvPr>
          <p:cNvSpPr txBox="1"/>
          <p:nvPr/>
        </p:nvSpPr>
        <p:spPr>
          <a:xfrm>
            <a:off x="1028700" y="4059309"/>
            <a:ext cx="9791700" cy="2359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08"/>
              </a:lnSpc>
            </a:pPr>
            <a:r>
              <a:rPr lang="en-US" sz="96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INTEGRAR CAMBIOS 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6A8190D-E8BE-4A17-25D7-FD6A02EABCB7}"/>
              </a:ext>
            </a:extLst>
          </p:cNvPr>
          <p:cNvSpPr/>
          <p:nvPr/>
        </p:nvSpPr>
        <p:spPr>
          <a:xfrm>
            <a:off x="16591623" y="4178664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5" y="0"/>
                </a:lnTo>
                <a:lnTo>
                  <a:pt x="2773815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79506B8-0D11-3BB3-9A6E-0E18403DF886}"/>
              </a:ext>
            </a:extLst>
          </p:cNvPr>
          <p:cNvSpPr/>
          <p:nvPr/>
        </p:nvSpPr>
        <p:spPr>
          <a:xfrm>
            <a:off x="16467377" y="566559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4A478BA1-B9DD-A32B-74AC-B6E7F55A357E}"/>
              </a:ext>
            </a:extLst>
          </p:cNvPr>
          <p:cNvGrpSpPr/>
          <p:nvPr/>
        </p:nvGrpSpPr>
        <p:grpSpPr>
          <a:xfrm>
            <a:off x="10551309" y="5708718"/>
            <a:ext cx="3549582" cy="3549582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F08E93E-A4A9-30B5-9E45-0C056D4D022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t="-15513" r="-112750" b="-17166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CC8777-E2FB-A180-0239-0F8C8B579B19}"/>
              </a:ext>
            </a:extLst>
          </p:cNvPr>
          <p:cNvGrpSpPr/>
          <p:nvPr/>
        </p:nvGrpSpPr>
        <p:grpSpPr>
          <a:xfrm>
            <a:off x="12091966" y="1971108"/>
            <a:ext cx="5167334" cy="5167334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F92FAB9-BA2D-1001-F9CD-501F474CF79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9285" r="-39285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0E24FA4-1F3A-673C-8B19-F89028134E76}"/>
              </a:ext>
            </a:extLst>
          </p:cNvPr>
          <p:cNvGrpSpPr/>
          <p:nvPr/>
        </p:nvGrpSpPr>
        <p:grpSpPr>
          <a:xfrm>
            <a:off x="10551309" y="1028700"/>
            <a:ext cx="2741950" cy="2741950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5E24C6E-C644-30D7-5A30-5C723EEACD5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6513" t="-32862" r="-37426" b="-41077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BAA4A6E1-A96E-CFD0-16AA-6E76DABEB661}"/>
              </a:ext>
            </a:extLst>
          </p:cNvPr>
          <p:cNvSpPr txBox="1"/>
          <p:nvPr/>
        </p:nvSpPr>
        <p:spPr>
          <a:xfrm>
            <a:off x="1028700" y="6963696"/>
            <a:ext cx="8115365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8000" b="1" dirty="0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git merge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570780D3-9072-DC86-ABE4-24180AE41F2F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65FA4048-AAC9-8B03-5CBF-EDEB4924006F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C03A3465-CDC2-0955-83B9-755ACC185C09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9" name="TextBox 12">
                <a:extLst>
                  <a:ext uri="{FF2B5EF4-FFF2-40B4-BE49-F238E27FC236}">
                    <a16:creationId xmlns:a16="http://schemas.microsoft.com/office/drawing/2014/main" id="{1297E91D-D6FD-7A63-D013-86096027D5E4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089A2497-3068-AB21-444A-236116641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561192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59D08B-4D7F-FA77-9D15-2BEB0058B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F910E6D-00D0-653B-F9FC-3315F5BB25D5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B8C0CAB-4E23-9F71-750E-C0026164D1D9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4C0980D-CF6C-308F-5BD8-A9B98254532B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F58121F-0DB1-4DDE-A537-85EE071A5170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A7DEC051-3B30-B293-01CF-7DFABF0B027E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05C7879-44B2-9CD1-E8C5-9A5D287FF136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1A602A6-EA72-7EB5-84DD-F3B5124CFBE4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C35BF77-51F3-F9D9-69EC-2AD3CA385B10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500A5FC2-A99D-5732-05B2-89701CE7A080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52E07CB-9A6B-ED9F-F215-1A730EA13625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BA29210-653B-8B17-A384-534AC0F03962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merge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9D49FD6-0470-AD52-DB5C-33B4EC89FAD0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C00828E-E900-5FA2-49B8-72D51172A0C5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3309ADD-6E15-BAC5-0E35-270B5E51A028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44071EE4-6F89-36A2-5C87-CB5D6A17C11A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DABD2AAA-B3BA-3A64-1698-AE39B272B949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D3D3DA94-C43B-A32F-EDF8-634852066FB2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3C10E00F-028C-4280-356E-6E57CAF6A35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954C48EA-A596-1478-1017-99406E564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13" name="TextBox 35">
            <a:extLst>
              <a:ext uri="{FF2B5EF4-FFF2-40B4-BE49-F238E27FC236}">
                <a16:creationId xmlns:a16="http://schemas.microsoft.com/office/drawing/2014/main" id="{499A1667-7AF6-0CAE-763C-EB1989D2D187}"/>
              </a:ext>
            </a:extLst>
          </p:cNvPr>
          <p:cNvSpPr txBox="1"/>
          <p:nvPr/>
        </p:nvSpPr>
        <p:spPr>
          <a:xfrm>
            <a:off x="1489700" y="4686429"/>
            <a:ext cx="15801308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3919"/>
              </a:lnSpc>
            </a:pPr>
            <a:r>
              <a:rPr lang="es-MX" sz="2799" b="1" spc="-75" dirty="0">
                <a:solidFill>
                  <a:srgbClr val="FFFF00"/>
                </a:solidFill>
                <a:latin typeface="Poppins"/>
                <a:ea typeface="Poppins"/>
                <a:cs typeface="Poppins"/>
                <a:sym typeface="Poppins"/>
              </a:rPr>
              <a:t>Git siempre trae los cambios hacia ti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marL="0" lvl="1" indent="0" algn="ctr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Nunca empuja hacia afuera.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" name="TextBox 35">
            <a:extLst>
              <a:ext uri="{FF2B5EF4-FFF2-40B4-BE49-F238E27FC236}">
                <a16:creationId xmlns:a16="http://schemas.microsoft.com/office/drawing/2014/main" id="{19F29EB1-9F09-434A-0DF2-48AB637E3EE1}"/>
              </a:ext>
            </a:extLst>
          </p:cNvPr>
          <p:cNvSpPr txBox="1"/>
          <p:nvPr/>
        </p:nvSpPr>
        <p:spPr>
          <a:xfrm>
            <a:off x="5071158" y="1048610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Comando que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toma el historial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y los archivos de una rama externa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y los fusiona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dentro de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la rama actual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en la que te encuentras posicionado.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7884F355-0479-6C84-6FCA-27905B7FB5B5}"/>
              </a:ext>
            </a:extLst>
          </p:cNvPr>
          <p:cNvSpPr txBox="1"/>
          <p:nvPr/>
        </p:nvSpPr>
        <p:spPr>
          <a:xfrm>
            <a:off x="4899212" y="3225762"/>
            <a:ext cx="8489575" cy="1209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6600" b="1" dirty="0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IMPORTANTE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F9CAAF-1DA9-BF90-E7B9-4B3580C57C60}"/>
              </a:ext>
            </a:extLst>
          </p:cNvPr>
          <p:cNvSpPr txBox="1"/>
          <p:nvPr/>
        </p:nvSpPr>
        <p:spPr>
          <a:xfrm>
            <a:off x="1726973" y="6110087"/>
            <a:ext cx="15801308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 quieres meter los cambios de la </a:t>
            </a:r>
            <a:r>
              <a:rPr lang="es-MX" sz="2799" i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 A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dentro de la </a:t>
            </a:r>
            <a:r>
              <a:rPr lang="es-MX" sz="2799" i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 B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el primer paso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obligatorio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es posicionarse dentro de la </a:t>
            </a:r>
            <a:r>
              <a:rPr lang="es-MX" sz="2799" i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 B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2511894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7" grpId="0"/>
      <p:bldP spid="3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EF3071-9F4F-B3D3-904E-480A906F4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6F79827-2F28-4795-9649-D070279B1672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FD2666A-EAD3-51E9-83CB-54FD4B28B084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22B9790-C94E-EB53-B78B-001751095529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BF49678-2AD6-725F-D8B8-050C2388FA21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C03D32D1-5DDC-C0D0-EBDF-9C38DAC26CD2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BD42919-F395-3FF6-0668-8430E97C9570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F6263D8-8F38-DF7C-B708-38381299060A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1FEB14C-B9C9-DB42-EE37-FEED39267A4D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5CE714E-EFC6-79C2-B6CB-2AD78CC98085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66A03FA-6073-231F-B700-BCF6824AFC1F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058DC83-355E-1237-B709-09D15728188E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merge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475806B3-19EC-AAA8-F65D-79FCB5E861AD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AF4124F-4152-F495-E9FD-9DF3E2A01215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F5463309-3302-0A50-5F06-F52D2E81E3D4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17202EF7-BCDA-D9C6-3227-5FAFEB974F44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EE163F1C-2535-FFAE-A1C7-61C5A4BB4481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7E682324-605D-0F5C-3D2A-18A26544FBD5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97B68CE4-43C1-4BFF-0DCF-26D540E9C15B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267F7A59-EE03-8E55-25F8-EC11EB3C8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grpSp>
        <p:nvGrpSpPr>
          <p:cNvPr id="121" name="Group 52">
            <a:extLst>
              <a:ext uri="{FF2B5EF4-FFF2-40B4-BE49-F238E27FC236}">
                <a16:creationId xmlns:a16="http://schemas.microsoft.com/office/drawing/2014/main" id="{9E35A21E-DF06-02B4-1EB0-88338C23164B}"/>
              </a:ext>
            </a:extLst>
          </p:cNvPr>
          <p:cNvGrpSpPr/>
          <p:nvPr/>
        </p:nvGrpSpPr>
        <p:grpSpPr>
          <a:xfrm>
            <a:off x="2104638" y="4944039"/>
            <a:ext cx="6592606" cy="960554"/>
            <a:chOff x="0" y="0"/>
            <a:chExt cx="2441105" cy="197645"/>
          </a:xfrm>
        </p:grpSpPr>
        <p:sp>
          <p:nvSpPr>
            <p:cNvPr id="122" name="Freeform 53">
              <a:extLst>
                <a:ext uri="{FF2B5EF4-FFF2-40B4-BE49-F238E27FC236}">
                  <a16:creationId xmlns:a16="http://schemas.microsoft.com/office/drawing/2014/main" id="{20A7CEC8-8566-718E-C2C2-7A41F59E5B0F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23" name="TextBox 54">
              <a:extLst>
                <a:ext uri="{FF2B5EF4-FFF2-40B4-BE49-F238E27FC236}">
                  <a16:creationId xmlns:a16="http://schemas.microsoft.com/office/drawing/2014/main" id="{643A3BE6-853D-DB8E-9A16-5BD280D604BC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24" name="TextBox 56">
            <a:extLst>
              <a:ext uri="{FF2B5EF4-FFF2-40B4-BE49-F238E27FC236}">
                <a16:creationId xmlns:a16="http://schemas.microsoft.com/office/drawing/2014/main" id="{D16F987A-F410-1BAE-CFC8-7F44B5F1F1C9}"/>
              </a:ext>
            </a:extLst>
          </p:cNvPr>
          <p:cNvSpPr txBox="1"/>
          <p:nvPr/>
        </p:nvSpPr>
        <p:spPr>
          <a:xfrm>
            <a:off x="2558505" y="5195216"/>
            <a:ext cx="4423183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merge feature/cancion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35">
            <a:extLst>
              <a:ext uri="{FF2B5EF4-FFF2-40B4-BE49-F238E27FC236}">
                <a16:creationId xmlns:a16="http://schemas.microsoft.com/office/drawing/2014/main" id="{4C2D3ACC-0DC1-A60B-CE9C-B5DB2ABFBE36}"/>
              </a:ext>
            </a:extLst>
          </p:cNvPr>
          <p:cNvSpPr txBox="1"/>
          <p:nvPr/>
        </p:nvSpPr>
        <p:spPr>
          <a:xfrm>
            <a:off x="2123395" y="4193489"/>
            <a:ext cx="579689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Ejemplos</a:t>
            </a:r>
            <a:endParaRPr lang="en-US" sz="2799" b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35">
            <a:extLst>
              <a:ext uri="{FF2B5EF4-FFF2-40B4-BE49-F238E27FC236}">
                <a16:creationId xmlns:a16="http://schemas.microsoft.com/office/drawing/2014/main" id="{6A0D107A-D018-6867-AEC8-31D172011F57}"/>
              </a:ext>
            </a:extLst>
          </p:cNvPr>
          <p:cNvSpPr txBox="1"/>
          <p:nvPr/>
        </p:nvSpPr>
        <p:spPr>
          <a:xfrm>
            <a:off x="9336788" y="5151322"/>
            <a:ext cx="813367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Absorbe una rama local</a:t>
            </a:r>
          </a:p>
        </p:txBody>
      </p:sp>
      <p:grpSp>
        <p:nvGrpSpPr>
          <p:cNvPr id="20" name="Group 52">
            <a:extLst>
              <a:ext uri="{FF2B5EF4-FFF2-40B4-BE49-F238E27FC236}">
                <a16:creationId xmlns:a16="http://schemas.microsoft.com/office/drawing/2014/main" id="{553EC63C-A4CC-05C6-7D6F-75B4B6CB8C04}"/>
              </a:ext>
            </a:extLst>
          </p:cNvPr>
          <p:cNvGrpSpPr/>
          <p:nvPr/>
        </p:nvGrpSpPr>
        <p:grpSpPr>
          <a:xfrm>
            <a:off x="2123395" y="6571495"/>
            <a:ext cx="6592606" cy="960554"/>
            <a:chOff x="0" y="0"/>
            <a:chExt cx="2441105" cy="197645"/>
          </a:xfrm>
        </p:grpSpPr>
        <p:sp>
          <p:nvSpPr>
            <p:cNvPr id="21" name="Freeform 53">
              <a:extLst>
                <a:ext uri="{FF2B5EF4-FFF2-40B4-BE49-F238E27FC236}">
                  <a16:creationId xmlns:a16="http://schemas.microsoft.com/office/drawing/2014/main" id="{EC875679-B0DD-00EC-3A1A-314E9E2600E5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2" name="TextBox 54">
              <a:extLst>
                <a:ext uri="{FF2B5EF4-FFF2-40B4-BE49-F238E27FC236}">
                  <a16:creationId xmlns:a16="http://schemas.microsoft.com/office/drawing/2014/main" id="{B306DD4C-BEB8-9192-983E-35E0D07F6CD1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25" name="TextBox 56">
            <a:extLst>
              <a:ext uri="{FF2B5EF4-FFF2-40B4-BE49-F238E27FC236}">
                <a16:creationId xmlns:a16="http://schemas.microsoft.com/office/drawing/2014/main" id="{EC3803E9-1F2F-F30F-03D5-7D3E73ED5948}"/>
              </a:ext>
            </a:extLst>
          </p:cNvPr>
          <p:cNvSpPr txBox="1"/>
          <p:nvPr/>
        </p:nvSpPr>
        <p:spPr>
          <a:xfrm>
            <a:off x="2577262" y="6822672"/>
            <a:ext cx="5880938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merge origin/develop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35">
            <a:extLst>
              <a:ext uri="{FF2B5EF4-FFF2-40B4-BE49-F238E27FC236}">
                <a16:creationId xmlns:a16="http://schemas.microsoft.com/office/drawing/2014/main" id="{58A2EE4C-4218-E108-48C9-C856C4B25021}"/>
              </a:ext>
            </a:extLst>
          </p:cNvPr>
          <p:cNvSpPr txBox="1"/>
          <p:nvPr/>
        </p:nvSpPr>
        <p:spPr>
          <a:xfrm>
            <a:off x="9351692" y="6571495"/>
            <a:ext cx="8133676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Absorbe la información que acabamos de descargar de la nube con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fetch</a:t>
            </a:r>
            <a:endParaRPr lang="es-MX" sz="2799" b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" name="TextBox 35">
            <a:extLst>
              <a:ext uri="{FF2B5EF4-FFF2-40B4-BE49-F238E27FC236}">
                <a16:creationId xmlns:a16="http://schemas.microsoft.com/office/drawing/2014/main" id="{BE7BE9C8-1729-C63A-D8D2-E6E97320F5F6}"/>
              </a:ext>
            </a:extLst>
          </p:cNvPr>
          <p:cNvSpPr txBox="1"/>
          <p:nvPr/>
        </p:nvSpPr>
        <p:spPr>
          <a:xfrm>
            <a:off x="5071158" y="1048610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Comando que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toma el historial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y los archivos de una rama externa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y los fusiona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dentro de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la rama actual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en la que te encuentras posicionado.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5" name="Group 52">
            <a:extLst>
              <a:ext uri="{FF2B5EF4-FFF2-40B4-BE49-F238E27FC236}">
                <a16:creationId xmlns:a16="http://schemas.microsoft.com/office/drawing/2014/main" id="{38F316CF-C99F-7157-6E7E-83A13EBB34F3}"/>
              </a:ext>
            </a:extLst>
          </p:cNvPr>
          <p:cNvGrpSpPr/>
          <p:nvPr/>
        </p:nvGrpSpPr>
        <p:grpSpPr>
          <a:xfrm>
            <a:off x="4757246" y="2888596"/>
            <a:ext cx="10170801" cy="960554"/>
            <a:chOff x="0" y="0"/>
            <a:chExt cx="2441105" cy="197645"/>
          </a:xfrm>
        </p:grpSpPr>
        <p:sp>
          <p:nvSpPr>
            <p:cNvPr id="24" name="Freeform 53">
              <a:extLst>
                <a:ext uri="{FF2B5EF4-FFF2-40B4-BE49-F238E27FC236}">
                  <a16:creationId xmlns:a16="http://schemas.microsoft.com/office/drawing/2014/main" id="{6ED112CD-76E9-545C-1E12-A74F95CED4AB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7" name="TextBox 54">
              <a:extLst>
                <a:ext uri="{FF2B5EF4-FFF2-40B4-BE49-F238E27FC236}">
                  <a16:creationId xmlns:a16="http://schemas.microsoft.com/office/drawing/2014/main" id="{8B1E77DF-F63D-DBD9-841C-35FA2BEF3142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29" name="TextBox 56">
            <a:extLst>
              <a:ext uri="{FF2B5EF4-FFF2-40B4-BE49-F238E27FC236}">
                <a16:creationId xmlns:a16="http://schemas.microsoft.com/office/drawing/2014/main" id="{10EE1B17-4074-6E2F-5CB4-5269CA101883}"/>
              </a:ext>
            </a:extLst>
          </p:cNvPr>
          <p:cNvSpPr txBox="1"/>
          <p:nvPr/>
        </p:nvSpPr>
        <p:spPr>
          <a:xfrm>
            <a:off x="5211114" y="3139773"/>
            <a:ext cx="8133676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merge </a:t>
            </a:r>
            <a:r>
              <a:rPr lang="en-US" sz="2400" i="1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nombre</a:t>
            </a:r>
            <a:r>
              <a:rPr lang="en-US" sz="2400" i="1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lang="en-US" sz="2400" i="1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r>
              <a:rPr lang="en-US" sz="2400" i="1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lang="en-US" sz="2400" i="1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</a:t>
            </a:r>
            <a:r>
              <a:rPr lang="en-US" sz="2400" i="1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lang="en-US" sz="2400" i="1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quieres</a:t>
            </a:r>
            <a:r>
              <a:rPr lang="en-US" sz="2400" i="1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-absorber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2042055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build="allAtOnce"/>
      <p:bldP spid="14" grpId="0"/>
      <p:bldP spid="16" grpId="0"/>
      <p:bldP spid="25" grpId="0" build="allAtOnce"/>
      <p:bldP spid="26" grpId="0"/>
      <p:bldP spid="29" grpId="0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AEAE12-9EEB-76BB-37DE-EFD278F3C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198A913-2E8F-FC99-9CAF-6F9B0913EEBF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8AFA4F7-433F-B757-25F8-ADC46E22A5DF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3288562-98E3-36CA-D3D1-BAFB27CE01E9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08D012B-F654-0A7E-012E-6A212300F353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C919C16E-B5ED-16AA-B64A-9DF806FA6C84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8C83A51-F41F-A2B3-92B2-8A916E5F787E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AEC58C1-3EFB-8372-0EC8-D7FB59E303F3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483C5FD-809B-B044-92DD-5EAA7E1131AF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94A40096-5547-2B55-B92D-0782CB684C3B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C3F9CC7-3C5A-6F76-4143-EB08C68ABB30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E12A2C0-FFA8-7A19-884C-CEEA9E17C56E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merge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A875A8C-B0AC-74A8-C20E-6C8A6E60C682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7A703DB-0F6D-F775-4E8A-F88923D4095F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899F909B-2510-9177-56DF-AE5240EA63FC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903696A8-04B6-44F4-B41B-1B7D03756462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85E8409D-BD55-8ECB-69F9-C5A130CA01C8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D7B6DDA2-315A-D347-11CF-281825285F23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EBDE4713-7BF7-03AC-A9EC-2E79832B5B0A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6E21C272-637A-786F-CBDC-C6203D1F6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15" name="TextBox 22">
            <a:extLst>
              <a:ext uri="{FF2B5EF4-FFF2-40B4-BE49-F238E27FC236}">
                <a16:creationId xmlns:a16="http://schemas.microsoft.com/office/drawing/2014/main" id="{DFBEDED0-A0A2-C8AE-2468-6A7408F34BAA}"/>
              </a:ext>
            </a:extLst>
          </p:cNvPr>
          <p:cNvSpPr txBox="1"/>
          <p:nvPr/>
        </p:nvSpPr>
        <p:spPr>
          <a:xfrm>
            <a:off x="1327782" y="5981404"/>
            <a:ext cx="3612844" cy="25454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grpSp>
        <p:nvGrpSpPr>
          <p:cNvPr id="23" name="Group 36">
            <a:extLst>
              <a:ext uri="{FF2B5EF4-FFF2-40B4-BE49-F238E27FC236}">
                <a16:creationId xmlns:a16="http://schemas.microsoft.com/office/drawing/2014/main" id="{E17CC01D-A8E2-26E8-A682-8C013AA62E36}"/>
              </a:ext>
            </a:extLst>
          </p:cNvPr>
          <p:cNvGrpSpPr/>
          <p:nvPr/>
        </p:nvGrpSpPr>
        <p:grpSpPr>
          <a:xfrm>
            <a:off x="409805" y="2344906"/>
            <a:ext cx="5133867" cy="7233815"/>
            <a:chOff x="0" y="0"/>
            <a:chExt cx="1351154" cy="731404"/>
          </a:xfrm>
        </p:grpSpPr>
        <p:sp>
          <p:nvSpPr>
            <p:cNvPr id="24" name="Freeform 37">
              <a:extLst>
                <a:ext uri="{FF2B5EF4-FFF2-40B4-BE49-F238E27FC236}">
                  <a16:creationId xmlns:a16="http://schemas.microsoft.com/office/drawing/2014/main" id="{9B03C88B-E1EB-069C-47C2-088E789F5804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9" name="TextBox 38">
              <a:extLst>
                <a:ext uri="{FF2B5EF4-FFF2-40B4-BE49-F238E27FC236}">
                  <a16:creationId xmlns:a16="http://schemas.microsoft.com/office/drawing/2014/main" id="{FDED2982-0FFB-A944-F581-B158BC718898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6" name="TextBox 39">
            <a:extLst>
              <a:ext uri="{FF2B5EF4-FFF2-40B4-BE49-F238E27FC236}">
                <a16:creationId xmlns:a16="http://schemas.microsoft.com/office/drawing/2014/main" id="{AF4D8FA7-FE3E-F3C0-1CF8-356A848BEB2B}"/>
              </a:ext>
            </a:extLst>
          </p:cNvPr>
          <p:cNvSpPr txBox="1"/>
          <p:nvPr/>
        </p:nvSpPr>
        <p:spPr>
          <a:xfrm>
            <a:off x="711452" y="2583424"/>
            <a:ext cx="5201002" cy="5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Repositorio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remoto</a:t>
            </a:r>
            <a:endParaRPr lang="en-US" sz="3199" spc="-86" dirty="0">
              <a:solidFill>
                <a:srgbClr val="FF31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7" name="Group 40">
            <a:extLst>
              <a:ext uri="{FF2B5EF4-FFF2-40B4-BE49-F238E27FC236}">
                <a16:creationId xmlns:a16="http://schemas.microsoft.com/office/drawing/2014/main" id="{9E640CA8-661D-A62F-F63D-61A719F1F796}"/>
              </a:ext>
            </a:extLst>
          </p:cNvPr>
          <p:cNvGrpSpPr/>
          <p:nvPr/>
        </p:nvGrpSpPr>
        <p:grpSpPr>
          <a:xfrm>
            <a:off x="700919" y="3784649"/>
            <a:ext cx="4589012" cy="5585047"/>
            <a:chOff x="0" y="0"/>
            <a:chExt cx="1358522" cy="590257"/>
          </a:xfrm>
        </p:grpSpPr>
        <p:sp>
          <p:nvSpPr>
            <p:cNvPr id="38" name="Freeform 41">
              <a:extLst>
                <a:ext uri="{FF2B5EF4-FFF2-40B4-BE49-F238E27FC236}">
                  <a16:creationId xmlns:a16="http://schemas.microsoft.com/office/drawing/2014/main" id="{B6DE464A-8B40-FC6A-FBAC-C7C8707BBCCA}"/>
                </a:ext>
              </a:extLst>
            </p:cNvPr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9" name="TextBox 42">
              <a:extLst>
                <a:ext uri="{FF2B5EF4-FFF2-40B4-BE49-F238E27FC236}">
                  <a16:creationId xmlns:a16="http://schemas.microsoft.com/office/drawing/2014/main" id="{27AE1E8B-2CFC-440F-536B-969D4C6E83E9}"/>
                </a:ext>
              </a:extLst>
            </p:cNvPr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6AE17E58-9A78-9C49-125C-511EF44616E0}"/>
              </a:ext>
            </a:extLst>
          </p:cNvPr>
          <p:cNvGrpSpPr/>
          <p:nvPr/>
        </p:nvGrpSpPr>
        <p:grpSpPr>
          <a:xfrm>
            <a:off x="700919" y="4141328"/>
            <a:ext cx="5369360" cy="742727"/>
            <a:chOff x="11277600" y="1501245"/>
            <a:chExt cx="7277100" cy="1203855"/>
          </a:xfrm>
        </p:grpSpPr>
        <p:grpSp>
          <p:nvGrpSpPr>
            <p:cNvPr id="103" name="Group 9">
              <a:extLst>
                <a:ext uri="{FF2B5EF4-FFF2-40B4-BE49-F238E27FC236}">
                  <a16:creationId xmlns:a16="http://schemas.microsoft.com/office/drawing/2014/main" id="{C071486C-72D6-15C8-02B1-800FDBD60486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113" name="Freeform 10">
                <a:extLst>
                  <a:ext uri="{FF2B5EF4-FFF2-40B4-BE49-F238E27FC236}">
                    <a16:creationId xmlns:a16="http://schemas.microsoft.com/office/drawing/2014/main" id="{5FF625E7-D0E8-B5E7-932E-6341703CDF0D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14" name="TextBox 11">
                <a:extLst>
                  <a:ext uri="{FF2B5EF4-FFF2-40B4-BE49-F238E27FC236}">
                    <a16:creationId xmlns:a16="http://schemas.microsoft.com/office/drawing/2014/main" id="{974F3ABE-8D31-2BDC-F415-44A28286FBD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104" name="Grupo 103">
              <a:extLst>
                <a:ext uri="{FF2B5EF4-FFF2-40B4-BE49-F238E27FC236}">
                  <a16:creationId xmlns:a16="http://schemas.microsoft.com/office/drawing/2014/main" id="{8DCDEC2B-358C-E430-F6B2-9C29FA663D7F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105" name="TextBox 14">
                <a:extLst>
                  <a:ext uri="{FF2B5EF4-FFF2-40B4-BE49-F238E27FC236}">
                    <a16:creationId xmlns:a16="http://schemas.microsoft.com/office/drawing/2014/main" id="{D47E8AFA-0463-A737-1668-F9F8EB0F9C73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feature/mi-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rama</a:t>
                </a:r>
                <a:endParaRPr lang="en-US" sz="27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112" name="Imagen 111" descr="Git-branch - Free vector icons on creazilla.com">
                <a:extLst>
                  <a:ext uri="{FF2B5EF4-FFF2-40B4-BE49-F238E27FC236}">
                    <a16:creationId xmlns:a16="http://schemas.microsoft.com/office/drawing/2014/main" id="{661109B4-8068-A91F-ECC5-FFD978E9E8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115" name="Grupo 114">
            <a:extLst>
              <a:ext uri="{FF2B5EF4-FFF2-40B4-BE49-F238E27FC236}">
                <a16:creationId xmlns:a16="http://schemas.microsoft.com/office/drawing/2014/main" id="{036450DF-D453-4C5E-3FD3-F7DE0AEE7039}"/>
              </a:ext>
            </a:extLst>
          </p:cNvPr>
          <p:cNvGrpSpPr/>
          <p:nvPr/>
        </p:nvGrpSpPr>
        <p:grpSpPr>
          <a:xfrm>
            <a:off x="700918" y="3206886"/>
            <a:ext cx="4589013" cy="973670"/>
            <a:chOff x="709547" y="2145505"/>
            <a:chExt cx="4305059" cy="973670"/>
          </a:xfrm>
        </p:grpSpPr>
        <p:grpSp>
          <p:nvGrpSpPr>
            <p:cNvPr id="116" name="Group 9">
              <a:extLst>
                <a:ext uri="{FF2B5EF4-FFF2-40B4-BE49-F238E27FC236}">
                  <a16:creationId xmlns:a16="http://schemas.microsoft.com/office/drawing/2014/main" id="{E4585395-D9EA-BC1B-CA07-762FC0E851FA}"/>
                </a:ext>
              </a:extLst>
            </p:cNvPr>
            <p:cNvGrpSpPr/>
            <p:nvPr/>
          </p:nvGrpSpPr>
          <p:grpSpPr>
            <a:xfrm>
              <a:off x="709547" y="2145505"/>
              <a:ext cx="4305059" cy="973670"/>
              <a:chOff x="0" y="-47625"/>
              <a:chExt cx="2192869" cy="466725"/>
            </a:xfrm>
          </p:grpSpPr>
          <p:sp>
            <p:nvSpPr>
              <p:cNvPr id="119" name="Freeform 10">
                <a:extLst>
                  <a:ext uri="{FF2B5EF4-FFF2-40B4-BE49-F238E27FC236}">
                    <a16:creationId xmlns:a16="http://schemas.microsoft.com/office/drawing/2014/main" id="{89DBC2E7-CC42-3DF0-59D5-9D05BC06B700}"/>
                  </a:ext>
                </a:extLst>
              </p:cNvPr>
              <p:cNvSpPr/>
              <p:nvPr/>
            </p:nvSpPr>
            <p:spPr>
              <a:xfrm>
                <a:off x="0" y="0"/>
                <a:ext cx="2192869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20" name="TextBox 11">
                <a:extLst>
                  <a:ext uri="{FF2B5EF4-FFF2-40B4-BE49-F238E27FC236}">
                    <a16:creationId xmlns:a16="http://schemas.microsoft.com/office/drawing/2014/main" id="{DFEEA046-D84A-745B-3873-CDDF23D473F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sp>
          <p:nvSpPr>
            <p:cNvPr id="117" name="TextBox 14">
              <a:extLst>
                <a:ext uri="{FF2B5EF4-FFF2-40B4-BE49-F238E27FC236}">
                  <a16:creationId xmlns:a16="http://schemas.microsoft.com/office/drawing/2014/main" id="{439FCF40-3969-85BB-0A3B-2642658330D6}"/>
                </a:ext>
              </a:extLst>
            </p:cNvPr>
            <p:cNvSpPr txBox="1"/>
            <p:nvPr/>
          </p:nvSpPr>
          <p:spPr>
            <a:xfrm>
              <a:off x="1451444" y="2480525"/>
              <a:ext cx="3273757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mi-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proyecto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8" name="Freeform 50">
              <a:extLst>
                <a:ext uri="{FF2B5EF4-FFF2-40B4-BE49-F238E27FC236}">
                  <a16:creationId xmlns:a16="http://schemas.microsoft.com/office/drawing/2014/main" id="{402A1617-EC61-43B2-C96D-A827DEC4F213}"/>
                </a:ext>
              </a:extLst>
            </p:cNvPr>
            <p:cNvSpPr/>
            <p:nvPr/>
          </p:nvSpPr>
          <p:spPr>
            <a:xfrm>
              <a:off x="1026470" y="2429721"/>
              <a:ext cx="444723" cy="394760"/>
            </a:xfrm>
            <a:custGeom>
              <a:avLst/>
              <a:gdLst/>
              <a:ahLst/>
              <a:cxnLst/>
              <a:rect l="l" t="t" r="r" b="b"/>
              <a:pathLst>
                <a:path w="626768" h="552695">
                  <a:moveTo>
                    <a:pt x="0" y="0"/>
                  </a:moveTo>
                  <a:lnTo>
                    <a:pt x="626768" y="0"/>
                  </a:lnTo>
                  <a:lnTo>
                    <a:pt x="626768" y="552695"/>
                  </a:lnTo>
                  <a:lnTo>
                    <a:pt x="0" y="552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21" name="Group 52">
            <a:extLst>
              <a:ext uri="{FF2B5EF4-FFF2-40B4-BE49-F238E27FC236}">
                <a16:creationId xmlns:a16="http://schemas.microsoft.com/office/drawing/2014/main" id="{E3F634F9-D9B1-BE40-01E6-971ABFE32182}"/>
              </a:ext>
            </a:extLst>
          </p:cNvPr>
          <p:cNvGrpSpPr/>
          <p:nvPr/>
        </p:nvGrpSpPr>
        <p:grpSpPr>
          <a:xfrm>
            <a:off x="5845319" y="2344906"/>
            <a:ext cx="6592606" cy="960554"/>
            <a:chOff x="0" y="0"/>
            <a:chExt cx="2441105" cy="197645"/>
          </a:xfrm>
        </p:grpSpPr>
        <p:sp>
          <p:nvSpPr>
            <p:cNvPr id="122" name="Freeform 53">
              <a:extLst>
                <a:ext uri="{FF2B5EF4-FFF2-40B4-BE49-F238E27FC236}">
                  <a16:creationId xmlns:a16="http://schemas.microsoft.com/office/drawing/2014/main" id="{4AD44940-ED59-63AC-2270-EDA6BBBCB7BA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23" name="TextBox 54">
              <a:extLst>
                <a:ext uri="{FF2B5EF4-FFF2-40B4-BE49-F238E27FC236}">
                  <a16:creationId xmlns:a16="http://schemas.microsoft.com/office/drawing/2014/main" id="{8A0FF464-B4CD-E848-9926-210125407966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24" name="TextBox 56">
            <a:extLst>
              <a:ext uri="{FF2B5EF4-FFF2-40B4-BE49-F238E27FC236}">
                <a16:creationId xmlns:a16="http://schemas.microsoft.com/office/drawing/2014/main" id="{2ED21D35-4401-9F3E-E75E-A936C803A2DA}"/>
              </a:ext>
            </a:extLst>
          </p:cNvPr>
          <p:cNvSpPr txBox="1"/>
          <p:nvPr/>
        </p:nvSpPr>
        <p:spPr>
          <a:xfrm>
            <a:off x="6299186" y="2596083"/>
            <a:ext cx="5309172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merge origin/feature/mi-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30" name="Group 9">
            <a:extLst>
              <a:ext uri="{FF2B5EF4-FFF2-40B4-BE49-F238E27FC236}">
                <a16:creationId xmlns:a16="http://schemas.microsoft.com/office/drawing/2014/main" id="{143B3C02-69C0-009C-F2BB-1EBE8F1D7530}"/>
              </a:ext>
            </a:extLst>
          </p:cNvPr>
          <p:cNvGrpSpPr/>
          <p:nvPr/>
        </p:nvGrpSpPr>
        <p:grpSpPr>
          <a:xfrm>
            <a:off x="1576409" y="5414191"/>
            <a:ext cx="4892112" cy="973670"/>
            <a:chOff x="0" y="-47625"/>
            <a:chExt cx="2734992" cy="466725"/>
          </a:xfrm>
        </p:grpSpPr>
        <p:sp>
          <p:nvSpPr>
            <p:cNvPr id="131" name="Freeform 10">
              <a:extLst>
                <a:ext uri="{FF2B5EF4-FFF2-40B4-BE49-F238E27FC236}">
                  <a16:creationId xmlns:a16="http://schemas.microsoft.com/office/drawing/2014/main" id="{A43B1AC8-0655-A9F4-6E98-5965AE14BF09}"/>
                </a:ext>
              </a:extLst>
            </p:cNvPr>
            <p:cNvSpPr/>
            <p:nvPr/>
          </p:nvSpPr>
          <p:spPr>
            <a:xfrm>
              <a:off x="0" y="0"/>
              <a:ext cx="2734992" cy="419100"/>
            </a:xfrm>
            <a:custGeom>
              <a:avLst/>
              <a:gdLst/>
              <a:ahLst/>
              <a:cxnLst/>
              <a:rect l="l" t="t" r="r" b="b"/>
              <a:pathLst>
                <a:path w="2031332" h="419100">
                  <a:moveTo>
                    <a:pt x="23643" y="0"/>
                  </a:moveTo>
                  <a:lnTo>
                    <a:pt x="2007689" y="0"/>
                  </a:lnTo>
                  <a:cubicBezTo>
                    <a:pt x="2020747" y="0"/>
                    <a:pt x="2031332" y="10585"/>
                    <a:pt x="2031332" y="23643"/>
                  </a:cubicBezTo>
                  <a:lnTo>
                    <a:pt x="2031332" y="395457"/>
                  </a:lnTo>
                  <a:cubicBezTo>
                    <a:pt x="2031332" y="401727"/>
                    <a:pt x="2028841" y="407741"/>
                    <a:pt x="2024407" y="412175"/>
                  </a:cubicBezTo>
                  <a:cubicBezTo>
                    <a:pt x="2019973" y="416609"/>
                    <a:pt x="2013959" y="419100"/>
                    <a:pt x="2007689" y="419100"/>
                  </a:cubicBezTo>
                  <a:lnTo>
                    <a:pt x="23643" y="419100"/>
                  </a:lnTo>
                  <a:cubicBezTo>
                    <a:pt x="17373" y="419100"/>
                    <a:pt x="11359" y="416609"/>
                    <a:pt x="6925" y="412175"/>
                  </a:cubicBezTo>
                  <a:cubicBezTo>
                    <a:pt x="2491" y="407741"/>
                    <a:pt x="0" y="401727"/>
                    <a:pt x="0" y="395457"/>
                  </a:cubicBezTo>
                  <a:lnTo>
                    <a:pt x="0" y="23643"/>
                  </a:lnTo>
                  <a:cubicBezTo>
                    <a:pt x="0" y="17373"/>
                    <a:pt x="2491" y="11359"/>
                    <a:pt x="6925" y="6925"/>
                  </a:cubicBezTo>
                  <a:cubicBezTo>
                    <a:pt x="11359" y="2491"/>
                    <a:pt x="17373" y="0"/>
                    <a:pt x="23643" y="0"/>
                  </a:cubicBezTo>
                  <a:close/>
                </a:path>
              </a:pathLst>
            </a:custGeom>
            <a:noFill/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32" name="TextBox 11">
              <a:extLst>
                <a:ext uri="{FF2B5EF4-FFF2-40B4-BE49-F238E27FC236}">
                  <a16:creationId xmlns:a16="http://schemas.microsoft.com/office/drawing/2014/main" id="{914DE0DA-E5DF-E2FE-BC3D-2A28033E506D}"/>
                </a:ext>
              </a:extLst>
            </p:cNvPr>
            <p:cNvSpPr txBox="1"/>
            <p:nvPr/>
          </p:nvSpPr>
          <p:spPr>
            <a:xfrm>
              <a:off x="0" y="-47625"/>
              <a:ext cx="2031332" cy="46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11"/>
                </a:lnSpc>
              </a:pPr>
              <a:endParaRPr/>
            </a:p>
          </p:txBody>
        </p:sp>
      </p:grpSp>
      <p:grpSp>
        <p:nvGrpSpPr>
          <p:cNvPr id="241" name="Group 36">
            <a:extLst>
              <a:ext uri="{FF2B5EF4-FFF2-40B4-BE49-F238E27FC236}">
                <a16:creationId xmlns:a16="http://schemas.microsoft.com/office/drawing/2014/main" id="{7BEA7830-EC5E-8812-32A6-D8F8EF944532}"/>
              </a:ext>
            </a:extLst>
          </p:cNvPr>
          <p:cNvGrpSpPr/>
          <p:nvPr/>
        </p:nvGrpSpPr>
        <p:grpSpPr>
          <a:xfrm>
            <a:off x="12693619" y="2269505"/>
            <a:ext cx="5133867" cy="7233815"/>
            <a:chOff x="0" y="0"/>
            <a:chExt cx="1351154" cy="731404"/>
          </a:xfrm>
        </p:grpSpPr>
        <p:sp>
          <p:nvSpPr>
            <p:cNvPr id="242" name="Freeform 37">
              <a:extLst>
                <a:ext uri="{FF2B5EF4-FFF2-40B4-BE49-F238E27FC236}">
                  <a16:creationId xmlns:a16="http://schemas.microsoft.com/office/drawing/2014/main" id="{3E2E8169-7CD1-31B3-B641-88927BFC5EDA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43" name="TextBox 38">
              <a:extLst>
                <a:ext uri="{FF2B5EF4-FFF2-40B4-BE49-F238E27FC236}">
                  <a16:creationId xmlns:a16="http://schemas.microsoft.com/office/drawing/2014/main" id="{E11675C5-FB11-850C-39B9-E07A3974601A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244" name="TextBox 39">
            <a:extLst>
              <a:ext uri="{FF2B5EF4-FFF2-40B4-BE49-F238E27FC236}">
                <a16:creationId xmlns:a16="http://schemas.microsoft.com/office/drawing/2014/main" id="{E119E4AC-92F9-9928-CDB4-C6C261E7EC55}"/>
              </a:ext>
            </a:extLst>
          </p:cNvPr>
          <p:cNvSpPr txBox="1"/>
          <p:nvPr/>
        </p:nvSpPr>
        <p:spPr>
          <a:xfrm>
            <a:off x="12995266" y="2508023"/>
            <a:ext cx="5201002" cy="5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grpSp>
        <p:nvGrpSpPr>
          <p:cNvPr id="245" name="Group 40">
            <a:extLst>
              <a:ext uri="{FF2B5EF4-FFF2-40B4-BE49-F238E27FC236}">
                <a16:creationId xmlns:a16="http://schemas.microsoft.com/office/drawing/2014/main" id="{F329678A-01F4-BE95-A24C-95461E6E4762}"/>
              </a:ext>
            </a:extLst>
          </p:cNvPr>
          <p:cNvGrpSpPr/>
          <p:nvPr/>
        </p:nvGrpSpPr>
        <p:grpSpPr>
          <a:xfrm>
            <a:off x="12984733" y="3709248"/>
            <a:ext cx="4589012" cy="5585047"/>
            <a:chOff x="0" y="0"/>
            <a:chExt cx="1358522" cy="590257"/>
          </a:xfrm>
        </p:grpSpPr>
        <p:sp>
          <p:nvSpPr>
            <p:cNvPr id="246" name="Freeform 41">
              <a:extLst>
                <a:ext uri="{FF2B5EF4-FFF2-40B4-BE49-F238E27FC236}">
                  <a16:creationId xmlns:a16="http://schemas.microsoft.com/office/drawing/2014/main" id="{18EF30AD-ED2F-9258-A167-1E3B7A249584}"/>
                </a:ext>
              </a:extLst>
            </p:cNvPr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47" name="TextBox 42">
              <a:extLst>
                <a:ext uri="{FF2B5EF4-FFF2-40B4-BE49-F238E27FC236}">
                  <a16:creationId xmlns:a16="http://schemas.microsoft.com/office/drawing/2014/main" id="{B3AC9595-40D4-36C2-AC4C-4CF6D229903F}"/>
                </a:ext>
              </a:extLst>
            </p:cNvPr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263" name="Grupo 262">
            <a:extLst>
              <a:ext uri="{FF2B5EF4-FFF2-40B4-BE49-F238E27FC236}">
                <a16:creationId xmlns:a16="http://schemas.microsoft.com/office/drawing/2014/main" id="{FC1A7FEC-AE4E-A491-407D-3A3882F52006}"/>
              </a:ext>
            </a:extLst>
          </p:cNvPr>
          <p:cNvGrpSpPr/>
          <p:nvPr/>
        </p:nvGrpSpPr>
        <p:grpSpPr>
          <a:xfrm>
            <a:off x="12984732" y="3131485"/>
            <a:ext cx="4589013" cy="973670"/>
            <a:chOff x="709547" y="2145505"/>
            <a:chExt cx="4305059" cy="973670"/>
          </a:xfrm>
        </p:grpSpPr>
        <p:grpSp>
          <p:nvGrpSpPr>
            <p:cNvPr id="264" name="Group 9">
              <a:extLst>
                <a:ext uri="{FF2B5EF4-FFF2-40B4-BE49-F238E27FC236}">
                  <a16:creationId xmlns:a16="http://schemas.microsoft.com/office/drawing/2014/main" id="{B3B98767-50C3-3E68-49E6-E50E9B7D7357}"/>
                </a:ext>
              </a:extLst>
            </p:cNvPr>
            <p:cNvGrpSpPr/>
            <p:nvPr/>
          </p:nvGrpSpPr>
          <p:grpSpPr>
            <a:xfrm>
              <a:off x="709547" y="2145505"/>
              <a:ext cx="4305059" cy="973670"/>
              <a:chOff x="0" y="-47625"/>
              <a:chExt cx="2192869" cy="466725"/>
            </a:xfrm>
          </p:grpSpPr>
          <p:sp>
            <p:nvSpPr>
              <p:cNvPr id="267" name="Freeform 10">
                <a:extLst>
                  <a:ext uri="{FF2B5EF4-FFF2-40B4-BE49-F238E27FC236}">
                    <a16:creationId xmlns:a16="http://schemas.microsoft.com/office/drawing/2014/main" id="{BE4A8952-23D3-2BDF-2D95-7CF1ED4682D2}"/>
                  </a:ext>
                </a:extLst>
              </p:cNvPr>
              <p:cNvSpPr/>
              <p:nvPr/>
            </p:nvSpPr>
            <p:spPr>
              <a:xfrm>
                <a:off x="0" y="0"/>
                <a:ext cx="2192869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68" name="TextBox 11">
                <a:extLst>
                  <a:ext uri="{FF2B5EF4-FFF2-40B4-BE49-F238E27FC236}">
                    <a16:creationId xmlns:a16="http://schemas.microsoft.com/office/drawing/2014/main" id="{6D280C95-F6E8-5FAF-5CC0-7829CAB4653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sp>
          <p:nvSpPr>
            <p:cNvPr id="265" name="TextBox 14">
              <a:extLst>
                <a:ext uri="{FF2B5EF4-FFF2-40B4-BE49-F238E27FC236}">
                  <a16:creationId xmlns:a16="http://schemas.microsoft.com/office/drawing/2014/main" id="{C6A59292-DE1F-08E6-D4A8-041BABF90E0D}"/>
                </a:ext>
              </a:extLst>
            </p:cNvPr>
            <p:cNvSpPr txBox="1"/>
            <p:nvPr/>
          </p:nvSpPr>
          <p:spPr>
            <a:xfrm>
              <a:off x="1451444" y="2480525"/>
              <a:ext cx="3273757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mi-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proyecto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6" name="Freeform 50">
              <a:extLst>
                <a:ext uri="{FF2B5EF4-FFF2-40B4-BE49-F238E27FC236}">
                  <a16:creationId xmlns:a16="http://schemas.microsoft.com/office/drawing/2014/main" id="{8C44DBE9-3F6D-140E-2264-7EED72F969C3}"/>
                </a:ext>
              </a:extLst>
            </p:cNvPr>
            <p:cNvSpPr/>
            <p:nvPr/>
          </p:nvSpPr>
          <p:spPr>
            <a:xfrm>
              <a:off x="1026470" y="2429721"/>
              <a:ext cx="444723" cy="394760"/>
            </a:xfrm>
            <a:custGeom>
              <a:avLst/>
              <a:gdLst/>
              <a:ahLst/>
              <a:cxnLst/>
              <a:rect l="l" t="t" r="r" b="b"/>
              <a:pathLst>
                <a:path w="626768" h="552695">
                  <a:moveTo>
                    <a:pt x="0" y="0"/>
                  </a:moveTo>
                  <a:lnTo>
                    <a:pt x="626768" y="0"/>
                  </a:lnTo>
                  <a:lnTo>
                    <a:pt x="626768" y="552695"/>
                  </a:lnTo>
                  <a:lnTo>
                    <a:pt x="0" y="552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98" name="Grupo 297">
            <a:extLst>
              <a:ext uri="{FF2B5EF4-FFF2-40B4-BE49-F238E27FC236}">
                <a16:creationId xmlns:a16="http://schemas.microsoft.com/office/drawing/2014/main" id="{28F0FEFB-BBA7-E0F7-CFF9-03D70A60B89F}"/>
              </a:ext>
            </a:extLst>
          </p:cNvPr>
          <p:cNvGrpSpPr/>
          <p:nvPr/>
        </p:nvGrpSpPr>
        <p:grpSpPr>
          <a:xfrm>
            <a:off x="12733338" y="4067648"/>
            <a:ext cx="5369360" cy="742727"/>
            <a:chOff x="11277600" y="1501245"/>
            <a:chExt cx="7277100" cy="1203855"/>
          </a:xfrm>
        </p:grpSpPr>
        <p:grpSp>
          <p:nvGrpSpPr>
            <p:cNvPr id="299" name="Group 9">
              <a:extLst>
                <a:ext uri="{FF2B5EF4-FFF2-40B4-BE49-F238E27FC236}">
                  <a16:creationId xmlns:a16="http://schemas.microsoft.com/office/drawing/2014/main" id="{2733FB92-73C7-E0CF-A0BD-8C8DB1E1B393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303" name="Freeform 10">
                <a:extLst>
                  <a:ext uri="{FF2B5EF4-FFF2-40B4-BE49-F238E27FC236}">
                    <a16:creationId xmlns:a16="http://schemas.microsoft.com/office/drawing/2014/main" id="{82750315-26C0-F6AD-37DC-461D36874188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04" name="TextBox 11">
                <a:extLst>
                  <a:ext uri="{FF2B5EF4-FFF2-40B4-BE49-F238E27FC236}">
                    <a16:creationId xmlns:a16="http://schemas.microsoft.com/office/drawing/2014/main" id="{D000A104-D508-112F-77BE-E97B89A637F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300" name="Grupo 299">
              <a:extLst>
                <a:ext uri="{FF2B5EF4-FFF2-40B4-BE49-F238E27FC236}">
                  <a16:creationId xmlns:a16="http://schemas.microsoft.com/office/drawing/2014/main" id="{DBC385D0-6403-9E44-6273-0E752143025F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301" name="TextBox 14">
                <a:extLst>
                  <a:ext uri="{FF2B5EF4-FFF2-40B4-BE49-F238E27FC236}">
                    <a16:creationId xmlns:a16="http://schemas.microsoft.com/office/drawing/2014/main" id="{E7218D4D-6330-7B3E-7A0E-E10CCECD3F84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feature/mi-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rama</a:t>
                </a:r>
                <a:endParaRPr lang="en-US" sz="27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302" name="Imagen 301" descr="Git-branch - Free vector icons on creazilla.com">
                <a:extLst>
                  <a:ext uri="{FF2B5EF4-FFF2-40B4-BE49-F238E27FC236}">
                    <a16:creationId xmlns:a16="http://schemas.microsoft.com/office/drawing/2014/main" id="{7D12F612-8451-2CBE-AA80-4B35EB4187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310" name="Grupo 309">
            <a:extLst>
              <a:ext uri="{FF2B5EF4-FFF2-40B4-BE49-F238E27FC236}">
                <a16:creationId xmlns:a16="http://schemas.microsoft.com/office/drawing/2014/main" id="{89E14D35-437D-E71E-F07A-0C446D5FA696}"/>
              </a:ext>
            </a:extLst>
          </p:cNvPr>
          <p:cNvGrpSpPr/>
          <p:nvPr/>
        </p:nvGrpSpPr>
        <p:grpSpPr>
          <a:xfrm>
            <a:off x="667082" y="5305768"/>
            <a:ext cx="5369360" cy="742727"/>
            <a:chOff x="11277600" y="1501245"/>
            <a:chExt cx="7277100" cy="1203855"/>
          </a:xfrm>
        </p:grpSpPr>
        <p:grpSp>
          <p:nvGrpSpPr>
            <p:cNvPr id="311" name="Group 9">
              <a:extLst>
                <a:ext uri="{FF2B5EF4-FFF2-40B4-BE49-F238E27FC236}">
                  <a16:creationId xmlns:a16="http://schemas.microsoft.com/office/drawing/2014/main" id="{D3685AEF-0F97-5BB9-357C-ED7248CB0CE2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315" name="Freeform 10">
                <a:extLst>
                  <a:ext uri="{FF2B5EF4-FFF2-40B4-BE49-F238E27FC236}">
                    <a16:creationId xmlns:a16="http://schemas.microsoft.com/office/drawing/2014/main" id="{C0A576AB-86BF-82FF-D4B1-B1BFF9FD28D4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16" name="TextBox 11">
                <a:extLst>
                  <a:ext uri="{FF2B5EF4-FFF2-40B4-BE49-F238E27FC236}">
                    <a16:creationId xmlns:a16="http://schemas.microsoft.com/office/drawing/2014/main" id="{730DC4EA-E5C4-215C-FD98-BBE2D366F5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312" name="Grupo 311">
              <a:extLst>
                <a:ext uri="{FF2B5EF4-FFF2-40B4-BE49-F238E27FC236}">
                  <a16:creationId xmlns:a16="http://schemas.microsoft.com/office/drawing/2014/main" id="{68082A76-90EE-77F9-2C67-E41FDA43EE0F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313" name="TextBox 14">
                <a:extLst>
                  <a:ext uri="{FF2B5EF4-FFF2-40B4-BE49-F238E27FC236}">
                    <a16:creationId xmlns:a16="http://schemas.microsoft.com/office/drawing/2014/main" id="{78C7210D-C664-3F96-198B-E630B1287AAC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feature/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otra-rama</a:t>
                </a:r>
                <a:endParaRPr lang="en-US" sz="27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314" name="Imagen 313" descr="Git-branch - Free vector icons on creazilla.com">
                <a:extLst>
                  <a:ext uri="{FF2B5EF4-FFF2-40B4-BE49-F238E27FC236}">
                    <a16:creationId xmlns:a16="http://schemas.microsoft.com/office/drawing/2014/main" id="{F42A7422-1EA6-6906-E4A9-678F813D8C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322" name="Grupo 321">
            <a:extLst>
              <a:ext uri="{FF2B5EF4-FFF2-40B4-BE49-F238E27FC236}">
                <a16:creationId xmlns:a16="http://schemas.microsoft.com/office/drawing/2014/main" id="{70A82FFF-E3A9-F4C9-4AF4-864AED0B2229}"/>
              </a:ext>
            </a:extLst>
          </p:cNvPr>
          <p:cNvGrpSpPr/>
          <p:nvPr/>
        </p:nvGrpSpPr>
        <p:grpSpPr>
          <a:xfrm>
            <a:off x="636737" y="6540313"/>
            <a:ext cx="5369360" cy="742727"/>
            <a:chOff x="11277600" y="1501245"/>
            <a:chExt cx="7277100" cy="1203855"/>
          </a:xfrm>
        </p:grpSpPr>
        <p:grpSp>
          <p:nvGrpSpPr>
            <p:cNvPr id="323" name="Group 9">
              <a:extLst>
                <a:ext uri="{FF2B5EF4-FFF2-40B4-BE49-F238E27FC236}">
                  <a16:creationId xmlns:a16="http://schemas.microsoft.com/office/drawing/2014/main" id="{935C1673-A494-1DC6-C74F-045E122174FD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327" name="Freeform 10">
                <a:extLst>
                  <a:ext uri="{FF2B5EF4-FFF2-40B4-BE49-F238E27FC236}">
                    <a16:creationId xmlns:a16="http://schemas.microsoft.com/office/drawing/2014/main" id="{8B32DEC6-EE0E-48DB-0BDC-F94BED2B9D5E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28" name="TextBox 11">
                <a:extLst>
                  <a:ext uri="{FF2B5EF4-FFF2-40B4-BE49-F238E27FC236}">
                    <a16:creationId xmlns:a16="http://schemas.microsoft.com/office/drawing/2014/main" id="{7586235A-A84E-83D6-7CF7-8B38FA18A8D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324" name="Grupo 323">
              <a:extLst>
                <a:ext uri="{FF2B5EF4-FFF2-40B4-BE49-F238E27FC236}">
                  <a16:creationId xmlns:a16="http://schemas.microsoft.com/office/drawing/2014/main" id="{95AC0D0D-136A-6EFC-D545-7F66AA3146A3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325" name="TextBox 14">
                <a:extLst>
                  <a:ext uri="{FF2B5EF4-FFF2-40B4-BE49-F238E27FC236}">
                    <a16:creationId xmlns:a16="http://schemas.microsoft.com/office/drawing/2014/main" id="{F5CC6088-A183-2B52-DCEE-9759618CD4F6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fix/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rama</a:t>
                </a: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-de-error</a:t>
                </a:r>
              </a:p>
            </p:txBody>
          </p:sp>
          <p:pic>
            <p:nvPicPr>
              <p:cNvPr id="326" name="Imagen 325" descr="Git-branch - Free vector icons on creazilla.com">
                <a:extLst>
                  <a:ext uri="{FF2B5EF4-FFF2-40B4-BE49-F238E27FC236}">
                    <a16:creationId xmlns:a16="http://schemas.microsoft.com/office/drawing/2014/main" id="{AA92A400-D8A4-8F98-FDD6-80473D6437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334" name="Group 57">
            <a:extLst>
              <a:ext uri="{FF2B5EF4-FFF2-40B4-BE49-F238E27FC236}">
                <a16:creationId xmlns:a16="http://schemas.microsoft.com/office/drawing/2014/main" id="{2DC9EA95-CB5D-9EA3-2991-EB5081C0B322}"/>
              </a:ext>
            </a:extLst>
          </p:cNvPr>
          <p:cNvGrpSpPr/>
          <p:nvPr/>
        </p:nvGrpSpPr>
        <p:grpSpPr>
          <a:xfrm>
            <a:off x="14078306" y="4831628"/>
            <a:ext cx="3211813" cy="413190"/>
            <a:chOff x="0" y="-66675"/>
            <a:chExt cx="4526553" cy="578498"/>
          </a:xfrm>
        </p:grpSpPr>
        <p:sp>
          <p:nvSpPr>
            <p:cNvPr id="335" name="TextBox 58">
              <a:extLst>
                <a:ext uri="{FF2B5EF4-FFF2-40B4-BE49-F238E27FC236}">
                  <a16:creationId xmlns:a16="http://schemas.microsoft.com/office/drawing/2014/main" id="{C44435A9-F600-53E6-AEE3-B39F5A92EE71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1 commit</a:t>
              </a:r>
            </a:p>
          </p:txBody>
        </p:sp>
        <p:grpSp>
          <p:nvGrpSpPr>
            <p:cNvPr id="336" name="Group 59">
              <a:extLst>
                <a:ext uri="{FF2B5EF4-FFF2-40B4-BE49-F238E27FC236}">
                  <a16:creationId xmlns:a16="http://schemas.microsoft.com/office/drawing/2014/main" id="{6DB13BBF-A6FF-452A-89B6-E079E7E776C8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37" name="Freeform 60">
                <a:extLst>
                  <a:ext uri="{FF2B5EF4-FFF2-40B4-BE49-F238E27FC236}">
                    <a16:creationId xmlns:a16="http://schemas.microsoft.com/office/drawing/2014/main" id="{B265C2DB-EA7E-3D1A-6954-476E7D3E2A8F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FFC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38" name="TextBox 61">
                <a:extLst>
                  <a:ext uri="{FF2B5EF4-FFF2-40B4-BE49-F238E27FC236}">
                    <a16:creationId xmlns:a16="http://schemas.microsoft.com/office/drawing/2014/main" id="{0D49E57C-D401-B672-6ECE-344D628E22C2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352" name="Group 57">
            <a:extLst>
              <a:ext uri="{FF2B5EF4-FFF2-40B4-BE49-F238E27FC236}">
                <a16:creationId xmlns:a16="http://schemas.microsoft.com/office/drawing/2014/main" id="{0547EBD2-F058-3C5A-37B1-A7D6912BE6F8}"/>
              </a:ext>
            </a:extLst>
          </p:cNvPr>
          <p:cNvGrpSpPr/>
          <p:nvPr/>
        </p:nvGrpSpPr>
        <p:grpSpPr>
          <a:xfrm>
            <a:off x="2086340" y="4832852"/>
            <a:ext cx="3211813" cy="413190"/>
            <a:chOff x="0" y="-66675"/>
            <a:chExt cx="4526553" cy="578498"/>
          </a:xfrm>
        </p:grpSpPr>
        <p:sp>
          <p:nvSpPr>
            <p:cNvPr id="353" name="TextBox 58">
              <a:extLst>
                <a:ext uri="{FF2B5EF4-FFF2-40B4-BE49-F238E27FC236}">
                  <a16:creationId xmlns:a16="http://schemas.microsoft.com/office/drawing/2014/main" id="{30AF1BB2-163F-63D8-08AF-12D5E00A24B4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5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54" name="Group 59">
              <a:extLst>
                <a:ext uri="{FF2B5EF4-FFF2-40B4-BE49-F238E27FC236}">
                  <a16:creationId xmlns:a16="http://schemas.microsoft.com/office/drawing/2014/main" id="{A26839F4-2D10-68B6-FE02-2E1D87C8247B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55" name="Freeform 60">
                <a:extLst>
                  <a:ext uri="{FF2B5EF4-FFF2-40B4-BE49-F238E27FC236}">
                    <a16:creationId xmlns:a16="http://schemas.microsoft.com/office/drawing/2014/main" id="{57585453-8BC7-F3BC-F908-61D0742B60A5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56" name="TextBox 61">
                <a:extLst>
                  <a:ext uri="{FF2B5EF4-FFF2-40B4-BE49-F238E27FC236}">
                    <a16:creationId xmlns:a16="http://schemas.microsoft.com/office/drawing/2014/main" id="{11DF6BE4-0FA3-5455-F1B0-EE70CB988ECF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D8D4727E-A108-5031-46FF-8E92C07B27C1}"/>
              </a:ext>
            </a:extLst>
          </p:cNvPr>
          <p:cNvGrpSpPr/>
          <p:nvPr/>
        </p:nvGrpSpPr>
        <p:grpSpPr>
          <a:xfrm>
            <a:off x="6827817" y="4699788"/>
            <a:ext cx="4569009" cy="4253712"/>
            <a:chOff x="6337647" y="4389234"/>
            <a:chExt cx="5183506" cy="3333626"/>
          </a:xfrm>
        </p:grpSpPr>
        <p:grpSp>
          <p:nvGrpSpPr>
            <p:cNvPr id="49" name="Group 13">
              <a:extLst>
                <a:ext uri="{FF2B5EF4-FFF2-40B4-BE49-F238E27FC236}">
                  <a16:creationId xmlns:a16="http://schemas.microsoft.com/office/drawing/2014/main" id="{5680ABF2-A8BD-0083-BA76-283BC17E0449}"/>
                </a:ext>
              </a:extLst>
            </p:cNvPr>
            <p:cNvGrpSpPr/>
            <p:nvPr/>
          </p:nvGrpSpPr>
          <p:grpSpPr>
            <a:xfrm>
              <a:off x="6337647" y="4389234"/>
              <a:ext cx="5183506" cy="3333626"/>
              <a:chOff x="0" y="0"/>
              <a:chExt cx="1351154" cy="731404"/>
            </a:xfrm>
          </p:grpSpPr>
          <p:sp>
            <p:nvSpPr>
              <p:cNvPr id="51" name="Freeform 14">
                <a:extLst>
                  <a:ext uri="{FF2B5EF4-FFF2-40B4-BE49-F238E27FC236}">
                    <a16:creationId xmlns:a16="http://schemas.microsoft.com/office/drawing/2014/main" id="{5986C462-8048-B8E4-DE49-AC226A67303E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52" name="TextBox 15">
                <a:extLst>
                  <a:ext uri="{FF2B5EF4-FFF2-40B4-BE49-F238E27FC236}">
                    <a16:creationId xmlns:a16="http://schemas.microsoft.com/office/drawing/2014/main" id="{58032E87-D9B7-10A2-DDC4-88C34253EDEB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50" name="TextBox 16">
              <a:extLst>
                <a:ext uri="{FF2B5EF4-FFF2-40B4-BE49-F238E27FC236}">
                  <a16:creationId xmlns:a16="http://schemas.microsoft.com/office/drawing/2014/main" id="{72D271DE-4558-2B24-307A-EFB3C43AE87E}"/>
                </a:ext>
              </a:extLst>
            </p:cNvPr>
            <p:cNvSpPr txBox="1"/>
            <p:nvPr/>
          </p:nvSpPr>
          <p:spPr>
            <a:xfrm>
              <a:off x="6414781" y="4563715"/>
              <a:ext cx="4964230" cy="59061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 err="1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Carpeta</a:t>
              </a:r>
              <a:r>
                <a:rPr lang="en-US" sz="3199" b="1" spc="-86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3199" b="1" spc="-86" dirty="0" err="1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oculta</a:t>
              </a:r>
              <a:r>
                <a:rPr lang="en-US" sz="3199" b="1" spc="-86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 (.git)</a:t>
              </a:r>
            </a:p>
          </p:txBody>
        </p:sp>
      </p:grpSp>
      <p:sp>
        <p:nvSpPr>
          <p:cNvPr id="53" name="TextBox 56">
            <a:extLst>
              <a:ext uri="{FF2B5EF4-FFF2-40B4-BE49-F238E27FC236}">
                <a16:creationId xmlns:a16="http://schemas.microsoft.com/office/drawing/2014/main" id="{A3D33E00-CF64-809D-4593-377634DF690D}"/>
              </a:ext>
            </a:extLst>
          </p:cNvPr>
          <p:cNvSpPr txBox="1"/>
          <p:nvPr/>
        </p:nvSpPr>
        <p:spPr>
          <a:xfrm>
            <a:off x="7174642" y="5555497"/>
            <a:ext cx="4423183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feature/mi-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" name="TextBox 56">
            <a:extLst>
              <a:ext uri="{FF2B5EF4-FFF2-40B4-BE49-F238E27FC236}">
                <a16:creationId xmlns:a16="http://schemas.microsoft.com/office/drawing/2014/main" id="{04A5B4FC-ECCD-899C-5232-6ED2952F26FE}"/>
              </a:ext>
            </a:extLst>
          </p:cNvPr>
          <p:cNvSpPr txBox="1"/>
          <p:nvPr/>
        </p:nvSpPr>
        <p:spPr>
          <a:xfrm>
            <a:off x="7174642" y="6556769"/>
            <a:ext cx="4423183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feature/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otra-rama</a:t>
            </a: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TextBox 56">
            <a:extLst>
              <a:ext uri="{FF2B5EF4-FFF2-40B4-BE49-F238E27FC236}">
                <a16:creationId xmlns:a16="http://schemas.microsoft.com/office/drawing/2014/main" id="{49973010-4723-EAB2-A1EC-9FF10E6101A7}"/>
              </a:ext>
            </a:extLst>
          </p:cNvPr>
          <p:cNvSpPr txBox="1"/>
          <p:nvPr/>
        </p:nvSpPr>
        <p:spPr>
          <a:xfrm>
            <a:off x="7174641" y="7589756"/>
            <a:ext cx="4423183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fix/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-de-error: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57" name="Group 57">
            <a:extLst>
              <a:ext uri="{FF2B5EF4-FFF2-40B4-BE49-F238E27FC236}">
                <a16:creationId xmlns:a16="http://schemas.microsoft.com/office/drawing/2014/main" id="{53382058-21E2-B1A8-5E11-86CF65589448}"/>
              </a:ext>
            </a:extLst>
          </p:cNvPr>
          <p:cNvGrpSpPr/>
          <p:nvPr/>
        </p:nvGrpSpPr>
        <p:grpSpPr>
          <a:xfrm>
            <a:off x="7358426" y="6038565"/>
            <a:ext cx="3211813" cy="413190"/>
            <a:chOff x="0" y="-66675"/>
            <a:chExt cx="4526553" cy="578498"/>
          </a:xfrm>
        </p:grpSpPr>
        <p:sp>
          <p:nvSpPr>
            <p:cNvPr id="358" name="TextBox 58">
              <a:extLst>
                <a:ext uri="{FF2B5EF4-FFF2-40B4-BE49-F238E27FC236}">
                  <a16:creationId xmlns:a16="http://schemas.microsoft.com/office/drawing/2014/main" id="{1BAE433C-C2C6-E893-8B3A-67CC4D425807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5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59" name="Group 59">
              <a:extLst>
                <a:ext uri="{FF2B5EF4-FFF2-40B4-BE49-F238E27FC236}">
                  <a16:creationId xmlns:a16="http://schemas.microsoft.com/office/drawing/2014/main" id="{C020B88E-2D29-BD59-655D-81E25F58E05E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60" name="Freeform 60">
                <a:extLst>
                  <a:ext uri="{FF2B5EF4-FFF2-40B4-BE49-F238E27FC236}">
                    <a16:creationId xmlns:a16="http://schemas.microsoft.com/office/drawing/2014/main" id="{4152BAC7-0DBE-9583-CD0B-B27492509039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61" name="TextBox 61">
                <a:extLst>
                  <a:ext uri="{FF2B5EF4-FFF2-40B4-BE49-F238E27FC236}">
                    <a16:creationId xmlns:a16="http://schemas.microsoft.com/office/drawing/2014/main" id="{5CC700E7-BC84-59CB-1295-BDC131D0FA16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362" name="Group 57">
            <a:extLst>
              <a:ext uri="{FF2B5EF4-FFF2-40B4-BE49-F238E27FC236}">
                <a16:creationId xmlns:a16="http://schemas.microsoft.com/office/drawing/2014/main" id="{2FD307E0-0CAD-F8C6-F0CF-84D55B42BBBA}"/>
              </a:ext>
            </a:extLst>
          </p:cNvPr>
          <p:cNvGrpSpPr/>
          <p:nvPr/>
        </p:nvGrpSpPr>
        <p:grpSpPr>
          <a:xfrm>
            <a:off x="2083536" y="6122733"/>
            <a:ext cx="3211813" cy="413190"/>
            <a:chOff x="0" y="-66675"/>
            <a:chExt cx="4526553" cy="578498"/>
          </a:xfrm>
        </p:grpSpPr>
        <p:sp>
          <p:nvSpPr>
            <p:cNvPr id="363" name="TextBox 58">
              <a:extLst>
                <a:ext uri="{FF2B5EF4-FFF2-40B4-BE49-F238E27FC236}">
                  <a16:creationId xmlns:a16="http://schemas.microsoft.com/office/drawing/2014/main" id="{AE87A044-97E2-E0BE-FCD9-2AC6D5BDD33F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2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64" name="Group 59">
              <a:extLst>
                <a:ext uri="{FF2B5EF4-FFF2-40B4-BE49-F238E27FC236}">
                  <a16:creationId xmlns:a16="http://schemas.microsoft.com/office/drawing/2014/main" id="{87BFFD3E-5C09-5EC6-4AA1-DBE2D1A50433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65" name="Freeform 60">
                <a:extLst>
                  <a:ext uri="{FF2B5EF4-FFF2-40B4-BE49-F238E27FC236}">
                    <a16:creationId xmlns:a16="http://schemas.microsoft.com/office/drawing/2014/main" id="{B45FA88A-1CD9-29E2-F53D-A2E86452592E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FFFF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66" name="TextBox 61">
                <a:extLst>
                  <a:ext uri="{FF2B5EF4-FFF2-40B4-BE49-F238E27FC236}">
                    <a16:creationId xmlns:a16="http://schemas.microsoft.com/office/drawing/2014/main" id="{7D4B4FDF-8BA9-CEA1-8548-B5B0AAAE4D34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370" name="Group 57">
            <a:extLst>
              <a:ext uri="{FF2B5EF4-FFF2-40B4-BE49-F238E27FC236}">
                <a16:creationId xmlns:a16="http://schemas.microsoft.com/office/drawing/2014/main" id="{12D34F21-17E3-342B-641C-578829D727A2}"/>
              </a:ext>
            </a:extLst>
          </p:cNvPr>
          <p:cNvGrpSpPr/>
          <p:nvPr/>
        </p:nvGrpSpPr>
        <p:grpSpPr>
          <a:xfrm>
            <a:off x="7358426" y="6993835"/>
            <a:ext cx="3211813" cy="413190"/>
            <a:chOff x="0" y="-66675"/>
            <a:chExt cx="4526553" cy="578498"/>
          </a:xfrm>
        </p:grpSpPr>
        <p:sp>
          <p:nvSpPr>
            <p:cNvPr id="371" name="TextBox 58">
              <a:extLst>
                <a:ext uri="{FF2B5EF4-FFF2-40B4-BE49-F238E27FC236}">
                  <a16:creationId xmlns:a16="http://schemas.microsoft.com/office/drawing/2014/main" id="{0BBB0A93-24D0-CF86-054C-3605AFAC803A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2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72" name="Group 59">
              <a:extLst>
                <a:ext uri="{FF2B5EF4-FFF2-40B4-BE49-F238E27FC236}">
                  <a16:creationId xmlns:a16="http://schemas.microsoft.com/office/drawing/2014/main" id="{2A371C49-44D7-5CB4-648E-73B6BBB8161A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73" name="Freeform 60">
                <a:extLst>
                  <a:ext uri="{FF2B5EF4-FFF2-40B4-BE49-F238E27FC236}">
                    <a16:creationId xmlns:a16="http://schemas.microsoft.com/office/drawing/2014/main" id="{ADB7423D-B236-7EDC-8395-311F66755B50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FFFF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74" name="TextBox 61">
                <a:extLst>
                  <a:ext uri="{FF2B5EF4-FFF2-40B4-BE49-F238E27FC236}">
                    <a16:creationId xmlns:a16="http://schemas.microsoft.com/office/drawing/2014/main" id="{4BCBFADA-A912-0D2C-8A94-7D7D09D5221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375" name="Group 57">
            <a:extLst>
              <a:ext uri="{FF2B5EF4-FFF2-40B4-BE49-F238E27FC236}">
                <a16:creationId xmlns:a16="http://schemas.microsoft.com/office/drawing/2014/main" id="{B7DE29BB-69F4-806C-3BFE-6EEECE1A1E12}"/>
              </a:ext>
            </a:extLst>
          </p:cNvPr>
          <p:cNvGrpSpPr/>
          <p:nvPr/>
        </p:nvGrpSpPr>
        <p:grpSpPr>
          <a:xfrm>
            <a:off x="2053191" y="7357278"/>
            <a:ext cx="3211813" cy="413190"/>
            <a:chOff x="0" y="-66675"/>
            <a:chExt cx="4526553" cy="578498"/>
          </a:xfrm>
        </p:grpSpPr>
        <p:sp>
          <p:nvSpPr>
            <p:cNvPr id="376" name="TextBox 58">
              <a:extLst>
                <a:ext uri="{FF2B5EF4-FFF2-40B4-BE49-F238E27FC236}">
                  <a16:creationId xmlns:a16="http://schemas.microsoft.com/office/drawing/2014/main" id="{CA4333AD-BC2C-11CA-557F-265A6407BB1B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4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77" name="Group 59">
              <a:extLst>
                <a:ext uri="{FF2B5EF4-FFF2-40B4-BE49-F238E27FC236}">
                  <a16:creationId xmlns:a16="http://schemas.microsoft.com/office/drawing/2014/main" id="{0E2D9EF9-59B5-3B1A-771A-2123871A7C74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78" name="Freeform 60">
                <a:extLst>
                  <a:ext uri="{FF2B5EF4-FFF2-40B4-BE49-F238E27FC236}">
                    <a16:creationId xmlns:a16="http://schemas.microsoft.com/office/drawing/2014/main" id="{6C7E5DC3-CBCD-39CE-B6C4-880C06366B75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00B0F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79" name="TextBox 61">
                <a:extLst>
                  <a:ext uri="{FF2B5EF4-FFF2-40B4-BE49-F238E27FC236}">
                    <a16:creationId xmlns:a16="http://schemas.microsoft.com/office/drawing/2014/main" id="{6D2D40C9-DD41-02D5-0D2E-122A6C8C9C5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383" name="Group 57">
            <a:extLst>
              <a:ext uri="{FF2B5EF4-FFF2-40B4-BE49-F238E27FC236}">
                <a16:creationId xmlns:a16="http://schemas.microsoft.com/office/drawing/2014/main" id="{9C3B11AD-FE00-EDBC-B285-CA598E0E3CF0}"/>
              </a:ext>
            </a:extLst>
          </p:cNvPr>
          <p:cNvGrpSpPr/>
          <p:nvPr/>
        </p:nvGrpSpPr>
        <p:grpSpPr>
          <a:xfrm>
            <a:off x="7358426" y="8028970"/>
            <a:ext cx="3211813" cy="413190"/>
            <a:chOff x="0" y="-66675"/>
            <a:chExt cx="4526553" cy="578498"/>
          </a:xfrm>
        </p:grpSpPr>
        <p:sp>
          <p:nvSpPr>
            <p:cNvPr id="384" name="TextBox 58">
              <a:extLst>
                <a:ext uri="{FF2B5EF4-FFF2-40B4-BE49-F238E27FC236}">
                  <a16:creationId xmlns:a16="http://schemas.microsoft.com/office/drawing/2014/main" id="{196DE6A8-E8A4-0CB8-9AA0-94726536862F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4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85" name="Group 59">
              <a:extLst>
                <a:ext uri="{FF2B5EF4-FFF2-40B4-BE49-F238E27FC236}">
                  <a16:creationId xmlns:a16="http://schemas.microsoft.com/office/drawing/2014/main" id="{CF3621AF-3611-098E-A68A-357E7AA3248D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86" name="Freeform 60">
                <a:extLst>
                  <a:ext uri="{FF2B5EF4-FFF2-40B4-BE49-F238E27FC236}">
                    <a16:creationId xmlns:a16="http://schemas.microsoft.com/office/drawing/2014/main" id="{26AD2146-D77E-A823-6BF2-570F4A766C0D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00B0F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87" name="TextBox 61">
                <a:extLst>
                  <a:ext uri="{FF2B5EF4-FFF2-40B4-BE49-F238E27FC236}">
                    <a16:creationId xmlns:a16="http://schemas.microsoft.com/office/drawing/2014/main" id="{19793C58-3A26-5CF4-79CB-D68E8D41A6AB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14" name="TextBox 35">
            <a:extLst>
              <a:ext uri="{FF2B5EF4-FFF2-40B4-BE49-F238E27FC236}">
                <a16:creationId xmlns:a16="http://schemas.microsoft.com/office/drawing/2014/main" id="{1F6C6278-F90A-0AF0-4695-EC67976FF170}"/>
              </a:ext>
            </a:extLst>
          </p:cNvPr>
          <p:cNvSpPr txBox="1"/>
          <p:nvPr/>
        </p:nvSpPr>
        <p:spPr>
          <a:xfrm>
            <a:off x="5071158" y="1048610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Comando que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toma el historial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y los archivos de una rama externa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y los fusiona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dentro de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la rama actual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en la que te encuentras posicionado.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" name="Flecha: a la derecha 56">
            <a:extLst>
              <a:ext uri="{FF2B5EF4-FFF2-40B4-BE49-F238E27FC236}">
                <a16:creationId xmlns:a16="http://schemas.microsoft.com/office/drawing/2014/main" id="{755ADDA7-F9D1-CD3C-2D67-4986C30F0FCF}"/>
              </a:ext>
            </a:extLst>
          </p:cNvPr>
          <p:cNvSpPr/>
          <p:nvPr/>
        </p:nvSpPr>
        <p:spPr>
          <a:xfrm>
            <a:off x="12073131" y="4227156"/>
            <a:ext cx="1373425" cy="463094"/>
          </a:xfrm>
          <a:prstGeom prst="rightArrow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FA9AA1A-26F2-4925-23A6-160B54F59311}"/>
              </a:ext>
            </a:extLst>
          </p:cNvPr>
          <p:cNvGrpSpPr/>
          <p:nvPr/>
        </p:nvGrpSpPr>
        <p:grpSpPr>
          <a:xfrm>
            <a:off x="7353914" y="6038565"/>
            <a:ext cx="3211813" cy="413190"/>
            <a:chOff x="0" y="-66675"/>
            <a:chExt cx="4526553" cy="578498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D0405F0-5358-1316-A356-8B58CDA36697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5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DF9BC5C-49B1-41F2-1C37-FBA9EE5A6139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8D1AB10F-A93A-8E84-7FE6-65AA69087886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7D69F53-8843-EB7E-AE22-095A54E6A58B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63" name="Group 57">
            <a:extLst>
              <a:ext uri="{FF2B5EF4-FFF2-40B4-BE49-F238E27FC236}">
                <a16:creationId xmlns:a16="http://schemas.microsoft.com/office/drawing/2014/main" id="{62379384-DA1C-E404-EC60-1D31A3C10CF6}"/>
              </a:ext>
            </a:extLst>
          </p:cNvPr>
          <p:cNvGrpSpPr/>
          <p:nvPr/>
        </p:nvGrpSpPr>
        <p:grpSpPr>
          <a:xfrm>
            <a:off x="7353914" y="6993835"/>
            <a:ext cx="3211813" cy="413190"/>
            <a:chOff x="0" y="-66675"/>
            <a:chExt cx="4526553" cy="578498"/>
          </a:xfrm>
        </p:grpSpPr>
        <p:sp>
          <p:nvSpPr>
            <p:cNvPr id="64" name="TextBox 58">
              <a:extLst>
                <a:ext uri="{FF2B5EF4-FFF2-40B4-BE49-F238E27FC236}">
                  <a16:creationId xmlns:a16="http://schemas.microsoft.com/office/drawing/2014/main" id="{B3676484-EAA9-D2B1-D721-4A5C0552A497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2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65" name="Group 59">
              <a:extLst>
                <a:ext uri="{FF2B5EF4-FFF2-40B4-BE49-F238E27FC236}">
                  <a16:creationId xmlns:a16="http://schemas.microsoft.com/office/drawing/2014/main" id="{C5B92500-F6D0-4D2A-1D37-02F42DAD8675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66" name="Freeform 60">
                <a:extLst>
                  <a:ext uri="{FF2B5EF4-FFF2-40B4-BE49-F238E27FC236}">
                    <a16:creationId xmlns:a16="http://schemas.microsoft.com/office/drawing/2014/main" id="{EF7007DA-66C6-C692-7351-E1B7883FFC76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FFFF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67" name="TextBox 61">
                <a:extLst>
                  <a:ext uri="{FF2B5EF4-FFF2-40B4-BE49-F238E27FC236}">
                    <a16:creationId xmlns:a16="http://schemas.microsoft.com/office/drawing/2014/main" id="{EA67943B-F724-3F51-E2DD-6E49AB1FBF6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68" name="Group 57">
            <a:extLst>
              <a:ext uri="{FF2B5EF4-FFF2-40B4-BE49-F238E27FC236}">
                <a16:creationId xmlns:a16="http://schemas.microsoft.com/office/drawing/2014/main" id="{1839B51E-56EA-A6AF-7323-C4CD41EEB979}"/>
              </a:ext>
            </a:extLst>
          </p:cNvPr>
          <p:cNvGrpSpPr/>
          <p:nvPr/>
        </p:nvGrpSpPr>
        <p:grpSpPr>
          <a:xfrm>
            <a:off x="7353914" y="8028970"/>
            <a:ext cx="3211813" cy="413190"/>
            <a:chOff x="0" y="-66675"/>
            <a:chExt cx="4526553" cy="578498"/>
          </a:xfrm>
        </p:grpSpPr>
        <p:sp>
          <p:nvSpPr>
            <p:cNvPr id="69" name="TextBox 58">
              <a:extLst>
                <a:ext uri="{FF2B5EF4-FFF2-40B4-BE49-F238E27FC236}">
                  <a16:creationId xmlns:a16="http://schemas.microsoft.com/office/drawing/2014/main" id="{B6E72A8F-45E1-DAF2-04E1-C5FB52E91FE2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4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70" name="Group 59">
              <a:extLst>
                <a:ext uri="{FF2B5EF4-FFF2-40B4-BE49-F238E27FC236}">
                  <a16:creationId xmlns:a16="http://schemas.microsoft.com/office/drawing/2014/main" id="{65EA98A4-5BBF-3D9E-AE67-472C8AA00DFC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71" name="Freeform 60">
                <a:extLst>
                  <a:ext uri="{FF2B5EF4-FFF2-40B4-BE49-F238E27FC236}">
                    <a16:creationId xmlns:a16="http://schemas.microsoft.com/office/drawing/2014/main" id="{BA8B3DAB-2B37-7A04-155D-92AB79300A25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00B0F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72" name="TextBox 61">
                <a:extLst>
                  <a:ext uri="{FF2B5EF4-FFF2-40B4-BE49-F238E27FC236}">
                    <a16:creationId xmlns:a16="http://schemas.microsoft.com/office/drawing/2014/main" id="{C1483A85-DD22-2CD6-CB89-A5A544B892DB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963117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1.23457E-6 L 0.36823 -0.06158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11" y="-30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/>
      <p:bldP spid="5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716F64-C616-6732-E974-B0E0DFAAF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B8D8E0D-9C74-16FC-F678-616F1FE055FD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A29EAF8-BF7E-570D-4EBD-7890CDA8DD40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A2D6874-96CB-E078-B4BC-105B67417D6E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18563E5-216E-6A90-7C20-96E868A6022A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298580A9-34F2-D5DA-0A96-FDE530EDDE2C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D849252-80AF-35D0-E9D3-6DC58050AA34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3504C6A-EC1C-EAC2-C475-D0287C5E4AD0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C8F64A3-67BE-F394-C2AA-7B3B2F68FA3B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D803371-1C36-38C0-636C-5D8AA713E2E7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61E7964-7F5A-182A-0B40-7B19C4FAE1D8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64FF4C7-2C4A-7531-D878-FE0B421EA408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merge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18B5F5D8-2135-CA72-1665-9C7A494CE6B3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244613F-BD80-E214-D8E6-C32A6CC037D6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EC24E20-924C-DFB1-8748-5C6A2ECAC9DE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5CBBBFD0-C758-85A4-E155-03CF2E742C8A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AC9C35C6-19CA-CA89-EBD9-730D7D75C5B5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3A8E1533-03CA-2149-091C-0D96BBCCD2CB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AD0210E2-C6A1-5D06-E20F-FE589C4523CE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743396E4-FE55-3087-A312-2C18091D9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15" name="TextBox 22">
            <a:extLst>
              <a:ext uri="{FF2B5EF4-FFF2-40B4-BE49-F238E27FC236}">
                <a16:creationId xmlns:a16="http://schemas.microsoft.com/office/drawing/2014/main" id="{FD67C823-F1F2-0BF6-879D-191E6304D45D}"/>
              </a:ext>
            </a:extLst>
          </p:cNvPr>
          <p:cNvSpPr txBox="1"/>
          <p:nvPr/>
        </p:nvSpPr>
        <p:spPr>
          <a:xfrm>
            <a:off x="1327782" y="5981404"/>
            <a:ext cx="3612844" cy="25454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grpSp>
        <p:nvGrpSpPr>
          <p:cNvPr id="23" name="Group 36">
            <a:extLst>
              <a:ext uri="{FF2B5EF4-FFF2-40B4-BE49-F238E27FC236}">
                <a16:creationId xmlns:a16="http://schemas.microsoft.com/office/drawing/2014/main" id="{5F542847-53B6-2869-8665-A8AC532618CB}"/>
              </a:ext>
            </a:extLst>
          </p:cNvPr>
          <p:cNvGrpSpPr/>
          <p:nvPr/>
        </p:nvGrpSpPr>
        <p:grpSpPr>
          <a:xfrm>
            <a:off x="409805" y="2344906"/>
            <a:ext cx="5133867" cy="7233815"/>
            <a:chOff x="0" y="0"/>
            <a:chExt cx="1351154" cy="731404"/>
          </a:xfrm>
        </p:grpSpPr>
        <p:sp>
          <p:nvSpPr>
            <p:cNvPr id="24" name="Freeform 37">
              <a:extLst>
                <a:ext uri="{FF2B5EF4-FFF2-40B4-BE49-F238E27FC236}">
                  <a16:creationId xmlns:a16="http://schemas.microsoft.com/office/drawing/2014/main" id="{AB89D467-A801-1FC0-D42D-62C22A63E216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9" name="TextBox 38">
              <a:extLst>
                <a:ext uri="{FF2B5EF4-FFF2-40B4-BE49-F238E27FC236}">
                  <a16:creationId xmlns:a16="http://schemas.microsoft.com/office/drawing/2014/main" id="{0DE20743-3138-796F-C8C2-42930A752CDD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6" name="TextBox 39">
            <a:extLst>
              <a:ext uri="{FF2B5EF4-FFF2-40B4-BE49-F238E27FC236}">
                <a16:creationId xmlns:a16="http://schemas.microsoft.com/office/drawing/2014/main" id="{BFE1BD62-1E62-1821-0EC4-85F8DD0E655A}"/>
              </a:ext>
            </a:extLst>
          </p:cNvPr>
          <p:cNvSpPr txBox="1"/>
          <p:nvPr/>
        </p:nvSpPr>
        <p:spPr>
          <a:xfrm>
            <a:off x="711452" y="2583424"/>
            <a:ext cx="5201002" cy="5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Repositorio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remoto</a:t>
            </a:r>
            <a:endParaRPr lang="en-US" sz="3199" spc="-86" dirty="0">
              <a:solidFill>
                <a:srgbClr val="FF31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7" name="Group 40">
            <a:extLst>
              <a:ext uri="{FF2B5EF4-FFF2-40B4-BE49-F238E27FC236}">
                <a16:creationId xmlns:a16="http://schemas.microsoft.com/office/drawing/2014/main" id="{87F1D414-B4E1-3AC5-12FD-DE505FB3B2BF}"/>
              </a:ext>
            </a:extLst>
          </p:cNvPr>
          <p:cNvGrpSpPr/>
          <p:nvPr/>
        </p:nvGrpSpPr>
        <p:grpSpPr>
          <a:xfrm>
            <a:off x="700919" y="3784649"/>
            <a:ext cx="4589012" cy="5585047"/>
            <a:chOff x="0" y="0"/>
            <a:chExt cx="1358522" cy="590257"/>
          </a:xfrm>
        </p:grpSpPr>
        <p:sp>
          <p:nvSpPr>
            <p:cNvPr id="38" name="Freeform 41">
              <a:extLst>
                <a:ext uri="{FF2B5EF4-FFF2-40B4-BE49-F238E27FC236}">
                  <a16:creationId xmlns:a16="http://schemas.microsoft.com/office/drawing/2014/main" id="{E82B3BE6-5872-290B-6F29-653528F91AAC}"/>
                </a:ext>
              </a:extLst>
            </p:cNvPr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9" name="TextBox 42">
              <a:extLst>
                <a:ext uri="{FF2B5EF4-FFF2-40B4-BE49-F238E27FC236}">
                  <a16:creationId xmlns:a16="http://schemas.microsoft.com/office/drawing/2014/main" id="{C228FAD8-6D81-4F35-B963-05629AC6EB4F}"/>
                </a:ext>
              </a:extLst>
            </p:cNvPr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58535357-2E6E-B910-9266-13D96C53DA9C}"/>
              </a:ext>
            </a:extLst>
          </p:cNvPr>
          <p:cNvGrpSpPr/>
          <p:nvPr/>
        </p:nvGrpSpPr>
        <p:grpSpPr>
          <a:xfrm>
            <a:off x="700919" y="4141328"/>
            <a:ext cx="5369360" cy="742727"/>
            <a:chOff x="11277600" y="1501245"/>
            <a:chExt cx="7277100" cy="1203855"/>
          </a:xfrm>
        </p:grpSpPr>
        <p:grpSp>
          <p:nvGrpSpPr>
            <p:cNvPr id="103" name="Group 9">
              <a:extLst>
                <a:ext uri="{FF2B5EF4-FFF2-40B4-BE49-F238E27FC236}">
                  <a16:creationId xmlns:a16="http://schemas.microsoft.com/office/drawing/2014/main" id="{EA0DB72F-5E62-9B19-0ADB-CDE441CC3C2E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113" name="Freeform 10">
                <a:extLst>
                  <a:ext uri="{FF2B5EF4-FFF2-40B4-BE49-F238E27FC236}">
                    <a16:creationId xmlns:a16="http://schemas.microsoft.com/office/drawing/2014/main" id="{041F4711-7D7B-7820-C524-CA7B2DCB7FAC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14" name="TextBox 11">
                <a:extLst>
                  <a:ext uri="{FF2B5EF4-FFF2-40B4-BE49-F238E27FC236}">
                    <a16:creationId xmlns:a16="http://schemas.microsoft.com/office/drawing/2014/main" id="{E5850594-D71D-3B4B-9DA8-B624373721C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104" name="Grupo 103">
              <a:extLst>
                <a:ext uri="{FF2B5EF4-FFF2-40B4-BE49-F238E27FC236}">
                  <a16:creationId xmlns:a16="http://schemas.microsoft.com/office/drawing/2014/main" id="{9CE3C60B-04F5-BD66-79D4-DF69D964CAD6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105" name="TextBox 14">
                <a:extLst>
                  <a:ext uri="{FF2B5EF4-FFF2-40B4-BE49-F238E27FC236}">
                    <a16:creationId xmlns:a16="http://schemas.microsoft.com/office/drawing/2014/main" id="{73CEFA27-395B-8AE8-A2A2-EE20D219DE13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feature/mi-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rama</a:t>
                </a:r>
                <a:endParaRPr lang="en-US" sz="27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112" name="Imagen 111" descr="Git-branch - Free vector icons on creazilla.com">
                <a:extLst>
                  <a:ext uri="{FF2B5EF4-FFF2-40B4-BE49-F238E27FC236}">
                    <a16:creationId xmlns:a16="http://schemas.microsoft.com/office/drawing/2014/main" id="{2004495F-5B88-5135-2606-1B2D779D65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115" name="Grupo 114">
            <a:extLst>
              <a:ext uri="{FF2B5EF4-FFF2-40B4-BE49-F238E27FC236}">
                <a16:creationId xmlns:a16="http://schemas.microsoft.com/office/drawing/2014/main" id="{05757F3D-85D9-CA10-B7DF-92A8F76DF0EF}"/>
              </a:ext>
            </a:extLst>
          </p:cNvPr>
          <p:cNvGrpSpPr/>
          <p:nvPr/>
        </p:nvGrpSpPr>
        <p:grpSpPr>
          <a:xfrm>
            <a:off x="700918" y="3206886"/>
            <a:ext cx="4589013" cy="973670"/>
            <a:chOff x="709547" y="2145505"/>
            <a:chExt cx="4305059" cy="973670"/>
          </a:xfrm>
        </p:grpSpPr>
        <p:grpSp>
          <p:nvGrpSpPr>
            <p:cNvPr id="116" name="Group 9">
              <a:extLst>
                <a:ext uri="{FF2B5EF4-FFF2-40B4-BE49-F238E27FC236}">
                  <a16:creationId xmlns:a16="http://schemas.microsoft.com/office/drawing/2014/main" id="{63C3CBED-7D08-F884-76C8-2AAD01861FF0}"/>
                </a:ext>
              </a:extLst>
            </p:cNvPr>
            <p:cNvGrpSpPr/>
            <p:nvPr/>
          </p:nvGrpSpPr>
          <p:grpSpPr>
            <a:xfrm>
              <a:off x="709547" y="2145505"/>
              <a:ext cx="4305059" cy="973670"/>
              <a:chOff x="0" y="-47625"/>
              <a:chExt cx="2192869" cy="466725"/>
            </a:xfrm>
          </p:grpSpPr>
          <p:sp>
            <p:nvSpPr>
              <p:cNvPr id="119" name="Freeform 10">
                <a:extLst>
                  <a:ext uri="{FF2B5EF4-FFF2-40B4-BE49-F238E27FC236}">
                    <a16:creationId xmlns:a16="http://schemas.microsoft.com/office/drawing/2014/main" id="{CF3C0453-CB39-07E2-87B4-817726159B93}"/>
                  </a:ext>
                </a:extLst>
              </p:cNvPr>
              <p:cNvSpPr/>
              <p:nvPr/>
            </p:nvSpPr>
            <p:spPr>
              <a:xfrm>
                <a:off x="0" y="0"/>
                <a:ext cx="2192869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20" name="TextBox 11">
                <a:extLst>
                  <a:ext uri="{FF2B5EF4-FFF2-40B4-BE49-F238E27FC236}">
                    <a16:creationId xmlns:a16="http://schemas.microsoft.com/office/drawing/2014/main" id="{0CC60EA3-7CB8-30D6-7C6D-93992C565FC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sp>
          <p:nvSpPr>
            <p:cNvPr id="117" name="TextBox 14">
              <a:extLst>
                <a:ext uri="{FF2B5EF4-FFF2-40B4-BE49-F238E27FC236}">
                  <a16:creationId xmlns:a16="http://schemas.microsoft.com/office/drawing/2014/main" id="{65BA2EAF-6A73-CC39-391E-24BDD28B22D0}"/>
                </a:ext>
              </a:extLst>
            </p:cNvPr>
            <p:cNvSpPr txBox="1"/>
            <p:nvPr/>
          </p:nvSpPr>
          <p:spPr>
            <a:xfrm>
              <a:off x="1451444" y="2480525"/>
              <a:ext cx="3273757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mi-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proyecto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8" name="Freeform 50">
              <a:extLst>
                <a:ext uri="{FF2B5EF4-FFF2-40B4-BE49-F238E27FC236}">
                  <a16:creationId xmlns:a16="http://schemas.microsoft.com/office/drawing/2014/main" id="{7872838E-85D4-F7D6-40E7-6F4BBCF6BD3B}"/>
                </a:ext>
              </a:extLst>
            </p:cNvPr>
            <p:cNvSpPr/>
            <p:nvPr/>
          </p:nvSpPr>
          <p:spPr>
            <a:xfrm>
              <a:off x="1026470" y="2429721"/>
              <a:ext cx="444723" cy="394760"/>
            </a:xfrm>
            <a:custGeom>
              <a:avLst/>
              <a:gdLst/>
              <a:ahLst/>
              <a:cxnLst/>
              <a:rect l="l" t="t" r="r" b="b"/>
              <a:pathLst>
                <a:path w="626768" h="552695">
                  <a:moveTo>
                    <a:pt x="0" y="0"/>
                  </a:moveTo>
                  <a:lnTo>
                    <a:pt x="626768" y="0"/>
                  </a:lnTo>
                  <a:lnTo>
                    <a:pt x="626768" y="552695"/>
                  </a:lnTo>
                  <a:lnTo>
                    <a:pt x="0" y="552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21" name="Group 52">
            <a:extLst>
              <a:ext uri="{FF2B5EF4-FFF2-40B4-BE49-F238E27FC236}">
                <a16:creationId xmlns:a16="http://schemas.microsoft.com/office/drawing/2014/main" id="{F0EC6A94-CA79-B800-7034-BDA2D5A25EDD}"/>
              </a:ext>
            </a:extLst>
          </p:cNvPr>
          <p:cNvGrpSpPr/>
          <p:nvPr/>
        </p:nvGrpSpPr>
        <p:grpSpPr>
          <a:xfrm>
            <a:off x="5845319" y="2344906"/>
            <a:ext cx="6592606" cy="960554"/>
            <a:chOff x="0" y="0"/>
            <a:chExt cx="2441105" cy="197645"/>
          </a:xfrm>
        </p:grpSpPr>
        <p:sp>
          <p:nvSpPr>
            <p:cNvPr id="122" name="Freeform 53">
              <a:extLst>
                <a:ext uri="{FF2B5EF4-FFF2-40B4-BE49-F238E27FC236}">
                  <a16:creationId xmlns:a16="http://schemas.microsoft.com/office/drawing/2014/main" id="{D0B9AAF3-D76F-4D3E-7DE5-236E02E2BA0D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23" name="TextBox 54">
              <a:extLst>
                <a:ext uri="{FF2B5EF4-FFF2-40B4-BE49-F238E27FC236}">
                  <a16:creationId xmlns:a16="http://schemas.microsoft.com/office/drawing/2014/main" id="{E4A906D0-F0D8-76FB-A1EA-3374069743A9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24" name="TextBox 56">
            <a:extLst>
              <a:ext uri="{FF2B5EF4-FFF2-40B4-BE49-F238E27FC236}">
                <a16:creationId xmlns:a16="http://schemas.microsoft.com/office/drawing/2014/main" id="{3570C239-2C2E-4E53-9216-0BC1639B363D}"/>
              </a:ext>
            </a:extLst>
          </p:cNvPr>
          <p:cNvSpPr txBox="1"/>
          <p:nvPr/>
        </p:nvSpPr>
        <p:spPr>
          <a:xfrm>
            <a:off x="6299185" y="2596083"/>
            <a:ext cx="5994673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merge origin/feature/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otra-rama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30" name="Group 9">
            <a:extLst>
              <a:ext uri="{FF2B5EF4-FFF2-40B4-BE49-F238E27FC236}">
                <a16:creationId xmlns:a16="http://schemas.microsoft.com/office/drawing/2014/main" id="{F74B956B-9286-D071-591D-C1689F14BE6A}"/>
              </a:ext>
            </a:extLst>
          </p:cNvPr>
          <p:cNvGrpSpPr/>
          <p:nvPr/>
        </p:nvGrpSpPr>
        <p:grpSpPr>
          <a:xfrm>
            <a:off x="1576409" y="5414191"/>
            <a:ext cx="4892112" cy="973670"/>
            <a:chOff x="0" y="-47625"/>
            <a:chExt cx="2734992" cy="466725"/>
          </a:xfrm>
        </p:grpSpPr>
        <p:sp>
          <p:nvSpPr>
            <p:cNvPr id="131" name="Freeform 10">
              <a:extLst>
                <a:ext uri="{FF2B5EF4-FFF2-40B4-BE49-F238E27FC236}">
                  <a16:creationId xmlns:a16="http://schemas.microsoft.com/office/drawing/2014/main" id="{591EAA5B-431A-3E95-E628-B0A587A4DBF3}"/>
                </a:ext>
              </a:extLst>
            </p:cNvPr>
            <p:cNvSpPr/>
            <p:nvPr/>
          </p:nvSpPr>
          <p:spPr>
            <a:xfrm>
              <a:off x="0" y="0"/>
              <a:ext cx="2734992" cy="419100"/>
            </a:xfrm>
            <a:custGeom>
              <a:avLst/>
              <a:gdLst/>
              <a:ahLst/>
              <a:cxnLst/>
              <a:rect l="l" t="t" r="r" b="b"/>
              <a:pathLst>
                <a:path w="2031332" h="419100">
                  <a:moveTo>
                    <a:pt x="23643" y="0"/>
                  </a:moveTo>
                  <a:lnTo>
                    <a:pt x="2007689" y="0"/>
                  </a:lnTo>
                  <a:cubicBezTo>
                    <a:pt x="2020747" y="0"/>
                    <a:pt x="2031332" y="10585"/>
                    <a:pt x="2031332" y="23643"/>
                  </a:cubicBezTo>
                  <a:lnTo>
                    <a:pt x="2031332" y="395457"/>
                  </a:lnTo>
                  <a:cubicBezTo>
                    <a:pt x="2031332" y="401727"/>
                    <a:pt x="2028841" y="407741"/>
                    <a:pt x="2024407" y="412175"/>
                  </a:cubicBezTo>
                  <a:cubicBezTo>
                    <a:pt x="2019973" y="416609"/>
                    <a:pt x="2013959" y="419100"/>
                    <a:pt x="2007689" y="419100"/>
                  </a:cubicBezTo>
                  <a:lnTo>
                    <a:pt x="23643" y="419100"/>
                  </a:lnTo>
                  <a:cubicBezTo>
                    <a:pt x="17373" y="419100"/>
                    <a:pt x="11359" y="416609"/>
                    <a:pt x="6925" y="412175"/>
                  </a:cubicBezTo>
                  <a:cubicBezTo>
                    <a:pt x="2491" y="407741"/>
                    <a:pt x="0" y="401727"/>
                    <a:pt x="0" y="395457"/>
                  </a:cubicBezTo>
                  <a:lnTo>
                    <a:pt x="0" y="23643"/>
                  </a:lnTo>
                  <a:cubicBezTo>
                    <a:pt x="0" y="17373"/>
                    <a:pt x="2491" y="11359"/>
                    <a:pt x="6925" y="6925"/>
                  </a:cubicBezTo>
                  <a:cubicBezTo>
                    <a:pt x="11359" y="2491"/>
                    <a:pt x="17373" y="0"/>
                    <a:pt x="23643" y="0"/>
                  </a:cubicBezTo>
                  <a:close/>
                </a:path>
              </a:pathLst>
            </a:custGeom>
            <a:noFill/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32" name="TextBox 11">
              <a:extLst>
                <a:ext uri="{FF2B5EF4-FFF2-40B4-BE49-F238E27FC236}">
                  <a16:creationId xmlns:a16="http://schemas.microsoft.com/office/drawing/2014/main" id="{043443E7-C726-BE06-E842-88E195834559}"/>
                </a:ext>
              </a:extLst>
            </p:cNvPr>
            <p:cNvSpPr txBox="1"/>
            <p:nvPr/>
          </p:nvSpPr>
          <p:spPr>
            <a:xfrm>
              <a:off x="0" y="-47625"/>
              <a:ext cx="2031332" cy="46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11"/>
                </a:lnSpc>
              </a:pPr>
              <a:endParaRPr/>
            </a:p>
          </p:txBody>
        </p:sp>
      </p:grpSp>
      <p:grpSp>
        <p:nvGrpSpPr>
          <p:cNvPr id="241" name="Group 36">
            <a:extLst>
              <a:ext uri="{FF2B5EF4-FFF2-40B4-BE49-F238E27FC236}">
                <a16:creationId xmlns:a16="http://schemas.microsoft.com/office/drawing/2014/main" id="{9E5FE485-24EA-7996-F5D2-3EF31AA320A1}"/>
              </a:ext>
            </a:extLst>
          </p:cNvPr>
          <p:cNvGrpSpPr/>
          <p:nvPr/>
        </p:nvGrpSpPr>
        <p:grpSpPr>
          <a:xfrm>
            <a:off x="12693619" y="2269505"/>
            <a:ext cx="5133867" cy="7233815"/>
            <a:chOff x="0" y="0"/>
            <a:chExt cx="1351154" cy="731404"/>
          </a:xfrm>
        </p:grpSpPr>
        <p:sp>
          <p:nvSpPr>
            <p:cNvPr id="242" name="Freeform 37">
              <a:extLst>
                <a:ext uri="{FF2B5EF4-FFF2-40B4-BE49-F238E27FC236}">
                  <a16:creationId xmlns:a16="http://schemas.microsoft.com/office/drawing/2014/main" id="{933F699C-7971-40A5-F98F-163FCE761170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43" name="TextBox 38">
              <a:extLst>
                <a:ext uri="{FF2B5EF4-FFF2-40B4-BE49-F238E27FC236}">
                  <a16:creationId xmlns:a16="http://schemas.microsoft.com/office/drawing/2014/main" id="{9E2A2108-E24B-E176-6EC4-BD560DF258B1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244" name="TextBox 39">
            <a:extLst>
              <a:ext uri="{FF2B5EF4-FFF2-40B4-BE49-F238E27FC236}">
                <a16:creationId xmlns:a16="http://schemas.microsoft.com/office/drawing/2014/main" id="{1027F243-327A-E77E-7E0F-B2E4F6D971BF}"/>
              </a:ext>
            </a:extLst>
          </p:cNvPr>
          <p:cNvSpPr txBox="1"/>
          <p:nvPr/>
        </p:nvSpPr>
        <p:spPr>
          <a:xfrm>
            <a:off x="12995266" y="2508023"/>
            <a:ext cx="5201002" cy="5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grpSp>
        <p:nvGrpSpPr>
          <p:cNvPr id="245" name="Group 40">
            <a:extLst>
              <a:ext uri="{FF2B5EF4-FFF2-40B4-BE49-F238E27FC236}">
                <a16:creationId xmlns:a16="http://schemas.microsoft.com/office/drawing/2014/main" id="{FBFAC458-780D-686C-BE91-0F28C58DD694}"/>
              </a:ext>
            </a:extLst>
          </p:cNvPr>
          <p:cNvGrpSpPr/>
          <p:nvPr/>
        </p:nvGrpSpPr>
        <p:grpSpPr>
          <a:xfrm>
            <a:off x="12984733" y="3709248"/>
            <a:ext cx="4589012" cy="5585047"/>
            <a:chOff x="0" y="0"/>
            <a:chExt cx="1358522" cy="590257"/>
          </a:xfrm>
        </p:grpSpPr>
        <p:sp>
          <p:nvSpPr>
            <p:cNvPr id="246" name="Freeform 41">
              <a:extLst>
                <a:ext uri="{FF2B5EF4-FFF2-40B4-BE49-F238E27FC236}">
                  <a16:creationId xmlns:a16="http://schemas.microsoft.com/office/drawing/2014/main" id="{BA9622CB-582F-858B-A6AC-77074C8F77C6}"/>
                </a:ext>
              </a:extLst>
            </p:cNvPr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47" name="TextBox 42">
              <a:extLst>
                <a:ext uri="{FF2B5EF4-FFF2-40B4-BE49-F238E27FC236}">
                  <a16:creationId xmlns:a16="http://schemas.microsoft.com/office/drawing/2014/main" id="{98FB48B7-049F-5683-88D1-83753F7A6BB6}"/>
                </a:ext>
              </a:extLst>
            </p:cNvPr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263" name="Grupo 262">
            <a:extLst>
              <a:ext uri="{FF2B5EF4-FFF2-40B4-BE49-F238E27FC236}">
                <a16:creationId xmlns:a16="http://schemas.microsoft.com/office/drawing/2014/main" id="{940D2888-DFCE-11FF-8DD7-3A2F7C646690}"/>
              </a:ext>
            </a:extLst>
          </p:cNvPr>
          <p:cNvGrpSpPr/>
          <p:nvPr/>
        </p:nvGrpSpPr>
        <p:grpSpPr>
          <a:xfrm>
            <a:off x="12984732" y="3131485"/>
            <a:ext cx="4589013" cy="973670"/>
            <a:chOff x="709547" y="2145505"/>
            <a:chExt cx="4305059" cy="973670"/>
          </a:xfrm>
        </p:grpSpPr>
        <p:grpSp>
          <p:nvGrpSpPr>
            <p:cNvPr id="264" name="Group 9">
              <a:extLst>
                <a:ext uri="{FF2B5EF4-FFF2-40B4-BE49-F238E27FC236}">
                  <a16:creationId xmlns:a16="http://schemas.microsoft.com/office/drawing/2014/main" id="{3087031D-0832-4645-94F4-5B703641A4B9}"/>
                </a:ext>
              </a:extLst>
            </p:cNvPr>
            <p:cNvGrpSpPr/>
            <p:nvPr/>
          </p:nvGrpSpPr>
          <p:grpSpPr>
            <a:xfrm>
              <a:off x="709547" y="2145505"/>
              <a:ext cx="4305059" cy="973670"/>
              <a:chOff x="0" y="-47625"/>
              <a:chExt cx="2192869" cy="466725"/>
            </a:xfrm>
          </p:grpSpPr>
          <p:sp>
            <p:nvSpPr>
              <p:cNvPr id="267" name="Freeform 10">
                <a:extLst>
                  <a:ext uri="{FF2B5EF4-FFF2-40B4-BE49-F238E27FC236}">
                    <a16:creationId xmlns:a16="http://schemas.microsoft.com/office/drawing/2014/main" id="{F08E56FC-ED96-A621-E17A-8E4DA38C691A}"/>
                  </a:ext>
                </a:extLst>
              </p:cNvPr>
              <p:cNvSpPr/>
              <p:nvPr/>
            </p:nvSpPr>
            <p:spPr>
              <a:xfrm>
                <a:off x="0" y="0"/>
                <a:ext cx="2192869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68" name="TextBox 11">
                <a:extLst>
                  <a:ext uri="{FF2B5EF4-FFF2-40B4-BE49-F238E27FC236}">
                    <a16:creationId xmlns:a16="http://schemas.microsoft.com/office/drawing/2014/main" id="{BF59B565-955D-B6D2-B074-1982FD89D67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sp>
          <p:nvSpPr>
            <p:cNvPr id="265" name="TextBox 14">
              <a:extLst>
                <a:ext uri="{FF2B5EF4-FFF2-40B4-BE49-F238E27FC236}">
                  <a16:creationId xmlns:a16="http://schemas.microsoft.com/office/drawing/2014/main" id="{21E2D78F-4852-A2AF-9E29-574CE69D2258}"/>
                </a:ext>
              </a:extLst>
            </p:cNvPr>
            <p:cNvSpPr txBox="1"/>
            <p:nvPr/>
          </p:nvSpPr>
          <p:spPr>
            <a:xfrm>
              <a:off x="1451444" y="2480525"/>
              <a:ext cx="3273757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mi-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proyecto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6" name="Freeform 50">
              <a:extLst>
                <a:ext uri="{FF2B5EF4-FFF2-40B4-BE49-F238E27FC236}">
                  <a16:creationId xmlns:a16="http://schemas.microsoft.com/office/drawing/2014/main" id="{E717BC21-3432-53FD-5936-031E66245463}"/>
                </a:ext>
              </a:extLst>
            </p:cNvPr>
            <p:cNvSpPr/>
            <p:nvPr/>
          </p:nvSpPr>
          <p:spPr>
            <a:xfrm>
              <a:off x="1026470" y="2429721"/>
              <a:ext cx="444723" cy="394760"/>
            </a:xfrm>
            <a:custGeom>
              <a:avLst/>
              <a:gdLst/>
              <a:ahLst/>
              <a:cxnLst/>
              <a:rect l="l" t="t" r="r" b="b"/>
              <a:pathLst>
                <a:path w="626768" h="552695">
                  <a:moveTo>
                    <a:pt x="0" y="0"/>
                  </a:moveTo>
                  <a:lnTo>
                    <a:pt x="626768" y="0"/>
                  </a:lnTo>
                  <a:lnTo>
                    <a:pt x="626768" y="552695"/>
                  </a:lnTo>
                  <a:lnTo>
                    <a:pt x="0" y="552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98" name="Grupo 297">
            <a:extLst>
              <a:ext uri="{FF2B5EF4-FFF2-40B4-BE49-F238E27FC236}">
                <a16:creationId xmlns:a16="http://schemas.microsoft.com/office/drawing/2014/main" id="{03CA9D4D-4D0D-A0A3-15D6-4CDC79990F2E}"/>
              </a:ext>
            </a:extLst>
          </p:cNvPr>
          <p:cNvGrpSpPr/>
          <p:nvPr/>
        </p:nvGrpSpPr>
        <p:grpSpPr>
          <a:xfrm>
            <a:off x="12733338" y="4067648"/>
            <a:ext cx="5369360" cy="742727"/>
            <a:chOff x="11277600" y="1501245"/>
            <a:chExt cx="7277100" cy="1203855"/>
          </a:xfrm>
        </p:grpSpPr>
        <p:grpSp>
          <p:nvGrpSpPr>
            <p:cNvPr id="299" name="Group 9">
              <a:extLst>
                <a:ext uri="{FF2B5EF4-FFF2-40B4-BE49-F238E27FC236}">
                  <a16:creationId xmlns:a16="http://schemas.microsoft.com/office/drawing/2014/main" id="{E08CE66D-8F51-120B-4DBF-BF54130A3A7F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303" name="Freeform 10">
                <a:extLst>
                  <a:ext uri="{FF2B5EF4-FFF2-40B4-BE49-F238E27FC236}">
                    <a16:creationId xmlns:a16="http://schemas.microsoft.com/office/drawing/2014/main" id="{9D03CE65-C7CC-94B1-5C75-B9C8B63F4D63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04" name="TextBox 11">
                <a:extLst>
                  <a:ext uri="{FF2B5EF4-FFF2-40B4-BE49-F238E27FC236}">
                    <a16:creationId xmlns:a16="http://schemas.microsoft.com/office/drawing/2014/main" id="{7067CD66-AF43-AB53-CF1C-DE331BCE4C2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300" name="Grupo 299">
              <a:extLst>
                <a:ext uri="{FF2B5EF4-FFF2-40B4-BE49-F238E27FC236}">
                  <a16:creationId xmlns:a16="http://schemas.microsoft.com/office/drawing/2014/main" id="{2F0E0338-6D8E-5223-27C3-4B4D5BD5169E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301" name="TextBox 14">
                <a:extLst>
                  <a:ext uri="{FF2B5EF4-FFF2-40B4-BE49-F238E27FC236}">
                    <a16:creationId xmlns:a16="http://schemas.microsoft.com/office/drawing/2014/main" id="{BB52C0CB-933D-BB26-4FFE-38B530AD540C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feature/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otra-rama</a:t>
                </a:r>
                <a:endParaRPr lang="en-US" sz="27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302" name="Imagen 301" descr="Git-branch - Free vector icons on creazilla.com">
                <a:extLst>
                  <a:ext uri="{FF2B5EF4-FFF2-40B4-BE49-F238E27FC236}">
                    <a16:creationId xmlns:a16="http://schemas.microsoft.com/office/drawing/2014/main" id="{C369EAA5-59B8-4CA5-E9BD-E625DF9F1A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310" name="Grupo 309">
            <a:extLst>
              <a:ext uri="{FF2B5EF4-FFF2-40B4-BE49-F238E27FC236}">
                <a16:creationId xmlns:a16="http://schemas.microsoft.com/office/drawing/2014/main" id="{201AFF6A-34B0-D0E7-EB9D-608CA169F96B}"/>
              </a:ext>
            </a:extLst>
          </p:cNvPr>
          <p:cNvGrpSpPr/>
          <p:nvPr/>
        </p:nvGrpSpPr>
        <p:grpSpPr>
          <a:xfrm>
            <a:off x="667082" y="5305768"/>
            <a:ext cx="5369360" cy="742727"/>
            <a:chOff x="11277600" y="1501245"/>
            <a:chExt cx="7277100" cy="1203855"/>
          </a:xfrm>
        </p:grpSpPr>
        <p:grpSp>
          <p:nvGrpSpPr>
            <p:cNvPr id="311" name="Group 9">
              <a:extLst>
                <a:ext uri="{FF2B5EF4-FFF2-40B4-BE49-F238E27FC236}">
                  <a16:creationId xmlns:a16="http://schemas.microsoft.com/office/drawing/2014/main" id="{4B643A4F-E66C-BAF6-2AED-78D7F3A9DA84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315" name="Freeform 10">
                <a:extLst>
                  <a:ext uri="{FF2B5EF4-FFF2-40B4-BE49-F238E27FC236}">
                    <a16:creationId xmlns:a16="http://schemas.microsoft.com/office/drawing/2014/main" id="{34381CEB-0B74-F37E-27C5-B71458E9145B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16" name="TextBox 11">
                <a:extLst>
                  <a:ext uri="{FF2B5EF4-FFF2-40B4-BE49-F238E27FC236}">
                    <a16:creationId xmlns:a16="http://schemas.microsoft.com/office/drawing/2014/main" id="{F71713C2-3604-DC0F-AF59-1E009FAC931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312" name="Grupo 311">
              <a:extLst>
                <a:ext uri="{FF2B5EF4-FFF2-40B4-BE49-F238E27FC236}">
                  <a16:creationId xmlns:a16="http://schemas.microsoft.com/office/drawing/2014/main" id="{D44B4C13-0195-92B7-8567-AA153209662C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313" name="TextBox 14">
                <a:extLst>
                  <a:ext uri="{FF2B5EF4-FFF2-40B4-BE49-F238E27FC236}">
                    <a16:creationId xmlns:a16="http://schemas.microsoft.com/office/drawing/2014/main" id="{85C1AFAB-9F88-D870-4EA4-9310B3BC592E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feature/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otra-rama</a:t>
                </a:r>
                <a:endParaRPr lang="en-US" sz="27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314" name="Imagen 313" descr="Git-branch - Free vector icons on creazilla.com">
                <a:extLst>
                  <a:ext uri="{FF2B5EF4-FFF2-40B4-BE49-F238E27FC236}">
                    <a16:creationId xmlns:a16="http://schemas.microsoft.com/office/drawing/2014/main" id="{16F2D29B-9A0F-F943-E68A-AB83202B20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322" name="Grupo 321">
            <a:extLst>
              <a:ext uri="{FF2B5EF4-FFF2-40B4-BE49-F238E27FC236}">
                <a16:creationId xmlns:a16="http://schemas.microsoft.com/office/drawing/2014/main" id="{E8DF94F2-25D8-AFE9-ABC8-6311DB21ABC1}"/>
              </a:ext>
            </a:extLst>
          </p:cNvPr>
          <p:cNvGrpSpPr/>
          <p:nvPr/>
        </p:nvGrpSpPr>
        <p:grpSpPr>
          <a:xfrm>
            <a:off x="636737" y="6540313"/>
            <a:ext cx="5369360" cy="742727"/>
            <a:chOff x="11277600" y="1501245"/>
            <a:chExt cx="7277100" cy="1203855"/>
          </a:xfrm>
        </p:grpSpPr>
        <p:grpSp>
          <p:nvGrpSpPr>
            <p:cNvPr id="323" name="Group 9">
              <a:extLst>
                <a:ext uri="{FF2B5EF4-FFF2-40B4-BE49-F238E27FC236}">
                  <a16:creationId xmlns:a16="http://schemas.microsoft.com/office/drawing/2014/main" id="{CBEC1821-FC7D-25F7-606B-54F145790897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327" name="Freeform 10">
                <a:extLst>
                  <a:ext uri="{FF2B5EF4-FFF2-40B4-BE49-F238E27FC236}">
                    <a16:creationId xmlns:a16="http://schemas.microsoft.com/office/drawing/2014/main" id="{9F92B4A1-EB79-02FD-49C7-CCF733664CF0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28" name="TextBox 11">
                <a:extLst>
                  <a:ext uri="{FF2B5EF4-FFF2-40B4-BE49-F238E27FC236}">
                    <a16:creationId xmlns:a16="http://schemas.microsoft.com/office/drawing/2014/main" id="{61A08D3D-89AE-0000-21E4-400C1F8E139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324" name="Grupo 323">
              <a:extLst>
                <a:ext uri="{FF2B5EF4-FFF2-40B4-BE49-F238E27FC236}">
                  <a16:creationId xmlns:a16="http://schemas.microsoft.com/office/drawing/2014/main" id="{829F5EDB-1828-1057-6923-E0D8484FC786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325" name="TextBox 14">
                <a:extLst>
                  <a:ext uri="{FF2B5EF4-FFF2-40B4-BE49-F238E27FC236}">
                    <a16:creationId xmlns:a16="http://schemas.microsoft.com/office/drawing/2014/main" id="{9663946E-36FF-6754-DA77-ADD81848D725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fix/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rama</a:t>
                </a: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-de-error</a:t>
                </a:r>
              </a:p>
            </p:txBody>
          </p:sp>
          <p:pic>
            <p:nvPicPr>
              <p:cNvPr id="326" name="Imagen 325" descr="Git-branch - Free vector icons on creazilla.com">
                <a:extLst>
                  <a:ext uri="{FF2B5EF4-FFF2-40B4-BE49-F238E27FC236}">
                    <a16:creationId xmlns:a16="http://schemas.microsoft.com/office/drawing/2014/main" id="{8D6258C5-6998-80BC-A97D-6C45B5CDB6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334" name="Group 57">
            <a:extLst>
              <a:ext uri="{FF2B5EF4-FFF2-40B4-BE49-F238E27FC236}">
                <a16:creationId xmlns:a16="http://schemas.microsoft.com/office/drawing/2014/main" id="{1AB0A565-1BBE-5009-0981-CD99604903A2}"/>
              </a:ext>
            </a:extLst>
          </p:cNvPr>
          <p:cNvGrpSpPr/>
          <p:nvPr/>
        </p:nvGrpSpPr>
        <p:grpSpPr>
          <a:xfrm>
            <a:off x="14078306" y="4831628"/>
            <a:ext cx="3211813" cy="413190"/>
            <a:chOff x="0" y="-66675"/>
            <a:chExt cx="4526553" cy="578498"/>
          </a:xfrm>
        </p:grpSpPr>
        <p:sp>
          <p:nvSpPr>
            <p:cNvPr id="335" name="TextBox 58">
              <a:extLst>
                <a:ext uri="{FF2B5EF4-FFF2-40B4-BE49-F238E27FC236}">
                  <a16:creationId xmlns:a16="http://schemas.microsoft.com/office/drawing/2014/main" id="{8115D896-043D-AE08-79A1-0ADBD8483874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3 commits</a:t>
              </a:r>
            </a:p>
          </p:txBody>
        </p:sp>
        <p:grpSp>
          <p:nvGrpSpPr>
            <p:cNvPr id="336" name="Group 59">
              <a:extLst>
                <a:ext uri="{FF2B5EF4-FFF2-40B4-BE49-F238E27FC236}">
                  <a16:creationId xmlns:a16="http://schemas.microsoft.com/office/drawing/2014/main" id="{CE8A1F05-5966-4B48-4863-0BF0B1213465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37" name="Freeform 60">
                <a:extLst>
                  <a:ext uri="{FF2B5EF4-FFF2-40B4-BE49-F238E27FC236}">
                    <a16:creationId xmlns:a16="http://schemas.microsoft.com/office/drawing/2014/main" id="{B64FDEB7-2F98-DBFD-4586-A9758D8BBBF2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92D05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38" name="TextBox 61">
                <a:extLst>
                  <a:ext uri="{FF2B5EF4-FFF2-40B4-BE49-F238E27FC236}">
                    <a16:creationId xmlns:a16="http://schemas.microsoft.com/office/drawing/2014/main" id="{48380D4A-53DC-20B0-476E-870ECBD07A4E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352" name="Group 57">
            <a:extLst>
              <a:ext uri="{FF2B5EF4-FFF2-40B4-BE49-F238E27FC236}">
                <a16:creationId xmlns:a16="http://schemas.microsoft.com/office/drawing/2014/main" id="{54BF122E-6456-3809-9DF1-F66DC912C297}"/>
              </a:ext>
            </a:extLst>
          </p:cNvPr>
          <p:cNvGrpSpPr/>
          <p:nvPr/>
        </p:nvGrpSpPr>
        <p:grpSpPr>
          <a:xfrm>
            <a:off x="2086340" y="4832852"/>
            <a:ext cx="3211813" cy="413190"/>
            <a:chOff x="0" y="-66675"/>
            <a:chExt cx="4526553" cy="578498"/>
          </a:xfrm>
        </p:grpSpPr>
        <p:sp>
          <p:nvSpPr>
            <p:cNvPr id="353" name="TextBox 58">
              <a:extLst>
                <a:ext uri="{FF2B5EF4-FFF2-40B4-BE49-F238E27FC236}">
                  <a16:creationId xmlns:a16="http://schemas.microsoft.com/office/drawing/2014/main" id="{FDD0320B-C04C-BA25-7309-E68CB6363931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5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54" name="Group 59">
              <a:extLst>
                <a:ext uri="{FF2B5EF4-FFF2-40B4-BE49-F238E27FC236}">
                  <a16:creationId xmlns:a16="http://schemas.microsoft.com/office/drawing/2014/main" id="{69918ED0-9722-07BF-A716-88BB39358A69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55" name="Freeform 60">
                <a:extLst>
                  <a:ext uri="{FF2B5EF4-FFF2-40B4-BE49-F238E27FC236}">
                    <a16:creationId xmlns:a16="http://schemas.microsoft.com/office/drawing/2014/main" id="{54D8C934-2027-4611-EF96-91E05CD257D9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56" name="TextBox 61">
                <a:extLst>
                  <a:ext uri="{FF2B5EF4-FFF2-40B4-BE49-F238E27FC236}">
                    <a16:creationId xmlns:a16="http://schemas.microsoft.com/office/drawing/2014/main" id="{C60D320C-F029-7F63-7EEE-163F7C9C6C1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CB64C23E-FE3C-5686-98F2-6D48202737FD}"/>
              </a:ext>
            </a:extLst>
          </p:cNvPr>
          <p:cNvGrpSpPr/>
          <p:nvPr/>
        </p:nvGrpSpPr>
        <p:grpSpPr>
          <a:xfrm>
            <a:off x="6827817" y="4699788"/>
            <a:ext cx="4569009" cy="4253712"/>
            <a:chOff x="6337647" y="4389234"/>
            <a:chExt cx="5183506" cy="3333626"/>
          </a:xfrm>
        </p:grpSpPr>
        <p:grpSp>
          <p:nvGrpSpPr>
            <p:cNvPr id="49" name="Group 13">
              <a:extLst>
                <a:ext uri="{FF2B5EF4-FFF2-40B4-BE49-F238E27FC236}">
                  <a16:creationId xmlns:a16="http://schemas.microsoft.com/office/drawing/2014/main" id="{07CB7F07-1A7D-FF7B-F550-2995E9B1285C}"/>
                </a:ext>
              </a:extLst>
            </p:cNvPr>
            <p:cNvGrpSpPr/>
            <p:nvPr/>
          </p:nvGrpSpPr>
          <p:grpSpPr>
            <a:xfrm>
              <a:off x="6337647" y="4389234"/>
              <a:ext cx="5183506" cy="3333626"/>
              <a:chOff x="0" y="0"/>
              <a:chExt cx="1351154" cy="731404"/>
            </a:xfrm>
          </p:grpSpPr>
          <p:sp>
            <p:nvSpPr>
              <p:cNvPr id="51" name="Freeform 14">
                <a:extLst>
                  <a:ext uri="{FF2B5EF4-FFF2-40B4-BE49-F238E27FC236}">
                    <a16:creationId xmlns:a16="http://schemas.microsoft.com/office/drawing/2014/main" id="{DF088F47-D02B-1CB8-AF2E-4B1803256B7A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52" name="TextBox 15">
                <a:extLst>
                  <a:ext uri="{FF2B5EF4-FFF2-40B4-BE49-F238E27FC236}">
                    <a16:creationId xmlns:a16="http://schemas.microsoft.com/office/drawing/2014/main" id="{1A398CBD-00CF-6C0C-3B11-189223D28A67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50" name="TextBox 16">
              <a:extLst>
                <a:ext uri="{FF2B5EF4-FFF2-40B4-BE49-F238E27FC236}">
                  <a16:creationId xmlns:a16="http://schemas.microsoft.com/office/drawing/2014/main" id="{7B997721-63E7-6A5B-D8B8-637A2D51CAE9}"/>
                </a:ext>
              </a:extLst>
            </p:cNvPr>
            <p:cNvSpPr txBox="1"/>
            <p:nvPr/>
          </p:nvSpPr>
          <p:spPr>
            <a:xfrm>
              <a:off x="6414781" y="4563715"/>
              <a:ext cx="4964230" cy="59061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 err="1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Carpeta</a:t>
              </a:r>
              <a:r>
                <a:rPr lang="en-US" sz="3199" b="1" spc="-86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3199" b="1" spc="-86" dirty="0" err="1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oculta</a:t>
              </a:r>
              <a:r>
                <a:rPr lang="en-US" sz="3199" b="1" spc="-86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 (.git)</a:t>
              </a:r>
            </a:p>
          </p:txBody>
        </p:sp>
      </p:grpSp>
      <p:sp>
        <p:nvSpPr>
          <p:cNvPr id="53" name="TextBox 56">
            <a:extLst>
              <a:ext uri="{FF2B5EF4-FFF2-40B4-BE49-F238E27FC236}">
                <a16:creationId xmlns:a16="http://schemas.microsoft.com/office/drawing/2014/main" id="{6C966929-F520-5354-9ED3-527C3F8C1A44}"/>
              </a:ext>
            </a:extLst>
          </p:cNvPr>
          <p:cNvSpPr txBox="1"/>
          <p:nvPr/>
        </p:nvSpPr>
        <p:spPr>
          <a:xfrm>
            <a:off x="7174642" y="5555497"/>
            <a:ext cx="4423183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feature/mi-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" name="TextBox 56">
            <a:extLst>
              <a:ext uri="{FF2B5EF4-FFF2-40B4-BE49-F238E27FC236}">
                <a16:creationId xmlns:a16="http://schemas.microsoft.com/office/drawing/2014/main" id="{E37CAE58-ABD2-152D-2D0F-01840B4FF1AB}"/>
              </a:ext>
            </a:extLst>
          </p:cNvPr>
          <p:cNvSpPr txBox="1"/>
          <p:nvPr/>
        </p:nvSpPr>
        <p:spPr>
          <a:xfrm>
            <a:off x="7174642" y="6556769"/>
            <a:ext cx="4423183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feature/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otra-rama</a:t>
            </a: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TextBox 56">
            <a:extLst>
              <a:ext uri="{FF2B5EF4-FFF2-40B4-BE49-F238E27FC236}">
                <a16:creationId xmlns:a16="http://schemas.microsoft.com/office/drawing/2014/main" id="{E4238FA5-8BA7-2DD0-6A15-AC75022B7B14}"/>
              </a:ext>
            </a:extLst>
          </p:cNvPr>
          <p:cNvSpPr txBox="1"/>
          <p:nvPr/>
        </p:nvSpPr>
        <p:spPr>
          <a:xfrm>
            <a:off x="7174641" y="7589756"/>
            <a:ext cx="4423183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fix/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-de-error: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57" name="Group 57">
            <a:extLst>
              <a:ext uri="{FF2B5EF4-FFF2-40B4-BE49-F238E27FC236}">
                <a16:creationId xmlns:a16="http://schemas.microsoft.com/office/drawing/2014/main" id="{6D3E8B01-7A16-07B8-97B7-75D2BFED19FB}"/>
              </a:ext>
            </a:extLst>
          </p:cNvPr>
          <p:cNvGrpSpPr/>
          <p:nvPr/>
        </p:nvGrpSpPr>
        <p:grpSpPr>
          <a:xfrm>
            <a:off x="7358426" y="6038565"/>
            <a:ext cx="3211813" cy="413190"/>
            <a:chOff x="0" y="-66675"/>
            <a:chExt cx="4526553" cy="578498"/>
          </a:xfrm>
        </p:grpSpPr>
        <p:sp>
          <p:nvSpPr>
            <p:cNvPr id="358" name="TextBox 58">
              <a:extLst>
                <a:ext uri="{FF2B5EF4-FFF2-40B4-BE49-F238E27FC236}">
                  <a16:creationId xmlns:a16="http://schemas.microsoft.com/office/drawing/2014/main" id="{1468BC52-1C09-4C71-854E-B79476CBA0B7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5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59" name="Group 59">
              <a:extLst>
                <a:ext uri="{FF2B5EF4-FFF2-40B4-BE49-F238E27FC236}">
                  <a16:creationId xmlns:a16="http://schemas.microsoft.com/office/drawing/2014/main" id="{883B52E1-7ECD-0AA9-E40A-D3BA5365FF84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60" name="Freeform 60">
                <a:extLst>
                  <a:ext uri="{FF2B5EF4-FFF2-40B4-BE49-F238E27FC236}">
                    <a16:creationId xmlns:a16="http://schemas.microsoft.com/office/drawing/2014/main" id="{74FDB7AA-961F-6B72-5D22-64DDB89DA851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61" name="TextBox 61">
                <a:extLst>
                  <a:ext uri="{FF2B5EF4-FFF2-40B4-BE49-F238E27FC236}">
                    <a16:creationId xmlns:a16="http://schemas.microsoft.com/office/drawing/2014/main" id="{40B85697-ACEF-6AC8-1EF2-8248EB80434B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362" name="Group 57">
            <a:extLst>
              <a:ext uri="{FF2B5EF4-FFF2-40B4-BE49-F238E27FC236}">
                <a16:creationId xmlns:a16="http://schemas.microsoft.com/office/drawing/2014/main" id="{8C171E6F-A795-9E49-15ED-F323DA43D06B}"/>
              </a:ext>
            </a:extLst>
          </p:cNvPr>
          <p:cNvGrpSpPr/>
          <p:nvPr/>
        </p:nvGrpSpPr>
        <p:grpSpPr>
          <a:xfrm>
            <a:off x="2083536" y="6122733"/>
            <a:ext cx="3211813" cy="413190"/>
            <a:chOff x="0" y="-66675"/>
            <a:chExt cx="4526553" cy="578498"/>
          </a:xfrm>
        </p:grpSpPr>
        <p:sp>
          <p:nvSpPr>
            <p:cNvPr id="363" name="TextBox 58">
              <a:extLst>
                <a:ext uri="{FF2B5EF4-FFF2-40B4-BE49-F238E27FC236}">
                  <a16:creationId xmlns:a16="http://schemas.microsoft.com/office/drawing/2014/main" id="{7271FE72-57D6-E540-021A-9B45D71C2955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2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64" name="Group 59">
              <a:extLst>
                <a:ext uri="{FF2B5EF4-FFF2-40B4-BE49-F238E27FC236}">
                  <a16:creationId xmlns:a16="http://schemas.microsoft.com/office/drawing/2014/main" id="{784F5FA4-790D-CD6E-7D3B-6983ACBBB681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65" name="Freeform 60">
                <a:extLst>
                  <a:ext uri="{FF2B5EF4-FFF2-40B4-BE49-F238E27FC236}">
                    <a16:creationId xmlns:a16="http://schemas.microsoft.com/office/drawing/2014/main" id="{F6C8EE39-67BE-BB08-A6FD-D7523566E899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FFFF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66" name="TextBox 61">
                <a:extLst>
                  <a:ext uri="{FF2B5EF4-FFF2-40B4-BE49-F238E27FC236}">
                    <a16:creationId xmlns:a16="http://schemas.microsoft.com/office/drawing/2014/main" id="{2E96DCC6-E08C-0432-CE25-672CBCD62647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370" name="Group 57">
            <a:extLst>
              <a:ext uri="{FF2B5EF4-FFF2-40B4-BE49-F238E27FC236}">
                <a16:creationId xmlns:a16="http://schemas.microsoft.com/office/drawing/2014/main" id="{1A0A05E1-BFDF-E102-A47B-3EA9490C37A6}"/>
              </a:ext>
            </a:extLst>
          </p:cNvPr>
          <p:cNvGrpSpPr/>
          <p:nvPr/>
        </p:nvGrpSpPr>
        <p:grpSpPr>
          <a:xfrm>
            <a:off x="7358426" y="6993835"/>
            <a:ext cx="3211813" cy="413190"/>
            <a:chOff x="0" y="-66675"/>
            <a:chExt cx="4526553" cy="578498"/>
          </a:xfrm>
        </p:grpSpPr>
        <p:sp>
          <p:nvSpPr>
            <p:cNvPr id="371" name="TextBox 58">
              <a:extLst>
                <a:ext uri="{FF2B5EF4-FFF2-40B4-BE49-F238E27FC236}">
                  <a16:creationId xmlns:a16="http://schemas.microsoft.com/office/drawing/2014/main" id="{7D5D1FDD-CB2C-5C67-38B4-E1F4A631EC75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2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72" name="Group 59">
              <a:extLst>
                <a:ext uri="{FF2B5EF4-FFF2-40B4-BE49-F238E27FC236}">
                  <a16:creationId xmlns:a16="http://schemas.microsoft.com/office/drawing/2014/main" id="{1E7A0745-7752-FB04-C085-CD70B2316255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73" name="Freeform 60">
                <a:extLst>
                  <a:ext uri="{FF2B5EF4-FFF2-40B4-BE49-F238E27FC236}">
                    <a16:creationId xmlns:a16="http://schemas.microsoft.com/office/drawing/2014/main" id="{FFB391CF-223F-A4AC-726E-E31FB3FD4F3D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FFFF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74" name="TextBox 61">
                <a:extLst>
                  <a:ext uri="{FF2B5EF4-FFF2-40B4-BE49-F238E27FC236}">
                    <a16:creationId xmlns:a16="http://schemas.microsoft.com/office/drawing/2014/main" id="{58D23975-BE64-DBF4-57F6-3A0E2F8C5BA7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375" name="Group 57">
            <a:extLst>
              <a:ext uri="{FF2B5EF4-FFF2-40B4-BE49-F238E27FC236}">
                <a16:creationId xmlns:a16="http://schemas.microsoft.com/office/drawing/2014/main" id="{0A7B4B76-4956-F126-D706-D8FF77ACBF73}"/>
              </a:ext>
            </a:extLst>
          </p:cNvPr>
          <p:cNvGrpSpPr/>
          <p:nvPr/>
        </p:nvGrpSpPr>
        <p:grpSpPr>
          <a:xfrm>
            <a:off x="2053191" y="7357278"/>
            <a:ext cx="3211813" cy="413190"/>
            <a:chOff x="0" y="-66675"/>
            <a:chExt cx="4526553" cy="578498"/>
          </a:xfrm>
        </p:grpSpPr>
        <p:sp>
          <p:nvSpPr>
            <p:cNvPr id="376" name="TextBox 58">
              <a:extLst>
                <a:ext uri="{FF2B5EF4-FFF2-40B4-BE49-F238E27FC236}">
                  <a16:creationId xmlns:a16="http://schemas.microsoft.com/office/drawing/2014/main" id="{424029ED-B41F-D60F-E8E6-1F319C050B70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4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77" name="Group 59">
              <a:extLst>
                <a:ext uri="{FF2B5EF4-FFF2-40B4-BE49-F238E27FC236}">
                  <a16:creationId xmlns:a16="http://schemas.microsoft.com/office/drawing/2014/main" id="{D2398F02-E6A5-B2EC-1C53-52ACBD7C1C18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78" name="Freeform 60">
                <a:extLst>
                  <a:ext uri="{FF2B5EF4-FFF2-40B4-BE49-F238E27FC236}">
                    <a16:creationId xmlns:a16="http://schemas.microsoft.com/office/drawing/2014/main" id="{241FB978-E94C-D5C4-0934-EC0CB54B166A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00B0F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79" name="TextBox 61">
                <a:extLst>
                  <a:ext uri="{FF2B5EF4-FFF2-40B4-BE49-F238E27FC236}">
                    <a16:creationId xmlns:a16="http://schemas.microsoft.com/office/drawing/2014/main" id="{830573F6-B54D-063F-B241-A4E2EDE1397F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383" name="Group 57">
            <a:extLst>
              <a:ext uri="{FF2B5EF4-FFF2-40B4-BE49-F238E27FC236}">
                <a16:creationId xmlns:a16="http://schemas.microsoft.com/office/drawing/2014/main" id="{49F46FEC-D008-73C3-68C0-29A2C14B1E8B}"/>
              </a:ext>
            </a:extLst>
          </p:cNvPr>
          <p:cNvGrpSpPr/>
          <p:nvPr/>
        </p:nvGrpSpPr>
        <p:grpSpPr>
          <a:xfrm>
            <a:off x="7358426" y="8028970"/>
            <a:ext cx="3211813" cy="413190"/>
            <a:chOff x="0" y="-66675"/>
            <a:chExt cx="4526553" cy="578498"/>
          </a:xfrm>
        </p:grpSpPr>
        <p:sp>
          <p:nvSpPr>
            <p:cNvPr id="384" name="TextBox 58">
              <a:extLst>
                <a:ext uri="{FF2B5EF4-FFF2-40B4-BE49-F238E27FC236}">
                  <a16:creationId xmlns:a16="http://schemas.microsoft.com/office/drawing/2014/main" id="{303DFE0A-73BC-5E74-567B-92EE157E0B96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4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385" name="Group 59">
              <a:extLst>
                <a:ext uri="{FF2B5EF4-FFF2-40B4-BE49-F238E27FC236}">
                  <a16:creationId xmlns:a16="http://schemas.microsoft.com/office/drawing/2014/main" id="{50B6608D-B8A4-C320-B03A-6156162B6273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86" name="Freeform 60">
                <a:extLst>
                  <a:ext uri="{FF2B5EF4-FFF2-40B4-BE49-F238E27FC236}">
                    <a16:creationId xmlns:a16="http://schemas.microsoft.com/office/drawing/2014/main" id="{6E9C02D0-2936-E450-ACDC-17C4D32BD8B2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00B0F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87" name="TextBox 61">
                <a:extLst>
                  <a:ext uri="{FF2B5EF4-FFF2-40B4-BE49-F238E27FC236}">
                    <a16:creationId xmlns:a16="http://schemas.microsoft.com/office/drawing/2014/main" id="{3176A608-AE25-F7EC-CCB9-D7EE11342A7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14" name="TextBox 35">
            <a:extLst>
              <a:ext uri="{FF2B5EF4-FFF2-40B4-BE49-F238E27FC236}">
                <a16:creationId xmlns:a16="http://schemas.microsoft.com/office/drawing/2014/main" id="{84856D7F-6EAF-5764-38C1-EAF85BEF019C}"/>
              </a:ext>
            </a:extLst>
          </p:cNvPr>
          <p:cNvSpPr txBox="1"/>
          <p:nvPr/>
        </p:nvSpPr>
        <p:spPr>
          <a:xfrm>
            <a:off x="5071158" y="1048610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Comando que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toma el historial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y los archivos de una rama externa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y los fusiona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dentro de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la rama actual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en la que te encuentras posicionado.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" name="Flecha: a la derecha 56">
            <a:extLst>
              <a:ext uri="{FF2B5EF4-FFF2-40B4-BE49-F238E27FC236}">
                <a16:creationId xmlns:a16="http://schemas.microsoft.com/office/drawing/2014/main" id="{5E4F9AE1-C5E6-8085-6FEC-123D775AF2C2}"/>
              </a:ext>
            </a:extLst>
          </p:cNvPr>
          <p:cNvSpPr/>
          <p:nvPr/>
        </p:nvSpPr>
        <p:spPr>
          <a:xfrm>
            <a:off x="12073131" y="4227156"/>
            <a:ext cx="1373425" cy="463094"/>
          </a:xfrm>
          <a:prstGeom prst="rightArrow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3" name="Group 57">
            <a:extLst>
              <a:ext uri="{FF2B5EF4-FFF2-40B4-BE49-F238E27FC236}">
                <a16:creationId xmlns:a16="http://schemas.microsoft.com/office/drawing/2014/main" id="{44ED5466-5A51-9DF4-04C7-3A7578A440BF}"/>
              </a:ext>
            </a:extLst>
          </p:cNvPr>
          <p:cNvGrpSpPr/>
          <p:nvPr/>
        </p:nvGrpSpPr>
        <p:grpSpPr>
          <a:xfrm>
            <a:off x="7358426" y="6038565"/>
            <a:ext cx="3211813" cy="413190"/>
            <a:chOff x="0" y="-66675"/>
            <a:chExt cx="4526553" cy="578498"/>
          </a:xfrm>
        </p:grpSpPr>
        <p:sp>
          <p:nvSpPr>
            <p:cNvPr id="16" name="TextBox 58">
              <a:extLst>
                <a:ext uri="{FF2B5EF4-FFF2-40B4-BE49-F238E27FC236}">
                  <a16:creationId xmlns:a16="http://schemas.microsoft.com/office/drawing/2014/main" id="{A43187BC-3BC5-578D-8BB3-50D485588996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5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20" name="Group 59">
              <a:extLst>
                <a:ext uri="{FF2B5EF4-FFF2-40B4-BE49-F238E27FC236}">
                  <a16:creationId xmlns:a16="http://schemas.microsoft.com/office/drawing/2014/main" id="{C2278CEB-AD3E-EB14-D819-EE5230349E58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1" name="Freeform 60">
                <a:extLst>
                  <a:ext uri="{FF2B5EF4-FFF2-40B4-BE49-F238E27FC236}">
                    <a16:creationId xmlns:a16="http://schemas.microsoft.com/office/drawing/2014/main" id="{48EA560F-F3BD-66B4-CA25-A3AE5118A978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2" name="TextBox 61">
                <a:extLst>
                  <a:ext uri="{FF2B5EF4-FFF2-40B4-BE49-F238E27FC236}">
                    <a16:creationId xmlns:a16="http://schemas.microsoft.com/office/drawing/2014/main" id="{A65D7FF8-D348-FE2B-421D-0A9B4E4AC846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25" name="Group 57">
            <a:extLst>
              <a:ext uri="{FF2B5EF4-FFF2-40B4-BE49-F238E27FC236}">
                <a16:creationId xmlns:a16="http://schemas.microsoft.com/office/drawing/2014/main" id="{B720ECE5-855F-5594-B16A-808F3F37DE1C}"/>
              </a:ext>
            </a:extLst>
          </p:cNvPr>
          <p:cNvGrpSpPr/>
          <p:nvPr/>
        </p:nvGrpSpPr>
        <p:grpSpPr>
          <a:xfrm>
            <a:off x="7358426" y="6993835"/>
            <a:ext cx="3211813" cy="413190"/>
            <a:chOff x="0" y="-66675"/>
            <a:chExt cx="4526553" cy="578498"/>
          </a:xfrm>
        </p:grpSpPr>
        <p:sp>
          <p:nvSpPr>
            <p:cNvPr id="26" name="TextBox 58">
              <a:extLst>
                <a:ext uri="{FF2B5EF4-FFF2-40B4-BE49-F238E27FC236}">
                  <a16:creationId xmlns:a16="http://schemas.microsoft.com/office/drawing/2014/main" id="{6B6A8E3C-A28A-C77B-99E9-CDCB52ECCA0E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2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27" name="Group 59">
              <a:extLst>
                <a:ext uri="{FF2B5EF4-FFF2-40B4-BE49-F238E27FC236}">
                  <a16:creationId xmlns:a16="http://schemas.microsoft.com/office/drawing/2014/main" id="{8BEC1156-6350-422F-9463-2ADFAA0B0A69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8" name="Freeform 60">
                <a:extLst>
                  <a:ext uri="{FF2B5EF4-FFF2-40B4-BE49-F238E27FC236}">
                    <a16:creationId xmlns:a16="http://schemas.microsoft.com/office/drawing/2014/main" id="{DF3250B9-593F-1C80-E631-37284E3F2393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FFFF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5" name="TextBox 61">
                <a:extLst>
                  <a:ext uri="{FF2B5EF4-FFF2-40B4-BE49-F238E27FC236}">
                    <a16:creationId xmlns:a16="http://schemas.microsoft.com/office/drawing/2014/main" id="{ED234CAD-C1EC-285F-68B2-A23491B0D7D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40" name="Group 57">
            <a:extLst>
              <a:ext uri="{FF2B5EF4-FFF2-40B4-BE49-F238E27FC236}">
                <a16:creationId xmlns:a16="http://schemas.microsoft.com/office/drawing/2014/main" id="{777EE5C8-AA4C-3DEE-8909-AC875B317889}"/>
              </a:ext>
            </a:extLst>
          </p:cNvPr>
          <p:cNvGrpSpPr/>
          <p:nvPr/>
        </p:nvGrpSpPr>
        <p:grpSpPr>
          <a:xfrm>
            <a:off x="7358426" y="8028970"/>
            <a:ext cx="3211813" cy="413190"/>
            <a:chOff x="0" y="-66675"/>
            <a:chExt cx="4526553" cy="578498"/>
          </a:xfrm>
        </p:grpSpPr>
        <p:sp>
          <p:nvSpPr>
            <p:cNvPr id="41" name="TextBox 58">
              <a:extLst>
                <a:ext uri="{FF2B5EF4-FFF2-40B4-BE49-F238E27FC236}">
                  <a16:creationId xmlns:a16="http://schemas.microsoft.com/office/drawing/2014/main" id="{C3075043-FFAC-C186-181B-65FE3EBA9CC7}"/>
                </a:ext>
              </a:extLst>
            </p:cNvPr>
            <p:cNvSpPr txBox="1"/>
            <p:nvPr/>
          </p:nvSpPr>
          <p:spPr>
            <a:xfrm>
              <a:off x="455042" y="-66675"/>
              <a:ext cx="4071511" cy="5784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4 commits </a:t>
              </a:r>
              <a:r>
                <a:rPr lang="en-US" sz="2400" spc="-64" dirty="0" err="1">
                  <a:solidFill>
                    <a:schemeClr val="bg1">
                      <a:lumMod val="50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nuevos</a:t>
              </a:r>
              <a:endParaRPr lang="en-US" sz="2400" spc="-64" dirty="0">
                <a:solidFill>
                  <a:schemeClr val="bg1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42" name="Group 59">
              <a:extLst>
                <a:ext uri="{FF2B5EF4-FFF2-40B4-BE49-F238E27FC236}">
                  <a16:creationId xmlns:a16="http://schemas.microsoft.com/office/drawing/2014/main" id="{3C28FC1B-3E9A-CFCC-BFA5-A8C823E59D78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43" name="Freeform 60">
                <a:extLst>
                  <a:ext uri="{FF2B5EF4-FFF2-40B4-BE49-F238E27FC236}">
                    <a16:creationId xmlns:a16="http://schemas.microsoft.com/office/drawing/2014/main" id="{E9486A2F-D775-1B70-1ED0-C4CF47C8EE26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00B0F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44" name="TextBox 61">
                <a:extLst>
                  <a:ext uri="{FF2B5EF4-FFF2-40B4-BE49-F238E27FC236}">
                    <a16:creationId xmlns:a16="http://schemas.microsoft.com/office/drawing/2014/main" id="{4FF90354-9457-4F05-4148-21778BED8B62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027193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1.11022E-16 L 0.36823 -0.15293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11" y="-76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D6ADF6-5EBC-0AB3-CE48-C52B0D3C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FA46D6E-DABA-028C-896D-3297C79D680A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6FF2099-54D3-299E-EC20-8A25C32FA155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7D5C157-EACA-F295-A880-1800B4ECDCD5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50A8AAB-E137-08FA-E0FC-A7F8A2C760EF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00542847-D011-9F6B-177D-79869735BBE5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7173FDB-43F4-0F15-B9DF-6B690385091E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6A20B7B-5904-C34A-2027-70115D6E1E68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A027F5A-41FB-195A-E728-7FE8F2614362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EF70F2B6-B73D-9A31-0FF2-4B7B1AF1C126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B3520DC-2229-7906-DB5E-E96272C3A67B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21E03567-B6DA-671A-ED2E-02E49DDC07D8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merge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13703965-0A19-34FB-1FA1-2CC1F0E2385E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1EF907D-1F74-A11D-512C-18FBD35CE6A1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1A45F101-4C48-0A9B-7E1B-CF6EC0FD827B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7748BBDE-8650-11C5-8EC7-779FE29A8363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7366E7FE-0E64-342B-F871-FA5BC29F3793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F42B934E-236D-19DE-F0B7-D05527366A64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0CADDAE3-4ACB-269E-BCCB-A5DB64512B0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7A69AB9C-B47E-6A5F-F342-854812F96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20" name="TextBox 35">
            <a:extLst>
              <a:ext uri="{FF2B5EF4-FFF2-40B4-BE49-F238E27FC236}">
                <a16:creationId xmlns:a16="http://schemas.microsoft.com/office/drawing/2014/main" id="{13FC2646-6C7E-F916-0A09-346345E6ABD0}"/>
              </a:ext>
            </a:extLst>
          </p:cNvPr>
          <p:cNvSpPr txBox="1"/>
          <p:nvPr/>
        </p:nvSpPr>
        <p:spPr>
          <a:xfrm>
            <a:off x="1530542" y="3259938"/>
            <a:ext cx="16078200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Ejecutamos un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merge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C48E0E79-11EC-A460-0D4E-6910E6ECA0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13288" y="4140016"/>
            <a:ext cx="15084789" cy="2431019"/>
          </a:xfrm>
          <a:prstGeom prst="rect">
            <a:avLst/>
          </a:prstGeom>
        </p:spPr>
      </p:pic>
      <p:sp>
        <p:nvSpPr>
          <p:cNvPr id="25" name="TextBox 35">
            <a:extLst>
              <a:ext uri="{FF2B5EF4-FFF2-40B4-BE49-F238E27FC236}">
                <a16:creationId xmlns:a16="http://schemas.microsoft.com/office/drawing/2014/main" id="{ECFD6612-2875-412B-D436-2A88733C455A}"/>
              </a:ext>
            </a:extLst>
          </p:cNvPr>
          <p:cNvSpPr txBox="1"/>
          <p:nvPr/>
        </p:nvSpPr>
        <p:spPr>
          <a:xfrm>
            <a:off x="5071158" y="1048610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Comando que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toma el historial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y los archivos de una rama externa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y los fusiona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dentro de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la rama actual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en la que te encuentras posicionado.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156840226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A83A8A-98CE-CD29-48F6-A73F02AA4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92A5BE4-0843-3CE8-E7FA-57659C0D0F16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E021AAC-F6A1-6C38-03FB-2AF57305E57C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D96D51A-3C16-B297-29AE-381126316353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887C45E-91F5-4112-14E5-47B63B60A652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C43B4212-6E85-27EA-6D5C-84B59E5E9D7F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C7513C1-85F9-2545-870C-60550AD68596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BCEACEF-B36E-4AD3-A59A-2277028A86BD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0F3CBD4-5E8D-4140-4F17-EA47E4E7C432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95279191-D3EA-7FAC-15ED-A4E303A9AD69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7B4E805-5273-B8D9-8124-BA2DF6F08358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7A1ED31-9CEE-A481-2D8A-FB8D4F7174BC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merge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ECE7E80-0DB9-CB17-D394-48C10BAC99E5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94DFC7A5-8E13-85C8-7984-25A20202E9E3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3F4FE4-6A28-0AEF-2620-B5B3C5433928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2A99C0BA-206B-5C27-D80A-BFEDD773CD88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4F96D9A2-7BAC-E59F-BF63-6CB8E9F3ACD0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7103DF43-CAC8-EA06-BF67-C05C6B8B74D6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0FF10BDA-ED58-9C92-3614-D2D6C076A30E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D588EC3C-FE52-0BB3-18F1-E78E17D56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20" name="TextBox 35">
            <a:extLst>
              <a:ext uri="{FF2B5EF4-FFF2-40B4-BE49-F238E27FC236}">
                <a16:creationId xmlns:a16="http://schemas.microsoft.com/office/drawing/2014/main" id="{F5227292-1C4A-CD7B-8546-32AE6925B0E4}"/>
              </a:ext>
            </a:extLst>
          </p:cNvPr>
          <p:cNvSpPr txBox="1"/>
          <p:nvPr/>
        </p:nvSpPr>
        <p:spPr>
          <a:xfrm>
            <a:off x="1530542" y="2477238"/>
            <a:ext cx="16078200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abre este editor porque necesita que confirmemos el "motivo" del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merge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código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8094580-9E9B-7CFB-EEDE-D9F60DE79F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91390" y="3227037"/>
            <a:ext cx="12255110" cy="6160737"/>
          </a:xfrm>
          <a:prstGeom prst="rect">
            <a:avLst/>
          </a:prstGeom>
        </p:spPr>
      </p:pic>
      <p:sp>
        <p:nvSpPr>
          <p:cNvPr id="22" name="TextBox 35">
            <a:extLst>
              <a:ext uri="{FF2B5EF4-FFF2-40B4-BE49-F238E27FC236}">
                <a16:creationId xmlns:a16="http://schemas.microsoft.com/office/drawing/2014/main" id="{80A9C10A-E5E6-7342-10DE-D873A5E9220D}"/>
              </a:ext>
            </a:extLst>
          </p:cNvPr>
          <p:cNvSpPr txBox="1"/>
          <p:nvPr/>
        </p:nvSpPr>
        <p:spPr>
          <a:xfrm>
            <a:off x="1530542" y="3571879"/>
            <a:ext cx="3960848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ya nos escribe un mensaje por defecto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35">
            <a:extLst>
              <a:ext uri="{FF2B5EF4-FFF2-40B4-BE49-F238E27FC236}">
                <a16:creationId xmlns:a16="http://schemas.microsoft.com/office/drawing/2014/main" id="{B6A29259-9423-69BB-AF7B-4C37BEB896C8}"/>
              </a:ext>
            </a:extLst>
          </p:cNvPr>
          <p:cNvSpPr txBox="1"/>
          <p:nvPr/>
        </p:nvSpPr>
        <p:spPr>
          <a:xfrm>
            <a:off x="5071158" y="1048610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Comando que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toma el historial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y los archivos de una rama externa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y los fusiona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dentro de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la rama actual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en la que te encuentras posicionado.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207270266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F81A40-99AB-D5B2-06CF-0614061D0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CF1B2BF-1C32-83AA-29B1-CF6BC70D8A81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71D586A-D8EB-DFC9-0149-6847E0C284D2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0BD7F55-7F92-9FFD-6EB9-B42F3F9DE5E1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3A83206-3F87-2E84-F3F2-26AF3BC6B091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BE442A90-E934-F9BA-78D8-C78036A77C7E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E4586E9-29A3-FE07-BE18-E9F3108B25BB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558F85F-A65F-903D-5D93-716515404715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52517C5-0987-72B4-6530-448EB0B6C6CD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E8D27F19-FEF9-1E4B-3D81-8BC4359062F1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9B4C64A-938E-7F83-F93C-BC80948E7511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119DD009-4327-CC7C-9A03-4216CADB30ED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merge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17435D0-B889-89B8-8F68-BC5F2B306B08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9842FF5-C1E9-BF10-2E30-D26373EAC01F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2E8D5C7D-CC23-2487-CD9A-8E70202A52EB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7C0D7B7C-FFF6-9262-AFB5-4DBE0AE4FF0A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89AB14B2-79D9-9F54-31DF-C5D6D107FBC0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6E823856-2C60-29F5-6453-5A8071EA8C95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CBF730F1-66A4-50D5-84EA-3F27C3E214F3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0FB350B9-4F06-F447-E302-955144C42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20" name="TextBox 35">
            <a:extLst>
              <a:ext uri="{FF2B5EF4-FFF2-40B4-BE49-F238E27FC236}">
                <a16:creationId xmlns:a16="http://schemas.microsoft.com/office/drawing/2014/main" id="{DD7BDFC7-1455-23D3-1467-D810567F1161}"/>
              </a:ext>
            </a:extLst>
          </p:cNvPr>
          <p:cNvSpPr txBox="1"/>
          <p:nvPr/>
        </p:nvSpPr>
        <p:spPr>
          <a:xfrm>
            <a:off x="1530542" y="2477238"/>
            <a:ext cx="16078200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abre este editor porque necesita que confirmemos el "motivo" del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merge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código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707329B-DCFD-2489-3A17-FDECFA51F7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7459" y="3227037"/>
            <a:ext cx="10343723" cy="6160737"/>
          </a:xfrm>
          <a:prstGeom prst="rect">
            <a:avLst/>
          </a:prstGeom>
        </p:spPr>
      </p:pic>
      <p:sp>
        <p:nvSpPr>
          <p:cNvPr id="22" name="TextBox 35">
            <a:extLst>
              <a:ext uri="{FF2B5EF4-FFF2-40B4-BE49-F238E27FC236}">
                <a16:creationId xmlns:a16="http://schemas.microsoft.com/office/drawing/2014/main" id="{24C48C38-6809-E396-3AB9-CC988F9C9133}"/>
              </a:ext>
            </a:extLst>
          </p:cNvPr>
          <p:cNvSpPr txBox="1"/>
          <p:nvPr/>
        </p:nvSpPr>
        <p:spPr>
          <a:xfrm>
            <a:off x="1530542" y="3571879"/>
            <a:ext cx="3960848" cy="147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 queremos escribir nuestro mensaje, presionamos </a:t>
            </a:r>
            <a:r>
              <a:rPr lang="es-MX" sz="2799" b="1" i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endParaRPr lang="en-US" sz="2799" i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35">
            <a:extLst>
              <a:ext uri="{FF2B5EF4-FFF2-40B4-BE49-F238E27FC236}">
                <a16:creationId xmlns:a16="http://schemas.microsoft.com/office/drawing/2014/main" id="{F1E61B1E-DE07-62A1-37B0-9014A28C2551}"/>
              </a:ext>
            </a:extLst>
          </p:cNvPr>
          <p:cNvSpPr txBox="1"/>
          <p:nvPr/>
        </p:nvSpPr>
        <p:spPr>
          <a:xfrm>
            <a:off x="1496183" y="8198527"/>
            <a:ext cx="3960848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Vemos que estamos en modo </a:t>
            </a:r>
            <a:r>
              <a:rPr lang="es-MX" sz="2799" i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insert</a:t>
            </a:r>
            <a:endParaRPr lang="en-US" sz="2799" i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" name="TextBox 35">
            <a:extLst>
              <a:ext uri="{FF2B5EF4-FFF2-40B4-BE49-F238E27FC236}">
                <a16:creationId xmlns:a16="http://schemas.microsoft.com/office/drawing/2014/main" id="{683A5049-2030-50FC-042A-3E7EF4727C20}"/>
              </a:ext>
            </a:extLst>
          </p:cNvPr>
          <p:cNvSpPr txBox="1"/>
          <p:nvPr/>
        </p:nvSpPr>
        <p:spPr>
          <a:xfrm>
            <a:off x="5071158" y="1048610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Comando que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toma el historial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y los archivos de una rama externa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y los fusiona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dentro de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la rama actual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en la que te encuentras posicionado.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7981246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3AC532-154A-E292-BB11-6430F6AB2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1C7F8AE-F113-D9A9-8CC8-C790B1A787D8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CEE7DEC-E7B4-DEA5-7ED6-7FB1909F24D1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E4663D3-CBDD-A8DF-2A46-1B012E21E89B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A252C11-F264-8F6C-1A81-8F36D4737D88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9369CE3F-7904-E647-D0ED-FB10A9E609EE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48CACE3-CA3A-9756-5C40-EF08F839B47B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DF11CC5-09F8-DA1F-610C-2ABBA2570461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2724FEC-1B53-B8EE-0BB0-60AEEE3F6A00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34B48B0-BC7A-16CA-C9F9-49FCBA272950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EC8FE53-E7C9-51FC-3C34-6228E066D68B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E2FDA358-62AA-DEA1-8633-0E6B4A3575C8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merge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EE61EC8E-A1BF-6118-7DA6-A49D0409D171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C748F6E9-184F-9E5C-A363-370B306AC837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5CB1DB2-E9D8-832A-565A-64EE6D512701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C2A9A35B-AA16-6501-131A-2430920CF9AC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6BB43EAB-9EE5-BC67-8443-B29D48A6CF40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F146E6BD-4CB6-AA5E-753C-A4053E4CADAC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E2D80DFD-1C25-450D-8752-9CB85F304776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BDE74BE6-84C0-0277-0FFC-724FC2898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20" name="TextBox 35">
            <a:extLst>
              <a:ext uri="{FF2B5EF4-FFF2-40B4-BE49-F238E27FC236}">
                <a16:creationId xmlns:a16="http://schemas.microsoft.com/office/drawing/2014/main" id="{EDBA8789-EDC4-7744-B141-5F0A7F16D87B}"/>
              </a:ext>
            </a:extLst>
          </p:cNvPr>
          <p:cNvSpPr txBox="1"/>
          <p:nvPr/>
        </p:nvSpPr>
        <p:spPr>
          <a:xfrm>
            <a:off x="1530542" y="2477238"/>
            <a:ext cx="16078200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abre este editor porque necesita que confirmemos el "motivo" del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merge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código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0C33BB9-E9DE-75AB-AE26-4D273EB080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8072" y="3227037"/>
            <a:ext cx="10724812" cy="6160737"/>
          </a:xfrm>
          <a:prstGeom prst="rect">
            <a:avLst/>
          </a:prstGeom>
        </p:spPr>
      </p:pic>
      <p:sp>
        <p:nvSpPr>
          <p:cNvPr id="22" name="TextBox 35">
            <a:extLst>
              <a:ext uri="{FF2B5EF4-FFF2-40B4-BE49-F238E27FC236}">
                <a16:creationId xmlns:a16="http://schemas.microsoft.com/office/drawing/2014/main" id="{2628C9B9-591B-C1F2-3A2E-92646FC59879}"/>
              </a:ext>
            </a:extLst>
          </p:cNvPr>
          <p:cNvSpPr txBox="1"/>
          <p:nvPr/>
        </p:nvSpPr>
        <p:spPr>
          <a:xfrm>
            <a:off x="1530542" y="3571879"/>
            <a:ext cx="3960848" cy="147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salir del modo </a:t>
            </a:r>
            <a:r>
              <a:rPr lang="es-MX" sz="2799" i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insert</a:t>
            </a:r>
            <a:r>
              <a:rPr lang="es-MX" sz="2799" i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presionamos </a:t>
            </a:r>
            <a:r>
              <a:rPr lang="es-MX" sz="2799" i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Esc</a:t>
            </a:r>
            <a:endParaRPr lang="en-US" sz="2799" i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35">
            <a:extLst>
              <a:ext uri="{FF2B5EF4-FFF2-40B4-BE49-F238E27FC236}">
                <a16:creationId xmlns:a16="http://schemas.microsoft.com/office/drawing/2014/main" id="{ABB55A3F-D251-168C-FDDC-F465FB591C62}"/>
              </a:ext>
            </a:extLst>
          </p:cNvPr>
          <p:cNvSpPr txBox="1"/>
          <p:nvPr/>
        </p:nvSpPr>
        <p:spPr>
          <a:xfrm>
            <a:off x="1499016" y="5495734"/>
            <a:ext cx="3960848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Escribimos </a:t>
            </a:r>
            <a:r>
              <a:rPr lang="es-MX" sz="2799" i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s-MX" sz="2799" i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wq</a:t>
            </a:r>
            <a:r>
              <a:rPr lang="es-MX" sz="2799" i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rite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uite) y </a:t>
            </a:r>
            <a:r>
              <a:rPr lang="es-MX" sz="2799" i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Enter</a:t>
            </a:r>
            <a:endParaRPr lang="en-US" sz="2799" i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" name="TextBox 35">
            <a:extLst>
              <a:ext uri="{FF2B5EF4-FFF2-40B4-BE49-F238E27FC236}">
                <a16:creationId xmlns:a16="http://schemas.microsoft.com/office/drawing/2014/main" id="{7CC7C10C-BB03-C5CC-F9BF-F2D9F1ED05F5}"/>
              </a:ext>
            </a:extLst>
          </p:cNvPr>
          <p:cNvSpPr txBox="1"/>
          <p:nvPr/>
        </p:nvSpPr>
        <p:spPr>
          <a:xfrm>
            <a:off x="5071158" y="1048610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Comando que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toma el historial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y los archivos de una rama externa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y los fusiona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dentro de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la rama actual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en la que te encuentras posicionado.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9998824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750A0-8180-D2F8-FFAC-40AEC161E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A122BB9-475D-8A7E-5623-BB8F8870F298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1B290CB-099A-B9B0-0D54-F2351349E6AB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08DF0DD-D285-466F-0822-2D880FC6F68A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EC747DC-368B-21C6-2FDF-6392621E1AEF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9BFB1984-442E-F657-962A-7270B29A486E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F28B5E2-E0C2-5757-E3E2-9B9ED378AD73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3A634F1-8B71-BD27-DBCC-B6C57897199E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BEDE9C3-726E-350B-F15F-6B79D00B9608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9B805DF-479F-2128-D93A-3DB7D0D93F75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C577C2C-CC4A-8618-1E38-C456C2D79B49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A3D69A47-89AA-B605-3FED-DD6C9EE96D97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merge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F593F51-78D0-42C1-914B-49CED225FFC9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7003DBE-1FD2-1844-E640-8075E2728971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891F0D71-C74C-76C8-9115-3D1C9C806C63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8F24523E-DF25-DB1E-2495-1B2D5B72F936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B84538D6-BE23-6E4A-A2BE-68E58E7B4942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71052D44-73A8-90AF-BA7B-FD849B68D6C5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A713690E-6EA0-C210-C1B5-8B51B4196983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8DDE2EB4-5321-86AC-1889-A3AD7F707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20" name="TextBox 35">
            <a:extLst>
              <a:ext uri="{FF2B5EF4-FFF2-40B4-BE49-F238E27FC236}">
                <a16:creationId xmlns:a16="http://schemas.microsoft.com/office/drawing/2014/main" id="{68A1EE4D-C0AE-17D2-25FC-3B01F28AAFD4}"/>
              </a:ext>
            </a:extLst>
          </p:cNvPr>
          <p:cNvSpPr txBox="1"/>
          <p:nvPr/>
        </p:nvSpPr>
        <p:spPr>
          <a:xfrm>
            <a:off x="1530542" y="2767742"/>
            <a:ext cx="16078200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Nos muestra un resumen del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merge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" name="TextBox 35">
            <a:extLst>
              <a:ext uri="{FF2B5EF4-FFF2-40B4-BE49-F238E27FC236}">
                <a16:creationId xmlns:a16="http://schemas.microsoft.com/office/drawing/2014/main" id="{C01E52A5-7E40-6A06-75AF-7B6E49583402}"/>
              </a:ext>
            </a:extLst>
          </p:cNvPr>
          <p:cNvSpPr txBox="1"/>
          <p:nvPr/>
        </p:nvSpPr>
        <p:spPr>
          <a:xfrm>
            <a:off x="5071158" y="1048610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Comando que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toma el historial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y los archivos de una rama externa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y los fusiona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dentro de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la rama actual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en la que te encuentras posicionado.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02673F87-0C17-6F5D-183D-80801A00AA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2236" y="3679720"/>
            <a:ext cx="12481287" cy="526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55076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45BD26-EE13-F998-7521-1B8ECCD2A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DD4300F-641E-72B0-B52E-AF2A2DB8960F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E0BC32E-3C2C-644B-7655-D4C40BFC7E36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4AB1A63-6D14-57C2-AE58-CAA68E1DCD2F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93804F5-9893-9368-3958-2400EB1BF781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73BF421B-771D-DE4A-DD25-8F4567896785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25067BD-7D69-D5BD-FE95-38919B113A56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B0BA6BE-4C82-5A44-C41D-455AC7DADD8A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0293661-E6E5-2B33-E031-C22CCC57F3DB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6A81F30-50AE-C5D0-ED8C-5BEEDA75940C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4E75504-A2BF-361B-647E-897EE219562D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5E3FA0D3-3DDA-B96B-3334-884C4E06627B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merge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F56F48EA-4014-46CA-0364-9D98B804243C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A7DB454-CB91-8EED-3B48-AEF2D774CCA3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C4A5EFD-81A9-EB5F-8B28-37C9F66DD969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B6B83FF1-B333-8E0F-FF5C-D942DA307FFF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8EFF3284-0DC3-49F0-A589-10B2FCECADB4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1619F2C1-6795-8FD7-4E04-A164E2C81419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5E7D76AC-F627-3E89-4ACE-FCCD7119B3F3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D64C7179-2467-558B-5A2B-1D7A4F0E2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20" name="TextBox 35">
            <a:extLst>
              <a:ext uri="{FF2B5EF4-FFF2-40B4-BE49-F238E27FC236}">
                <a16:creationId xmlns:a16="http://schemas.microsoft.com/office/drawing/2014/main" id="{7184FB65-F595-8F6B-C76F-BA15127DC775}"/>
              </a:ext>
            </a:extLst>
          </p:cNvPr>
          <p:cNvSpPr txBox="1"/>
          <p:nvPr/>
        </p:nvSpPr>
        <p:spPr>
          <a:xfrm>
            <a:off x="1388971" y="2976557"/>
            <a:ext cx="4406513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Verificamos con git status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" name="TextBox 35">
            <a:extLst>
              <a:ext uri="{FF2B5EF4-FFF2-40B4-BE49-F238E27FC236}">
                <a16:creationId xmlns:a16="http://schemas.microsoft.com/office/drawing/2014/main" id="{B1C3DD74-F53D-5FF7-03EF-BB38379A0E7D}"/>
              </a:ext>
            </a:extLst>
          </p:cNvPr>
          <p:cNvSpPr txBox="1"/>
          <p:nvPr/>
        </p:nvSpPr>
        <p:spPr>
          <a:xfrm>
            <a:off x="5071158" y="1048610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Comando que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toma el historial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y los archivos de una rama externa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y los fusiona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dentro de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la rama actual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en la que te encuentras posicionado.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A8CCF7D-12BE-8F6F-AE3B-79C03D79D5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" t="58" r="41" b="71128"/>
          <a:stretch>
            <a:fillRect/>
          </a:stretch>
        </p:blipFill>
        <p:spPr>
          <a:xfrm>
            <a:off x="6490049" y="2783646"/>
            <a:ext cx="10413524" cy="185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623360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5248F9-8F86-3B6F-F50F-385D06199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DD1403A-8840-6222-AAD9-758AC46D6BE3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4691E0C-E192-6F89-376A-9546AFF8BC3C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75815EB-D671-43CA-332C-631EA63CDE36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AD59493-2735-7E1B-8698-0FB413AF2D90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351DC4F1-6B47-EA4E-AEB5-6665F7F6AFED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4181616-92C2-5497-1B17-EC9D7792DD48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06E14F4-A22B-2AF8-36E1-CA8360E5616B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472D058-B1E6-CB86-3204-D855D30F5637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BF836B55-3834-861B-213A-F21D406D76C9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FD84027-3D00-D669-C231-BB19B6415C21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5FB144DF-4539-9BC4-C662-4AC50E7A6142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merge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59C1131-1E71-FC13-4328-3AE764AF6DF2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C27074D6-00F9-F818-C876-17CBB54022AB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BFD1B369-F989-283D-8501-349D03C46CB4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6A559057-ABF6-11C5-36EE-C7534ED4FC6B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B8F111B1-4035-3A92-06F1-459441A401E4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F520A9C6-D7E2-A85C-4301-0BB004D52292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9242B58F-E322-8FB5-75C5-7345233EEAC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F6B583B1-EDF2-7D22-8415-9837FA45F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20" name="TextBox 35">
            <a:extLst>
              <a:ext uri="{FF2B5EF4-FFF2-40B4-BE49-F238E27FC236}">
                <a16:creationId xmlns:a16="http://schemas.microsoft.com/office/drawing/2014/main" id="{0250B7D5-5B72-4C5A-709A-A756A7B43BD1}"/>
              </a:ext>
            </a:extLst>
          </p:cNvPr>
          <p:cNvSpPr txBox="1"/>
          <p:nvPr/>
        </p:nvSpPr>
        <p:spPr>
          <a:xfrm>
            <a:off x="1388971" y="2976557"/>
            <a:ext cx="4406513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Verificamos con git status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" name="TextBox 35">
            <a:extLst>
              <a:ext uri="{FF2B5EF4-FFF2-40B4-BE49-F238E27FC236}">
                <a16:creationId xmlns:a16="http://schemas.microsoft.com/office/drawing/2014/main" id="{358B96DE-1A1C-271C-A63A-4AFFBB5B934C}"/>
              </a:ext>
            </a:extLst>
          </p:cNvPr>
          <p:cNvSpPr txBox="1"/>
          <p:nvPr/>
        </p:nvSpPr>
        <p:spPr>
          <a:xfrm>
            <a:off x="5071158" y="1048610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Comando que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toma el historial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y los archivos de una rama externa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y los fusiona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dentro de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la rama actual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en la que te encuentras posicionado.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F71A43E-065C-83E1-3265-1D6DEFF648B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" b="26311"/>
          <a:stretch>
            <a:fillRect/>
          </a:stretch>
        </p:blipFill>
        <p:spPr>
          <a:xfrm>
            <a:off x="6490049" y="2783646"/>
            <a:ext cx="10413524" cy="4755074"/>
          </a:xfrm>
          <a:prstGeom prst="rect">
            <a:avLst/>
          </a:prstGeom>
        </p:spPr>
      </p:pic>
      <p:sp>
        <p:nvSpPr>
          <p:cNvPr id="15" name="TextBox 35">
            <a:extLst>
              <a:ext uri="{FF2B5EF4-FFF2-40B4-BE49-F238E27FC236}">
                <a16:creationId xmlns:a16="http://schemas.microsoft.com/office/drawing/2014/main" id="{4C7CA9FA-84AD-EB5D-B02F-1530495432AB}"/>
              </a:ext>
            </a:extLst>
          </p:cNvPr>
          <p:cNvSpPr txBox="1"/>
          <p:nvPr/>
        </p:nvSpPr>
        <p:spPr>
          <a:xfrm>
            <a:off x="1388970" y="4636135"/>
            <a:ext cx="4406513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Ejecutamos git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push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987546143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A90DC6-9E49-73D3-8A2D-CBAFA6DE1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E7C486B-D07A-D537-AB80-8F91A9A0F0CE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EBC9D49-969B-AB80-D85D-9AC9F833AC78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6F305C2-6140-D131-CF6A-82ED7E0FAE20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5C7F68D-18A1-CB21-71FC-87461FB5AA55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CE1E9917-81D7-B41A-F128-26C5DD0512CA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2C96E36-BC91-511F-90CC-BBF12B01C746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D8D4D3C-CD93-293D-8D6D-F53A084D3314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6FDBED2-522D-0B77-E0E9-A8EF3B7EFB1A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5EB6E2D-A4B5-A0B9-E763-1C502C40E49D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EDB4030-4837-F3D3-3E04-32313789216E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FE2D829F-5A9D-3268-1098-3DEAA1655383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merge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238D1E0-AC14-F3F0-29DA-BD160307C38F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65F01D3-DF6E-BAE4-E2B0-376CF7030409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6C5233E6-7882-3A48-159C-6E8CF3EA52BF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7C81BFAD-0037-A6F0-A4D8-9134019CB4CC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164469C2-D404-AE50-93C1-2E203391EA23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8E72AFFC-3A7A-C075-5E25-1AFC0B803520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84F4020C-5268-8771-7A24-5D9457ACDD4E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581447D8-F580-3D89-1135-FF9EF1D71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20" name="TextBox 35">
            <a:extLst>
              <a:ext uri="{FF2B5EF4-FFF2-40B4-BE49-F238E27FC236}">
                <a16:creationId xmlns:a16="http://schemas.microsoft.com/office/drawing/2014/main" id="{1FB87FFC-D229-B78B-8261-CBFFF7A92C41}"/>
              </a:ext>
            </a:extLst>
          </p:cNvPr>
          <p:cNvSpPr txBox="1"/>
          <p:nvPr/>
        </p:nvSpPr>
        <p:spPr>
          <a:xfrm>
            <a:off x="1388971" y="2976557"/>
            <a:ext cx="4406513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Verificamos con git status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" name="TextBox 35">
            <a:extLst>
              <a:ext uri="{FF2B5EF4-FFF2-40B4-BE49-F238E27FC236}">
                <a16:creationId xmlns:a16="http://schemas.microsoft.com/office/drawing/2014/main" id="{61BF33B6-7D90-52DA-D002-BE91CFD7C7B3}"/>
              </a:ext>
            </a:extLst>
          </p:cNvPr>
          <p:cNvSpPr txBox="1"/>
          <p:nvPr/>
        </p:nvSpPr>
        <p:spPr>
          <a:xfrm>
            <a:off x="5071158" y="1048610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Comando que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toma el historial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y los archivos de una rama externa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y los fusiona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dentro de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la rama actual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en la que te encuentras posicionado.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5377156F-1BE1-DC27-76A5-019D40AA20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" r="14"/>
          <a:stretch/>
        </p:blipFill>
        <p:spPr>
          <a:xfrm>
            <a:off x="6490049" y="2783646"/>
            <a:ext cx="10413524" cy="6454744"/>
          </a:xfrm>
          <a:prstGeom prst="rect">
            <a:avLst/>
          </a:prstGeom>
        </p:spPr>
      </p:pic>
      <p:sp>
        <p:nvSpPr>
          <p:cNvPr id="15" name="TextBox 35">
            <a:extLst>
              <a:ext uri="{FF2B5EF4-FFF2-40B4-BE49-F238E27FC236}">
                <a16:creationId xmlns:a16="http://schemas.microsoft.com/office/drawing/2014/main" id="{CD2E252B-3710-0189-06A8-1846D4EEB7C7}"/>
              </a:ext>
            </a:extLst>
          </p:cNvPr>
          <p:cNvSpPr txBox="1"/>
          <p:nvPr/>
        </p:nvSpPr>
        <p:spPr>
          <a:xfrm>
            <a:off x="1388970" y="4636135"/>
            <a:ext cx="4406513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Ejecutamos git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push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35">
            <a:extLst>
              <a:ext uri="{FF2B5EF4-FFF2-40B4-BE49-F238E27FC236}">
                <a16:creationId xmlns:a16="http://schemas.microsoft.com/office/drawing/2014/main" id="{9B4F9056-9372-9ACE-4E50-1A435C159DA4}"/>
              </a:ext>
            </a:extLst>
          </p:cNvPr>
          <p:cNvSpPr txBox="1"/>
          <p:nvPr/>
        </p:nvSpPr>
        <p:spPr>
          <a:xfrm>
            <a:off x="1388969" y="7412555"/>
            <a:ext cx="4406513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Verificamos nuevamente con git status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701852117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E611EB-F329-9011-D7C4-8876480FD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A63FEA0-F8CB-A10A-0084-E91505D8985B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0ECE4BF-5E5C-2511-AAEE-45BBEC387A32}"/>
              </a:ext>
            </a:extLst>
          </p:cNvPr>
          <p:cNvSpPr txBox="1"/>
          <p:nvPr/>
        </p:nvSpPr>
        <p:spPr>
          <a:xfrm>
            <a:off x="1028700" y="3599012"/>
            <a:ext cx="9791700" cy="3539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08"/>
              </a:lnSpc>
            </a:pPr>
            <a:r>
              <a:rPr lang="en-US" sz="96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DESCARGAR E INTEGRAR  CAMBIOS 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9A6871C-DA57-7749-1467-797BE957CE07}"/>
              </a:ext>
            </a:extLst>
          </p:cNvPr>
          <p:cNvSpPr/>
          <p:nvPr/>
        </p:nvSpPr>
        <p:spPr>
          <a:xfrm>
            <a:off x="16591623" y="4178664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5" y="0"/>
                </a:lnTo>
                <a:lnTo>
                  <a:pt x="2773815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FB4E194-CA0A-1120-3531-44F110AA234C}"/>
              </a:ext>
            </a:extLst>
          </p:cNvPr>
          <p:cNvSpPr/>
          <p:nvPr/>
        </p:nvSpPr>
        <p:spPr>
          <a:xfrm>
            <a:off x="16467377" y="566559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7A323F1-70A2-81F3-A7E9-BD394BB2E031}"/>
              </a:ext>
            </a:extLst>
          </p:cNvPr>
          <p:cNvGrpSpPr/>
          <p:nvPr/>
        </p:nvGrpSpPr>
        <p:grpSpPr>
          <a:xfrm>
            <a:off x="10551309" y="5708718"/>
            <a:ext cx="3549582" cy="3549582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7FAFC1E-E3A0-5F40-ADB7-93F7EE7BB0E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t="-15513" r="-112750" b="-17166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D8D5E2B-68DA-B152-74E6-6B623F1F0A27}"/>
              </a:ext>
            </a:extLst>
          </p:cNvPr>
          <p:cNvGrpSpPr/>
          <p:nvPr/>
        </p:nvGrpSpPr>
        <p:grpSpPr>
          <a:xfrm>
            <a:off x="12091966" y="1971108"/>
            <a:ext cx="5167334" cy="5167334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86877FC-9A23-7D7D-8A47-8D9A27FA693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9285" r="-39285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48A89C8-FDF9-1F8F-1C2A-8D934E412FDB}"/>
              </a:ext>
            </a:extLst>
          </p:cNvPr>
          <p:cNvGrpSpPr/>
          <p:nvPr/>
        </p:nvGrpSpPr>
        <p:grpSpPr>
          <a:xfrm>
            <a:off x="10551309" y="1028700"/>
            <a:ext cx="2741950" cy="2741950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0D54787-7C42-2850-84CE-A674E4461F2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6513" t="-32862" r="-37426" b="-41077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0FF968C0-8231-31DB-866F-BBF7046AD843}"/>
              </a:ext>
            </a:extLst>
          </p:cNvPr>
          <p:cNvSpPr txBox="1"/>
          <p:nvPr/>
        </p:nvSpPr>
        <p:spPr>
          <a:xfrm>
            <a:off x="1028700" y="7378448"/>
            <a:ext cx="8115365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8000" b="1" dirty="0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git pull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D21540A-6153-C2C8-ABF5-91B5E7A85F9D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B5D79F7C-B9AA-F9AC-1EE7-0D38DCB1CE38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32337823-71C8-1F42-041A-2E55EF1DB764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9" name="TextBox 12">
                <a:extLst>
                  <a:ext uri="{FF2B5EF4-FFF2-40B4-BE49-F238E27FC236}">
                    <a16:creationId xmlns:a16="http://schemas.microsoft.com/office/drawing/2014/main" id="{A1CE3D4E-BC0D-391A-B666-BDD4E8E2474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A2D7B9D2-24F1-FF22-3D61-E54AE0009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73695619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B462EC-BBBD-9998-A3B1-EA6CA9C5F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617D2D1-26DC-A7A6-0074-012E4B4D11EE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1751193-3729-BEC2-A402-7C4D68F161B3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7E0BFA1-2761-AB1A-7144-26E91F40D170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551FC0E-0A96-3116-139D-B75BC57C6527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3E198DCF-47B4-1DC4-633F-44B2405D2645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AF9D39E-73A8-C16D-089D-D6164BB241E4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C0BA47C-889D-9000-4ABE-F44F6AA48198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834391D-B61C-40AF-5C5E-CB0CD6127AB7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027C350F-84C8-1796-62B8-B743DDF77BE4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D670776-76E2-6E2F-8D69-A4B250BCAF2E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261519D-1D1F-3EEE-CE5C-F0FD96DEF15A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pull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274510BC-E5F0-3805-945B-5069533250C8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DF79E51-4ACA-B9D3-1CC5-DD9C385C4DF6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8CA161DB-4BC7-458C-3BAD-4498FB1698D5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5DB45353-2194-0FC4-553A-265078F7A747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48509A3F-133E-E3EC-4B3D-5ABB7FF6205D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EDF6E59D-D744-0751-055D-694D03AEAD53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0F32E53B-7C26-6FC2-2BAC-263CC707C33C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4DB9D136-BC8E-C639-A205-268C362AB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23" name="TextBox 35">
            <a:extLst>
              <a:ext uri="{FF2B5EF4-FFF2-40B4-BE49-F238E27FC236}">
                <a16:creationId xmlns:a16="http://schemas.microsoft.com/office/drawing/2014/main" id="{03A93925-2F40-1466-4DBA-5881A2AF1AEA}"/>
              </a:ext>
            </a:extLst>
          </p:cNvPr>
          <p:cNvSpPr txBox="1"/>
          <p:nvPr/>
        </p:nvSpPr>
        <p:spPr>
          <a:xfrm>
            <a:off x="5071158" y="975821"/>
            <a:ext cx="13092354" cy="147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Comando directo que se encarga de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descargar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las últimas actualizaciones de la nube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y fusionarlas automáticamente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con los archivos de tu computadora.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56">
            <a:extLst>
              <a:ext uri="{FF2B5EF4-FFF2-40B4-BE49-F238E27FC236}">
                <a16:creationId xmlns:a16="http://schemas.microsoft.com/office/drawing/2014/main" id="{96C02B49-4245-B917-88D4-1FEFEE13667F}"/>
              </a:ext>
            </a:extLst>
          </p:cNvPr>
          <p:cNvSpPr txBox="1"/>
          <p:nvPr/>
        </p:nvSpPr>
        <p:spPr>
          <a:xfrm>
            <a:off x="2413387" y="4228285"/>
            <a:ext cx="13605843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/>
            <a:r>
              <a:rPr lang="en-US" sz="7200" b="1" spc="-64" dirty="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git pull = git fetch + git merge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4CFF592D-82B7-E478-45D2-3C52D1CFC86A}"/>
              </a:ext>
            </a:extLst>
          </p:cNvPr>
          <p:cNvSpPr txBox="1"/>
          <p:nvPr/>
        </p:nvSpPr>
        <p:spPr>
          <a:xfrm>
            <a:off x="2413387" y="3261645"/>
            <a:ext cx="4406513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pocas palabras…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" name="TextBox 14">
            <a:extLst>
              <a:ext uri="{FF2B5EF4-FFF2-40B4-BE49-F238E27FC236}">
                <a16:creationId xmlns:a16="http://schemas.microsoft.com/office/drawing/2014/main" id="{9BCB4E23-C23D-01F5-95B9-8ED167A9079E}"/>
              </a:ext>
            </a:extLst>
          </p:cNvPr>
          <p:cNvSpPr txBox="1"/>
          <p:nvPr/>
        </p:nvSpPr>
        <p:spPr>
          <a:xfrm>
            <a:off x="4899212" y="6131783"/>
            <a:ext cx="8489575" cy="1209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5400" b="1" dirty="0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PRECAUCIÓN</a:t>
            </a:r>
          </a:p>
        </p:txBody>
      </p:sp>
      <p:sp>
        <p:nvSpPr>
          <p:cNvPr id="46" name="TextBox 35">
            <a:extLst>
              <a:ext uri="{FF2B5EF4-FFF2-40B4-BE49-F238E27FC236}">
                <a16:creationId xmlns:a16="http://schemas.microsoft.com/office/drawing/2014/main" id="{F7E0BB90-6111-15C3-BFA2-7E0CE164E9AF}"/>
              </a:ext>
            </a:extLst>
          </p:cNvPr>
          <p:cNvSpPr txBox="1"/>
          <p:nvPr/>
        </p:nvSpPr>
        <p:spPr>
          <a:xfrm>
            <a:off x="1745116" y="7527254"/>
            <a:ext cx="15801308" cy="1645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Como mezcla automáticamente sin preguntar, si hay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commits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que modifican las mismas líneas de código que tú, el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pull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se pausará y habrá un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merge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conflicto.</a:t>
            </a:r>
          </a:p>
          <a:p>
            <a:pPr marL="0" lvl="1" indent="0" algn="ctr"/>
            <a:endParaRPr lang="es-MX" sz="1100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1" indent="0" algn="ctr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Tendrás que revisarlo y solucionarlo para continuar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1634972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allAtOnce"/>
      <p:bldP spid="35" grpId="0"/>
      <p:bldP spid="45" grpId="0"/>
      <p:bldP spid="4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DEF372-E91B-52E7-C49D-7742AE4FE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6112D37-61D1-00C8-1FED-B0450092FC54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3389BE3-E361-569C-DD06-1B3A393D1377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1504F89-015F-2DE6-A7AA-9B9EE114CAD2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1411B88-96B7-6183-D1A3-55E58AD6E68B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F1C6682D-4FB8-321E-2BEE-9A97145F9E63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145C353-DB5D-1F97-4101-AE9F7D1A78DE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374562F-3F4F-B3C2-109B-ADEA50F9F9F0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4D3DF89-96FF-454A-8DD8-D5C544500AB2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DCF75062-4AA5-AD92-62AD-9814F97D9686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5B98804-6DBD-5BEC-3540-3D81DB293F56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7E2782A-E4FA-310C-E43E-13523FE1AAD2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pull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2806DDAC-9E2C-DB4A-3131-F4D14D90A9DC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AD58F3CF-EC38-8696-D7BA-BA56A7295C62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2CB70E5A-7960-98C7-CF37-C589B48DC2C4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788682B2-5EEF-332E-58AC-67E848E94141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208EF4D6-849C-90F1-AEF2-B0CA0AEBC34E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362B8399-756B-6E2A-1561-2ED8D965CC72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DEED54F0-2E2F-8437-4033-E1979DB1058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D87192C5-E5E4-7C28-E0C7-10B72CF045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23" name="TextBox 35">
            <a:extLst>
              <a:ext uri="{FF2B5EF4-FFF2-40B4-BE49-F238E27FC236}">
                <a16:creationId xmlns:a16="http://schemas.microsoft.com/office/drawing/2014/main" id="{0F9E82CE-3D6B-6705-9F4B-B5BE7C8522EA}"/>
              </a:ext>
            </a:extLst>
          </p:cNvPr>
          <p:cNvSpPr txBox="1"/>
          <p:nvPr/>
        </p:nvSpPr>
        <p:spPr>
          <a:xfrm>
            <a:off x="5071158" y="975821"/>
            <a:ext cx="13092354" cy="147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Comando directo que se encarga de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descargar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las últimas actualizaciones de la nube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y fusionarlas automáticamente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con los archivos de tu computadora.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566B8F3B-ED48-52DF-B7CD-40C4A4EE7A3F}"/>
              </a:ext>
            </a:extLst>
          </p:cNvPr>
          <p:cNvSpPr txBox="1"/>
          <p:nvPr/>
        </p:nvSpPr>
        <p:spPr>
          <a:xfrm>
            <a:off x="4236594" y="5219207"/>
            <a:ext cx="10007213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</a:t>
            </a: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pull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Descarga y mezcla automáticamente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0" name="Group 52">
            <a:extLst>
              <a:ext uri="{FF2B5EF4-FFF2-40B4-BE49-F238E27FC236}">
                <a16:creationId xmlns:a16="http://schemas.microsoft.com/office/drawing/2014/main" id="{6346003B-94DB-D935-5AD7-2A3085E9F35C}"/>
              </a:ext>
            </a:extLst>
          </p:cNvPr>
          <p:cNvGrpSpPr/>
          <p:nvPr/>
        </p:nvGrpSpPr>
        <p:grpSpPr>
          <a:xfrm>
            <a:off x="4236593" y="3608225"/>
            <a:ext cx="10170801" cy="960554"/>
            <a:chOff x="0" y="0"/>
            <a:chExt cx="2441105" cy="197645"/>
          </a:xfrm>
        </p:grpSpPr>
        <p:sp>
          <p:nvSpPr>
            <p:cNvPr id="41" name="Freeform 53">
              <a:extLst>
                <a:ext uri="{FF2B5EF4-FFF2-40B4-BE49-F238E27FC236}">
                  <a16:creationId xmlns:a16="http://schemas.microsoft.com/office/drawing/2014/main" id="{D41BB79F-B68F-D6E0-E972-56C03BD44895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2" name="TextBox 54">
              <a:extLst>
                <a:ext uri="{FF2B5EF4-FFF2-40B4-BE49-F238E27FC236}">
                  <a16:creationId xmlns:a16="http://schemas.microsoft.com/office/drawing/2014/main" id="{F7287BEE-EAA6-3688-EE4F-1C7921EAF6EB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43" name="TextBox 56">
            <a:extLst>
              <a:ext uri="{FF2B5EF4-FFF2-40B4-BE49-F238E27FC236}">
                <a16:creationId xmlns:a16="http://schemas.microsoft.com/office/drawing/2014/main" id="{9D3DBE50-9E6A-8B0A-4CB0-378FE0A69DCD}"/>
              </a:ext>
            </a:extLst>
          </p:cNvPr>
          <p:cNvSpPr txBox="1"/>
          <p:nvPr/>
        </p:nvSpPr>
        <p:spPr>
          <a:xfrm>
            <a:off x="4690461" y="3859402"/>
            <a:ext cx="8133676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pull origin </a:t>
            </a:r>
            <a:r>
              <a:rPr lang="en-US" sz="2400" i="1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nombre</a:t>
            </a:r>
            <a:r>
              <a:rPr lang="en-US" sz="2400" i="1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-de-</a:t>
            </a:r>
            <a:r>
              <a:rPr lang="en-US" sz="2400" i="1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" name="TextBox 35">
            <a:extLst>
              <a:ext uri="{FF2B5EF4-FFF2-40B4-BE49-F238E27FC236}">
                <a16:creationId xmlns:a16="http://schemas.microsoft.com/office/drawing/2014/main" id="{270D2333-11A9-536C-2E2C-A3D0161E08AC}"/>
              </a:ext>
            </a:extLst>
          </p:cNvPr>
          <p:cNvSpPr txBox="1"/>
          <p:nvPr/>
        </p:nvSpPr>
        <p:spPr>
          <a:xfrm>
            <a:off x="2413387" y="2784737"/>
            <a:ext cx="4406513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Sintaxis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35">
            <a:extLst>
              <a:ext uri="{FF2B5EF4-FFF2-40B4-BE49-F238E27FC236}">
                <a16:creationId xmlns:a16="http://schemas.microsoft.com/office/drawing/2014/main" id="{1C512F1F-1D52-D70E-7289-CFE29FAAB6CC}"/>
              </a:ext>
            </a:extLst>
          </p:cNvPr>
          <p:cNvSpPr txBox="1"/>
          <p:nvPr/>
        </p:nvSpPr>
        <p:spPr>
          <a:xfrm>
            <a:off x="4236593" y="6039664"/>
            <a:ext cx="10007213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origin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Le decimos a git que se conecte a la nube 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35">
            <a:extLst>
              <a:ext uri="{FF2B5EF4-FFF2-40B4-BE49-F238E27FC236}">
                <a16:creationId xmlns:a16="http://schemas.microsoft.com/office/drawing/2014/main" id="{29EA99A7-7664-1AB2-59E6-D1E5AEB3C0AC}"/>
              </a:ext>
            </a:extLst>
          </p:cNvPr>
          <p:cNvSpPr txBox="1"/>
          <p:nvPr/>
        </p:nvSpPr>
        <p:spPr>
          <a:xfrm>
            <a:off x="4236593" y="6859411"/>
            <a:ext cx="12369414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nombre-de-rama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Nombre de la rama origen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TextBox 35">
            <a:extLst>
              <a:ext uri="{FF2B5EF4-FFF2-40B4-BE49-F238E27FC236}">
                <a16:creationId xmlns:a16="http://schemas.microsoft.com/office/drawing/2014/main" id="{4688A2BE-125E-35CC-2F54-C1B982A068A9}"/>
              </a:ext>
            </a:extLst>
          </p:cNvPr>
          <p:cNvSpPr txBox="1"/>
          <p:nvPr/>
        </p:nvSpPr>
        <p:spPr>
          <a:xfrm>
            <a:off x="1489700" y="8136727"/>
            <a:ext cx="11157791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F15226"/>
                </a:solidFill>
                <a:latin typeface="Poppins"/>
                <a:ea typeface="Poppins"/>
                <a:cs typeface="Poppins"/>
                <a:sym typeface="Poppins"/>
              </a:rPr>
              <a:t>¿Y el destino?</a:t>
            </a:r>
            <a:endParaRPr lang="en-US" sz="2799" b="1" spc="-75" dirty="0">
              <a:solidFill>
                <a:srgbClr val="F152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TextBox 35">
            <a:extLst>
              <a:ext uri="{FF2B5EF4-FFF2-40B4-BE49-F238E27FC236}">
                <a16:creationId xmlns:a16="http://schemas.microsoft.com/office/drawing/2014/main" id="{BE02DAD2-FBCC-325D-62E7-E02C8481AB55}"/>
              </a:ext>
            </a:extLst>
          </p:cNvPr>
          <p:cNvSpPr txBox="1"/>
          <p:nvPr/>
        </p:nvSpPr>
        <p:spPr>
          <a:xfrm>
            <a:off x="1885236" y="8745799"/>
            <a:ext cx="158013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Siempre será la rama local en la que estés posicionado en ese momento en tu terminal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1431603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3" grpId="0" build="allAtOnce"/>
      <p:bldP spid="44" grpId="0"/>
      <p:bldP spid="14" grpId="0"/>
      <p:bldP spid="15" grpId="0"/>
      <p:bldP spid="20" grpId="0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F6E675-37C8-1F97-3733-D8170AF86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34940C2-0527-7300-F8E0-08E920A3587C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FBB96C9-2480-4542-91CB-8DF5E3A11521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F891918-B114-76D5-DDCD-44D12C954A29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B38A48E-951D-EAFB-D09C-2FBDFB6F4B04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F1B7A1D-BD00-2E01-BE37-75087B7BC361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25B29EF-139E-C712-32A4-A54DB13F867E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8E9C49C-6433-0104-D687-C28831A0AE1E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95CC6D0-A120-7731-DFE0-D5C0D29ED89C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pull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E025378B-7C9A-0363-28BB-59687B0ECC68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FDB38B3-BB26-AB34-A2EA-1D74BAFD10F0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B041CAC9-04E7-5E7F-8265-431F33885ED1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3563E680-9603-D2E0-3389-97659E705801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7A7D3D94-B6D1-D586-B1C5-E144DDD56D3B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295029BE-BBC8-38A7-B95E-56D6679B456B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00858CEE-5BB7-29BA-7147-021465694E92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CE758D46-CC1B-6A99-E24A-148FF8E04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23" name="TextBox 35">
            <a:extLst>
              <a:ext uri="{FF2B5EF4-FFF2-40B4-BE49-F238E27FC236}">
                <a16:creationId xmlns:a16="http://schemas.microsoft.com/office/drawing/2014/main" id="{5E0BCDFC-07AA-7B32-DD28-8788B7ED0F7D}"/>
              </a:ext>
            </a:extLst>
          </p:cNvPr>
          <p:cNvSpPr txBox="1"/>
          <p:nvPr/>
        </p:nvSpPr>
        <p:spPr>
          <a:xfrm>
            <a:off x="5071158" y="975821"/>
            <a:ext cx="13092354" cy="147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Comando directo que se encarga de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descargar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las últimas actualizaciones de la nube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y fusionarlas automáticamente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con los archivos de tu computadora.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BB8E0BD3-F4F3-692C-23EE-EBD1824705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4220" y="3006615"/>
            <a:ext cx="9088118" cy="698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398222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4C3C85-C8F5-97A6-C070-547B9C3D6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52815BF-AB66-5DE4-509E-CF4F841244ED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9F90131-2C96-5345-FC93-9F10F553A40D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20CA47A-E9AA-3211-86FD-D8BF2F290ED2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F35BAEB-C85C-6972-BA3D-80EF4D64E7AF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B0168E6-4B28-2986-3648-7EA43E0C9387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98FD557A-5B35-E974-C0D3-A98736904490}"/>
              </a:ext>
            </a:extLst>
          </p:cNvPr>
          <p:cNvGrpSpPr/>
          <p:nvPr/>
        </p:nvGrpSpPr>
        <p:grpSpPr>
          <a:xfrm>
            <a:off x="-2221" y="927183"/>
            <a:ext cx="4706728" cy="1208699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5789DE3-9C54-FBD1-D489-98DD476038C0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1422DA0E-09DC-CC2D-11F9-FC16E890E4E3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pull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0041FB07-43C7-7BA7-3D10-4C37EBF12E21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31E5F22-D0FD-FF79-AA4E-A74726E03869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FA8A580A-BC3F-2180-4108-16A92761BC97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296B1A2F-9DBE-8BC4-1E0C-67CC5DF3FA73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176A262E-7172-62E6-4E72-2F27A24F298A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7098B711-6557-5F3E-9960-6B5C9114ABE2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D86092CF-3061-AD46-2B7D-694D8E126CF4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F5D0AACC-E78D-016B-DD3E-8FE3D01DC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23" name="TextBox 35">
            <a:extLst>
              <a:ext uri="{FF2B5EF4-FFF2-40B4-BE49-F238E27FC236}">
                <a16:creationId xmlns:a16="http://schemas.microsoft.com/office/drawing/2014/main" id="{5031FE5B-4F99-7B80-45F1-33CF359EB264}"/>
              </a:ext>
            </a:extLst>
          </p:cNvPr>
          <p:cNvSpPr txBox="1"/>
          <p:nvPr/>
        </p:nvSpPr>
        <p:spPr>
          <a:xfrm>
            <a:off x="5071158" y="975821"/>
            <a:ext cx="13092354" cy="147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Comando directo que se encarga de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descargar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las últimas actualizaciones de la nube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y fusionarlas automáticamente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con los archivos de tu computadora.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D24C44FB-8AD0-7175-3B1F-2EB39A44C6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14220" y="3100371"/>
            <a:ext cx="9088118" cy="679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910589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73CDC7-3ACE-2BF9-DF61-4869D641A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18532B1-5FCC-8DE3-6988-49D99321B34C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0AFC3CC-595B-2991-FC46-02B6E7607599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0D0287F-3481-FDF7-F656-EA5BDDFDEEA6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441C401-C779-C4B0-B454-1B1BCABDEF02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3ED229A2-EEFC-C0D3-8381-602AEC438B5F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1B5119C-1D1C-32F4-60D8-192DD35CDCC6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728BCA1-36DA-C2D7-D212-F800227719F0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1AE60A9-586F-CADC-87A2-031799B8CDF5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1306D8D-4DCA-8209-1461-8A1CFC4DFE0C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846D27A-3716-BAC1-F8C9-7664F1D0E746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2309DE31-5B50-9E3A-53B9-B66DF3523454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97D4CA8B-2B6F-FC97-BF39-4C3F1C0CBF6E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485040BE-8B85-4418-26EB-AF7F64C8964A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C4C6F0C3-4DD4-C4BE-DCAC-25DC18D7E3FD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3334D198-8418-122D-3302-BA0CA1F4F291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A574086E-40FE-018E-EAA0-7E25FCE434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grpSp>
        <p:nvGrpSpPr>
          <p:cNvPr id="25" name="Group 36">
            <a:extLst>
              <a:ext uri="{FF2B5EF4-FFF2-40B4-BE49-F238E27FC236}">
                <a16:creationId xmlns:a16="http://schemas.microsoft.com/office/drawing/2014/main" id="{AC1E7474-9D2F-A107-B9AE-EC26CA375931}"/>
              </a:ext>
            </a:extLst>
          </p:cNvPr>
          <p:cNvGrpSpPr/>
          <p:nvPr/>
        </p:nvGrpSpPr>
        <p:grpSpPr>
          <a:xfrm>
            <a:off x="1228283" y="3282880"/>
            <a:ext cx="4303145" cy="2339748"/>
            <a:chOff x="0" y="0"/>
            <a:chExt cx="1351154" cy="731404"/>
          </a:xfrm>
        </p:grpSpPr>
        <p:sp>
          <p:nvSpPr>
            <p:cNvPr id="26" name="Freeform 37">
              <a:extLst>
                <a:ext uri="{FF2B5EF4-FFF2-40B4-BE49-F238E27FC236}">
                  <a16:creationId xmlns:a16="http://schemas.microsoft.com/office/drawing/2014/main" id="{2467D484-4C43-5D60-5C22-36083A781FD5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7" name="TextBox 38">
              <a:extLst>
                <a:ext uri="{FF2B5EF4-FFF2-40B4-BE49-F238E27FC236}">
                  <a16:creationId xmlns:a16="http://schemas.microsoft.com/office/drawing/2014/main" id="{EC28D076-067C-1774-D143-8C17978C4E9F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28" name="TextBox 39">
            <a:extLst>
              <a:ext uri="{FF2B5EF4-FFF2-40B4-BE49-F238E27FC236}">
                <a16:creationId xmlns:a16="http://schemas.microsoft.com/office/drawing/2014/main" id="{E380EE0F-29F2-9A2F-A49A-8733512B40C3}"/>
              </a:ext>
            </a:extLst>
          </p:cNvPr>
          <p:cNvSpPr txBox="1"/>
          <p:nvPr/>
        </p:nvSpPr>
        <p:spPr>
          <a:xfrm>
            <a:off x="1529930" y="3521397"/>
            <a:ext cx="3827802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Repositorio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remoto</a:t>
            </a:r>
            <a:endParaRPr lang="en-US" sz="3199" spc="-86" dirty="0">
              <a:solidFill>
                <a:srgbClr val="FF31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" name="Freeform 34">
            <a:extLst>
              <a:ext uri="{FF2B5EF4-FFF2-40B4-BE49-F238E27FC236}">
                <a16:creationId xmlns:a16="http://schemas.microsoft.com/office/drawing/2014/main" id="{23407406-6564-8309-8BDD-E37B1211288B}"/>
              </a:ext>
            </a:extLst>
          </p:cNvPr>
          <p:cNvSpPr/>
          <p:nvPr/>
        </p:nvSpPr>
        <p:spPr>
          <a:xfrm>
            <a:off x="1681191" y="4163974"/>
            <a:ext cx="1266733" cy="1239096"/>
          </a:xfrm>
          <a:custGeom>
            <a:avLst/>
            <a:gdLst/>
            <a:ahLst/>
            <a:cxnLst/>
            <a:rect l="l" t="t" r="r" b="b"/>
            <a:pathLst>
              <a:path w="1266733" h="1239096">
                <a:moveTo>
                  <a:pt x="0" y="0"/>
                </a:moveTo>
                <a:lnTo>
                  <a:pt x="1266733" y="0"/>
                </a:lnTo>
                <a:lnTo>
                  <a:pt x="1266733" y="1239095"/>
                </a:lnTo>
                <a:lnTo>
                  <a:pt x="0" y="12390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1CA7930-06E2-5A97-5387-3562018C8AC4}"/>
              </a:ext>
            </a:extLst>
          </p:cNvPr>
          <p:cNvGrpSpPr/>
          <p:nvPr/>
        </p:nvGrpSpPr>
        <p:grpSpPr>
          <a:xfrm>
            <a:off x="12417732" y="3397108"/>
            <a:ext cx="4303145" cy="2339748"/>
            <a:chOff x="0" y="0"/>
            <a:chExt cx="1351154" cy="731404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CB03159E-5A74-94DF-549D-AD8DF1875F08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7737C35-28B2-D95F-5ACF-B13FC261D864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45" name="TextBox 39">
            <a:extLst>
              <a:ext uri="{FF2B5EF4-FFF2-40B4-BE49-F238E27FC236}">
                <a16:creationId xmlns:a16="http://schemas.microsoft.com/office/drawing/2014/main" id="{78C54B24-0D89-AC7B-E4C9-344665DC5995}"/>
              </a:ext>
            </a:extLst>
          </p:cNvPr>
          <p:cNvSpPr txBox="1"/>
          <p:nvPr/>
        </p:nvSpPr>
        <p:spPr>
          <a:xfrm>
            <a:off x="12719379" y="3635625"/>
            <a:ext cx="3827802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F1A37A8-CC9D-B9EC-CD4F-E488D6AA21D8}"/>
              </a:ext>
            </a:extLst>
          </p:cNvPr>
          <p:cNvGrpSpPr/>
          <p:nvPr/>
        </p:nvGrpSpPr>
        <p:grpSpPr>
          <a:xfrm>
            <a:off x="6637610" y="6784633"/>
            <a:ext cx="4790893" cy="2321267"/>
            <a:chOff x="6085921" y="3672094"/>
            <a:chExt cx="5435232" cy="4050766"/>
          </a:xfrm>
        </p:grpSpPr>
        <p:grpSp>
          <p:nvGrpSpPr>
            <p:cNvPr id="47" name="Group 13">
              <a:extLst>
                <a:ext uri="{FF2B5EF4-FFF2-40B4-BE49-F238E27FC236}">
                  <a16:creationId xmlns:a16="http://schemas.microsoft.com/office/drawing/2014/main" id="{D5FAB349-66AC-A5A2-F490-AD2D2CF58027}"/>
                </a:ext>
              </a:extLst>
            </p:cNvPr>
            <p:cNvGrpSpPr/>
            <p:nvPr/>
          </p:nvGrpSpPr>
          <p:grpSpPr>
            <a:xfrm>
              <a:off x="6085921" y="3672094"/>
              <a:ext cx="5435232" cy="4050766"/>
              <a:chOff x="-65616" y="-157342"/>
              <a:chExt cx="1416770" cy="888746"/>
            </a:xfrm>
          </p:grpSpPr>
          <p:sp>
            <p:nvSpPr>
              <p:cNvPr id="49" name="Freeform 14">
                <a:extLst>
                  <a:ext uri="{FF2B5EF4-FFF2-40B4-BE49-F238E27FC236}">
                    <a16:creationId xmlns:a16="http://schemas.microsoft.com/office/drawing/2014/main" id="{60000AC0-EE1E-E8EE-3F79-F710BA48973D}"/>
                  </a:ext>
                </a:extLst>
              </p:cNvPr>
              <p:cNvSpPr/>
              <p:nvPr/>
            </p:nvSpPr>
            <p:spPr>
              <a:xfrm>
                <a:off x="-65616" y="-157342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50" name="TextBox 15">
                <a:extLst>
                  <a:ext uri="{FF2B5EF4-FFF2-40B4-BE49-F238E27FC236}">
                    <a16:creationId xmlns:a16="http://schemas.microsoft.com/office/drawing/2014/main" id="{3C2E0C57-72FF-D16B-4E89-2E35377DE9A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48" name="TextBox 16">
              <a:extLst>
                <a:ext uri="{FF2B5EF4-FFF2-40B4-BE49-F238E27FC236}">
                  <a16:creationId xmlns:a16="http://schemas.microsoft.com/office/drawing/2014/main" id="{D19074C5-9D9B-BA39-D6DB-F9ACEB9C5373}"/>
                </a:ext>
              </a:extLst>
            </p:cNvPr>
            <p:cNvSpPr txBox="1"/>
            <p:nvPr/>
          </p:nvSpPr>
          <p:spPr>
            <a:xfrm>
              <a:off x="6163055" y="3846575"/>
              <a:ext cx="4964230" cy="59061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 err="1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Carpeta</a:t>
              </a:r>
              <a:r>
                <a:rPr lang="en-US" sz="3199" b="1" spc="-86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3199" b="1" spc="-86" dirty="0" err="1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oculta</a:t>
              </a:r>
              <a:r>
                <a:rPr lang="en-US" sz="3199" b="1" spc="-86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 (.git)</a:t>
              </a:r>
            </a:p>
          </p:txBody>
        </p:sp>
      </p:grpSp>
      <p:sp>
        <p:nvSpPr>
          <p:cNvPr id="52" name="TextBox 21">
            <a:extLst>
              <a:ext uri="{FF2B5EF4-FFF2-40B4-BE49-F238E27FC236}">
                <a16:creationId xmlns:a16="http://schemas.microsoft.com/office/drawing/2014/main" id="{0E94AD25-4D5E-78A6-D715-5B4A18D6030E}"/>
              </a:ext>
            </a:extLst>
          </p:cNvPr>
          <p:cNvSpPr txBox="1"/>
          <p:nvPr/>
        </p:nvSpPr>
        <p:spPr>
          <a:xfrm>
            <a:off x="783615" y="758816"/>
            <a:ext cx="17197243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PARA ENTENDER MEJOR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cxnSp>
        <p:nvCxnSpPr>
          <p:cNvPr id="61" name="Conector: angular 60">
            <a:extLst>
              <a:ext uri="{FF2B5EF4-FFF2-40B4-BE49-F238E27FC236}">
                <a16:creationId xmlns:a16="http://schemas.microsoft.com/office/drawing/2014/main" id="{8A47D2BB-9768-0535-7AC3-BDB49DF7D402}"/>
              </a:ext>
            </a:extLst>
          </p:cNvPr>
          <p:cNvCxnSpPr>
            <a:cxnSpLocks/>
          </p:cNvCxnSpPr>
          <p:nvPr/>
        </p:nvCxnSpPr>
        <p:spPr>
          <a:xfrm>
            <a:off x="2819400" y="5736856"/>
            <a:ext cx="3818210" cy="2090353"/>
          </a:xfrm>
          <a:prstGeom prst="bentConnector3">
            <a:avLst>
              <a:gd name="adj1" fmla="val 108"/>
            </a:avLst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35">
            <a:extLst>
              <a:ext uri="{FF2B5EF4-FFF2-40B4-BE49-F238E27FC236}">
                <a16:creationId xmlns:a16="http://schemas.microsoft.com/office/drawing/2014/main" id="{526DE6E0-5556-0E04-B972-6C9956349764}"/>
              </a:ext>
            </a:extLst>
          </p:cNvPr>
          <p:cNvSpPr txBox="1"/>
          <p:nvPr/>
        </p:nvSpPr>
        <p:spPr>
          <a:xfrm>
            <a:off x="3305300" y="7053842"/>
            <a:ext cx="4406513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fetch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5" name="Conector: angular 64">
            <a:extLst>
              <a:ext uri="{FF2B5EF4-FFF2-40B4-BE49-F238E27FC236}">
                <a16:creationId xmlns:a16="http://schemas.microsoft.com/office/drawing/2014/main" id="{8BA61F1F-890A-896D-9709-16737594B312}"/>
              </a:ext>
            </a:extLst>
          </p:cNvPr>
          <p:cNvCxnSpPr>
            <a:cxnSpLocks/>
          </p:cNvCxnSpPr>
          <p:nvPr/>
        </p:nvCxnSpPr>
        <p:spPr>
          <a:xfrm flipV="1">
            <a:off x="11225901" y="5778248"/>
            <a:ext cx="3435378" cy="2201620"/>
          </a:xfrm>
          <a:prstGeom prst="bentConnector3">
            <a:avLst>
              <a:gd name="adj1" fmla="val 100276"/>
            </a:avLst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35">
            <a:extLst>
              <a:ext uri="{FF2B5EF4-FFF2-40B4-BE49-F238E27FC236}">
                <a16:creationId xmlns:a16="http://schemas.microsoft.com/office/drawing/2014/main" id="{69778D50-9278-8D12-E90D-148F4AA9B0EB}"/>
              </a:ext>
            </a:extLst>
          </p:cNvPr>
          <p:cNvSpPr txBox="1"/>
          <p:nvPr/>
        </p:nvSpPr>
        <p:spPr>
          <a:xfrm>
            <a:off x="12027656" y="7275893"/>
            <a:ext cx="4406513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merge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8" name="Conector: angular 77">
            <a:extLst>
              <a:ext uri="{FF2B5EF4-FFF2-40B4-BE49-F238E27FC236}">
                <a16:creationId xmlns:a16="http://schemas.microsoft.com/office/drawing/2014/main" id="{FEB9634B-CE62-8124-62F0-72BDF9648618}"/>
              </a:ext>
            </a:extLst>
          </p:cNvPr>
          <p:cNvCxnSpPr>
            <a:cxnSpLocks/>
          </p:cNvCxnSpPr>
          <p:nvPr/>
        </p:nvCxnSpPr>
        <p:spPr>
          <a:xfrm flipV="1">
            <a:off x="5566400" y="4522222"/>
            <a:ext cx="6820381" cy="2453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35">
            <a:extLst>
              <a:ext uri="{FF2B5EF4-FFF2-40B4-BE49-F238E27FC236}">
                <a16:creationId xmlns:a16="http://schemas.microsoft.com/office/drawing/2014/main" id="{B81BAA53-935B-28D4-E64C-9FD54E3B30DA}"/>
              </a:ext>
            </a:extLst>
          </p:cNvPr>
          <p:cNvSpPr txBox="1"/>
          <p:nvPr/>
        </p:nvSpPr>
        <p:spPr>
          <a:xfrm>
            <a:off x="8022728" y="3942443"/>
            <a:ext cx="1276964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pull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TextBox 35">
            <a:extLst>
              <a:ext uri="{FF2B5EF4-FFF2-40B4-BE49-F238E27FC236}">
                <a16:creationId xmlns:a16="http://schemas.microsoft.com/office/drawing/2014/main" id="{0EFBB086-B1C0-BCB5-1D76-682BCA8ADEBF}"/>
              </a:ext>
            </a:extLst>
          </p:cNvPr>
          <p:cNvSpPr txBox="1"/>
          <p:nvPr/>
        </p:nvSpPr>
        <p:spPr>
          <a:xfrm>
            <a:off x="6676230" y="4562428"/>
            <a:ext cx="3969960" cy="446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algn="ctr">
              <a:lnSpc>
                <a:spcPts val="3919"/>
              </a:lnSpc>
            </a:pPr>
            <a:r>
              <a:rPr lang="es-MX" sz="2000" spc="-75" dirty="0">
                <a:solidFill>
                  <a:schemeClr val="bg1">
                    <a:lumMod val="6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git </a:t>
            </a:r>
            <a:r>
              <a:rPr lang="es-MX" sz="2000" spc="-75" dirty="0" err="1">
                <a:solidFill>
                  <a:schemeClr val="bg1">
                    <a:lumMod val="6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fetch</a:t>
            </a:r>
            <a:r>
              <a:rPr lang="es-MX" sz="2000" spc="-75" dirty="0">
                <a:solidFill>
                  <a:schemeClr val="bg1">
                    <a:lumMod val="6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 + git </a:t>
            </a:r>
            <a:r>
              <a:rPr lang="es-MX" sz="2000" spc="-75" dirty="0" err="1">
                <a:solidFill>
                  <a:schemeClr val="bg1">
                    <a:lumMod val="6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merge</a:t>
            </a:r>
            <a:endParaRPr lang="en-US" sz="2000" spc="-75" dirty="0">
              <a:solidFill>
                <a:schemeClr val="bg1">
                  <a:lumMod val="6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805099403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A57D24-2157-7A64-F0CA-C5EF48F33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CB2B79C-9DB8-1C25-5E28-1FF3EE6F1D4F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4E277F8E-72A2-3B70-4B7F-9ED2AF2F5C24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12BF95E-953A-ACC3-F92A-E078DAF1ED23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C9D9046-F85B-FAB9-9D19-464866095793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F7E39F31-951F-D1BB-4B90-0DEDF5BE301B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9F71381-0BAD-77AD-A941-651EA32D9195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B31CFC8-BCE5-7463-3F86-55F33716DDC7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CE6A05D-3FC0-FCE6-FB60-F191EAB70307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B281097-0052-9E5F-52A9-7F07FCCD8A3B}"/>
              </a:ext>
            </a:extLst>
          </p:cNvPr>
          <p:cNvSpPr txBox="1"/>
          <p:nvPr/>
        </p:nvSpPr>
        <p:spPr>
          <a:xfrm>
            <a:off x="1224435" y="1917031"/>
            <a:ext cx="12643965" cy="501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obtener tu constancia, deberás demostrar que dominas el ciclo completo de Git.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7ADFFFE-F80D-ECEC-5B1E-819D14D2A67F}"/>
              </a:ext>
            </a:extLst>
          </p:cNvPr>
          <p:cNvSpPr txBox="1"/>
          <p:nvPr/>
        </p:nvSpPr>
        <p:spPr>
          <a:xfrm>
            <a:off x="3048000" y="652959"/>
            <a:ext cx="11638327" cy="126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8800" b="1" dirty="0" err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Ejercicio</a:t>
            </a:r>
            <a:endParaRPr lang="en-US" sz="88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A45F54AB-EB1F-0854-65BB-D92669C5801D}"/>
              </a:ext>
            </a:extLst>
          </p:cNvPr>
          <p:cNvSpPr txBox="1"/>
          <p:nvPr/>
        </p:nvSpPr>
        <p:spPr>
          <a:xfrm>
            <a:off x="1238949" y="2436923"/>
            <a:ext cx="14757808" cy="668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MX" sz="32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Pasos a seguir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16EF931A-7567-DFDF-520C-19123FDDF462}"/>
              </a:ext>
            </a:extLst>
          </p:cNvPr>
          <p:cNvSpPr txBox="1"/>
          <p:nvPr/>
        </p:nvSpPr>
        <p:spPr>
          <a:xfrm>
            <a:off x="1238948" y="3197305"/>
            <a:ext cx="16287051" cy="5487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Clona el repositorio del curso (si no lo tienes) y entra en la carpeta del proyecto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Posiciónate en la rama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  <a:endParaRPr lang="es-MX" sz="2400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 tu propia rama nombrándola como: git/tu-nombre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 un archivo de texto, ponle el nombre de la canción y pega la letra dentro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Prepara tu archivo 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Guarda tu archivo y coloca como título “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nombre-de-tu-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cancion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” 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Publica tu rama junto con la nueva canción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 a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Github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 abre un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pull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request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tu rama a la rama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Como título pon el nombre de la canción y en descripción lo que más te gustó del curso, nombre completo y el correo con el que te registraste al curso.</a:t>
            </a:r>
          </a:p>
          <a:p>
            <a:pPr algn="l">
              <a:lnSpc>
                <a:spcPct val="150000"/>
              </a:lnSpc>
            </a:pP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	Asigna a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elissabj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Santirax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AranzaMxz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como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reviewers</a:t>
            </a:r>
            <a:endParaRPr lang="es-MX" sz="2400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" name="TextBox 13">
            <a:extLst>
              <a:ext uri="{FF2B5EF4-FFF2-40B4-BE49-F238E27FC236}">
                <a16:creationId xmlns:a16="http://schemas.microsoft.com/office/drawing/2014/main" id="{3566AE73-8362-B2A5-2122-6D81438FFBDC}"/>
              </a:ext>
            </a:extLst>
          </p:cNvPr>
          <p:cNvSpPr txBox="1"/>
          <p:nvPr/>
        </p:nvSpPr>
        <p:spPr>
          <a:xfrm>
            <a:off x="1269816" y="8700061"/>
            <a:ext cx="14757808" cy="5852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MX" sz="28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Paso extra (opcional)</a:t>
            </a:r>
          </a:p>
        </p:txBody>
      </p:sp>
      <p:sp>
        <p:nvSpPr>
          <p:cNvPr id="23" name="TextBox 13">
            <a:extLst>
              <a:ext uri="{FF2B5EF4-FFF2-40B4-BE49-F238E27FC236}">
                <a16:creationId xmlns:a16="http://schemas.microsoft.com/office/drawing/2014/main" id="{4D2A98B1-67AA-0ABA-5C4D-1B65CA2383A7}"/>
              </a:ext>
            </a:extLst>
          </p:cNvPr>
          <p:cNvSpPr txBox="1"/>
          <p:nvPr/>
        </p:nvSpPr>
        <p:spPr>
          <a:xfrm>
            <a:off x="1266187" y="9281634"/>
            <a:ext cx="8944613" cy="879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 vez aprueben y mezclen tu canción en GitHub, regresa a tu terminal</a:t>
            </a:r>
          </a:p>
          <a:p>
            <a:pPr>
              <a:lnSpc>
                <a:spcPct val="150000"/>
              </a:lnSpc>
            </a:pPr>
            <a:r>
              <a:rPr lang="es-MX" sz="20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Cámbiate a la rama </a:t>
            </a:r>
            <a:r>
              <a:rPr lang="es-MX" sz="20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  <a:r>
              <a:rPr lang="es-MX" sz="20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 actualízala con los nuevos cambios.</a:t>
            </a: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A1BEA9A-9530-B54F-91AD-40AE579372C9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25" name="Group 10">
              <a:extLst>
                <a:ext uri="{FF2B5EF4-FFF2-40B4-BE49-F238E27FC236}">
                  <a16:creationId xmlns:a16="http://schemas.microsoft.com/office/drawing/2014/main" id="{D9E58380-8BAA-F7CF-8A92-F3277888FE7A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27" name="Freeform 11">
                <a:extLst>
                  <a:ext uri="{FF2B5EF4-FFF2-40B4-BE49-F238E27FC236}">
                    <a16:creationId xmlns:a16="http://schemas.microsoft.com/office/drawing/2014/main" id="{48EF73F5-F9DF-B2A8-6CB6-096ACD9AE19A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8" name="TextBox 12">
                <a:extLst>
                  <a:ext uri="{FF2B5EF4-FFF2-40B4-BE49-F238E27FC236}">
                    <a16:creationId xmlns:a16="http://schemas.microsoft.com/office/drawing/2014/main" id="{5977D85B-EDC1-9C37-4A4A-DC07DD2869B1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7C85F814-85A2-A7C8-D933-AF6D2DBD9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F6A10F8-0FEF-7049-3BD1-D964921295AF}"/>
              </a:ext>
            </a:extLst>
          </p:cNvPr>
          <p:cNvSpPr/>
          <p:nvPr/>
        </p:nvSpPr>
        <p:spPr>
          <a:xfrm>
            <a:off x="14554200" y="742950"/>
            <a:ext cx="3739151" cy="5238750"/>
          </a:xfrm>
          <a:prstGeom prst="rect">
            <a:avLst/>
          </a:prstGeom>
          <a:solidFill>
            <a:srgbClr val="F152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7AB15E15-8DB3-534C-EB4E-DDA91B4C1D3B}"/>
              </a:ext>
            </a:extLst>
          </p:cNvPr>
          <p:cNvSpPr txBox="1"/>
          <p:nvPr/>
        </p:nvSpPr>
        <p:spPr>
          <a:xfrm>
            <a:off x="15092835" y="797477"/>
            <a:ext cx="3091605" cy="5034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MX" sz="20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</a:t>
            </a:r>
            <a:r>
              <a:rPr lang="es-MX" sz="20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push</a:t>
            </a:r>
            <a:endParaRPr lang="es-MX" sz="2000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ct val="150000"/>
              </a:lnSpc>
            </a:pPr>
            <a:r>
              <a:rPr lang="es-MX" sz="20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</a:t>
            </a:r>
            <a:r>
              <a:rPr lang="es-MX" sz="20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fetch</a:t>
            </a:r>
            <a:endParaRPr lang="es-MX" sz="2000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ct val="150000"/>
              </a:lnSpc>
            </a:pPr>
            <a:r>
              <a:rPr lang="es-MX" sz="20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</a:t>
            </a:r>
            <a:r>
              <a:rPr lang="es-MX" sz="20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</a:t>
            </a:r>
            <a:endParaRPr lang="es-MX" sz="2000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ct val="150000"/>
              </a:lnSpc>
            </a:pPr>
            <a:r>
              <a:rPr lang="es-MX" sz="20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</a:t>
            </a:r>
            <a:r>
              <a:rPr lang="es-MX" sz="20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branch</a:t>
            </a:r>
            <a:endParaRPr lang="es-MX" sz="2000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ct val="150000"/>
              </a:lnSpc>
            </a:pPr>
            <a:r>
              <a:rPr lang="es-MX" sz="20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</a:t>
            </a:r>
            <a:r>
              <a:rPr lang="es-MX" sz="20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pull</a:t>
            </a:r>
            <a:endParaRPr lang="es-MX" sz="2000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ct val="150000"/>
              </a:lnSpc>
            </a:pPr>
            <a:r>
              <a:rPr lang="es-MX" sz="20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switch</a:t>
            </a:r>
          </a:p>
          <a:p>
            <a:pPr algn="l">
              <a:lnSpc>
                <a:spcPct val="150000"/>
              </a:lnSpc>
            </a:pPr>
            <a:r>
              <a:rPr lang="es-MX" sz="20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log</a:t>
            </a:r>
          </a:p>
          <a:p>
            <a:pPr>
              <a:lnSpc>
                <a:spcPct val="150000"/>
              </a:lnSpc>
            </a:pPr>
            <a:r>
              <a:rPr lang="es-MX" sz="20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</a:t>
            </a:r>
            <a:r>
              <a:rPr lang="es-MX" sz="20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commit</a:t>
            </a:r>
            <a:endParaRPr lang="es-MX" sz="2000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lnSpc>
                <a:spcPct val="150000"/>
              </a:lnSpc>
            </a:pPr>
            <a:r>
              <a:rPr lang="es-MX" sz="20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clone</a:t>
            </a:r>
          </a:p>
          <a:p>
            <a:pPr algn="l">
              <a:lnSpc>
                <a:spcPct val="150000"/>
              </a:lnSpc>
            </a:pPr>
            <a:r>
              <a:rPr lang="es-MX" sz="20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</a:t>
            </a:r>
            <a:r>
              <a:rPr lang="es-MX" sz="20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restore</a:t>
            </a:r>
            <a:r>
              <a:rPr lang="es-MX" sz="20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–</a:t>
            </a:r>
            <a:r>
              <a:rPr lang="es-MX" sz="20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staged</a:t>
            </a:r>
            <a:endParaRPr lang="es-MX" sz="2000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ct val="150000"/>
              </a:lnSpc>
            </a:pPr>
            <a:r>
              <a:rPr lang="es-MX" sz="20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status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D6E2145-A4F2-DE5C-D56E-277A4B3891E0}"/>
              </a:ext>
            </a:extLst>
          </p:cNvPr>
          <p:cNvSpPr/>
          <p:nvPr/>
        </p:nvSpPr>
        <p:spPr>
          <a:xfrm>
            <a:off x="13716000" y="8845423"/>
            <a:ext cx="4572001" cy="1441577"/>
          </a:xfrm>
          <a:prstGeom prst="rect">
            <a:avLst/>
          </a:prstGeom>
          <a:solidFill>
            <a:srgbClr val="F152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F4500ACC-E7DC-AE49-6BE0-1770DBBED7DB}"/>
              </a:ext>
            </a:extLst>
          </p:cNvPr>
          <p:cNvSpPr txBox="1"/>
          <p:nvPr/>
        </p:nvSpPr>
        <p:spPr>
          <a:xfrm>
            <a:off x="14017501" y="8845423"/>
            <a:ext cx="4902384" cy="5852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MX" sz="28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NOTA</a:t>
            </a:r>
          </a:p>
        </p:txBody>
      </p:sp>
      <p:sp>
        <p:nvSpPr>
          <p:cNvPr id="36" name="TextBox 13">
            <a:extLst>
              <a:ext uri="{FF2B5EF4-FFF2-40B4-BE49-F238E27FC236}">
                <a16:creationId xmlns:a16="http://schemas.microsoft.com/office/drawing/2014/main" id="{264E77D6-4AAB-8FED-38C3-2FCA9D278E1E}"/>
              </a:ext>
            </a:extLst>
          </p:cNvPr>
          <p:cNvSpPr txBox="1"/>
          <p:nvPr/>
        </p:nvSpPr>
        <p:spPr>
          <a:xfrm>
            <a:off x="14017501" y="9342354"/>
            <a:ext cx="4041899" cy="879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Solo agrega una canción y no modifiques nada más</a:t>
            </a:r>
          </a:p>
        </p:txBody>
      </p:sp>
    </p:spTree>
    <p:extLst>
      <p:ext uri="{BB962C8B-B14F-4D97-AF65-F5344CB8AC3E}">
        <p14:creationId xmlns:p14="http://schemas.microsoft.com/office/powerpoint/2010/main" val="41712048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/>
      <p:bldP spid="32" grpId="0" animBg="1"/>
      <p:bldP spid="34" grpId="0"/>
      <p:bldP spid="3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4A863-D1F1-D437-DA04-33FF8A553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CB17B3-DBF4-71CA-640C-4F97A85C9BC5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62E5556-BADE-A98E-4223-8D99E6F9B4CF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7CEA9C1-1D1E-0420-0630-E3AEB6BBBE31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6849A52-23F0-F2F8-E687-7157093E345C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9BBC10A-8A12-2746-CCEC-18A2CD5E1D60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51C252A-AAEF-A2FF-3502-B6682B611F03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1F3EBC9-C084-CF06-DC10-8E3122D07802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9F9D00E8-AF00-9AC1-D9FE-80D03DE0BC83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73E4B7F-FC28-4CAF-A0A0-091A4CE35DE4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8E28524-770B-FD2B-098A-B96E9DAA97D8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BACCD8F-97DE-9D8B-F518-9F0F2E8EA39E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D1FC351-F8AD-15B5-D316-534C8AB3ABD4}"/>
              </a:ext>
            </a:extLst>
          </p:cNvPr>
          <p:cNvSpPr txBox="1"/>
          <p:nvPr/>
        </p:nvSpPr>
        <p:spPr>
          <a:xfrm>
            <a:off x="7590543" y="3795156"/>
            <a:ext cx="8185257" cy="2476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Nos gustaría recibir tus comentarios para poder seguir mejorando nuestro contenido y logística.</a:t>
            </a:r>
          </a:p>
          <a:p>
            <a:pPr marL="0" lvl="1" indent="0" algn="l">
              <a:lnSpc>
                <a:spcPts val="3919"/>
              </a:lnSpc>
            </a:pPr>
            <a:endParaRPr lang="es-MX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Llena este formulario rápido y comparte tus opiniones con nosotros.</a:t>
            </a:r>
            <a:endParaRPr lang="en-US" sz="2799" b="1" spc="-75" dirty="0">
              <a:solidFill>
                <a:srgbClr val="0CC0D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1E399F02-EE6A-BBC5-2779-784A790A8056}"/>
              </a:ext>
            </a:extLst>
          </p:cNvPr>
          <p:cNvSpPr txBox="1"/>
          <p:nvPr/>
        </p:nvSpPr>
        <p:spPr>
          <a:xfrm>
            <a:off x="4801099" y="1222167"/>
            <a:ext cx="12940412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¡GRACIAS POR ASISTIR!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D74A0511-111A-4BC0-0E31-3FFC975155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42652" y="3545884"/>
            <a:ext cx="4561272" cy="4691595"/>
          </a:xfrm>
          <a:prstGeom prst="rect">
            <a:avLst/>
          </a:prstGeom>
        </p:spPr>
      </p:pic>
      <p:sp>
        <p:nvSpPr>
          <p:cNvPr id="30" name="TextBox 24">
            <a:extLst>
              <a:ext uri="{FF2B5EF4-FFF2-40B4-BE49-F238E27FC236}">
                <a16:creationId xmlns:a16="http://schemas.microsoft.com/office/drawing/2014/main" id="{C3176BD0-08DA-DE57-886B-46ACAB91C93A}"/>
              </a:ext>
            </a:extLst>
          </p:cNvPr>
          <p:cNvSpPr txBox="1"/>
          <p:nvPr/>
        </p:nvSpPr>
        <p:spPr>
          <a:xfrm>
            <a:off x="7576127" y="6700386"/>
            <a:ext cx="8185257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https://forms.gle/1zuQafXzVdP1KkMY8</a:t>
            </a:r>
            <a:endParaRPr lang="en-US" sz="2799" b="1" spc="-75" dirty="0">
              <a:solidFill>
                <a:schemeClr val="bg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3" name="TextBox 24">
            <a:extLst>
              <a:ext uri="{FF2B5EF4-FFF2-40B4-BE49-F238E27FC236}">
                <a16:creationId xmlns:a16="http://schemas.microsoft.com/office/drawing/2014/main" id="{D54B2958-8593-32A4-18B4-F5D5D8D81943}"/>
              </a:ext>
            </a:extLst>
          </p:cNvPr>
          <p:cNvSpPr txBox="1"/>
          <p:nvPr/>
        </p:nvSpPr>
        <p:spPr>
          <a:xfrm>
            <a:off x="2808788" y="8407856"/>
            <a:ext cx="3428999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3919"/>
              </a:lnSpc>
            </a:pP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 Bold"/>
                <a:cs typeface="Poppins"/>
                <a:sym typeface="Poppins"/>
              </a:rPr>
              <a:t>Feedback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 Bold"/>
                <a:cs typeface="Poppins"/>
                <a:sym typeface="Poppins"/>
              </a:rPr>
              <a:t> día 3</a:t>
            </a:r>
            <a:endParaRPr lang="en-US" sz="2799" spc="-75" dirty="0">
              <a:solidFill>
                <a:srgbClr val="0CC0D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34" name="Group 10">
            <a:extLst>
              <a:ext uri="{FF2B5EF4-FFF2-40B4-BE49-F238E27FC236}">
                <a16:creationId xmlns:a16="http://schemas.microsoft.com/office/drawing/2014/main" id="{69EE528A-5BFA-4376-97C5-031EAEF2D2DE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35" name="Freeform 11">
              <a:extLst>
                <a:ext uri="{FF2B5EF4-FFF2-40B4-BE49-F238E27FC236}">
                  <a16:creationId xmlns:a16="http://schemas.microsoft.com/office/drawing/2014/main" id="{39413694-8CB8-71EE-410D-93533F18D2BA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6" name="TextBox 12">
              <a:extLst>
                <a:ext uri="{FF2B5EF4-FFF2-40B4-BE49-F238E27FC236}">
                  <a16:creationId xmlns:a16="http://schemas.microsoft.com/office/drawing/2014/main" id="{FCD69CB8-484A-3EB5-8AFE-4E3518349D8A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Día 3</a:t>
              </a:r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019E236D-E389-49B0-A5AB-895BF513E814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8" name="Group 10">
              <a:extLst>
                <a:ext uri="{FF2B5EF4-FFF2-40B4-BE49-F238E27FC236}">
                  <a16:creationId xmlns:a16="http://schemas.microsoft.com/office/drawing/2014/main" id="{193C7258-019C-95CF-793C-86552F7FB48B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40" name="Freeform 11">
                <a:extLst>
                  <a:ext uri="{FF2B5EF4-FFF2-40B4-BE49-F238E27FC236}">
                    <a16:creationId xmlns:a16="http://schemas.microsoft.com/office/drawing/2014/main" id="{DB2A760E-06CB-82AB-A06B-2D51A466219F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41" name="TextBox 12">
                <a:extLst>
                  <a:ext uri="{FF2B5EF4-FFF2-40B4-BE49-F238E27FC236}">
                    <a16:creationId xmlns:a16="http://schemas.microsoft.com/office/drawing/2014/main" id="{9FCC28EF-9F02-2CDD-0D15-E0F25C5FE2DB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9" name="Imagen 38">
              <a:extLst>
                <a:ext uri="{FF2B5EF4-FFF2-40B4-BE49-F238E27FC236}">
                  <a16:creationId xmlns:a16="http://schemas.microsoft.com/office/drawing/2014/main" id="{9C977818-B819-C6C2-FF0B-D43523063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3254980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6C88D7-8298-1031-2419-B87B52B15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913AD4E-0B15-A958-82DA-4F8E9031131E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4610FFB6-70B5-7605-22C9-FDE54E29B753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7B1954C-5C79-3866-CBED-2FA3B9158EE4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18204B7-5358-C7BE-1AEB-DFA663595A37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F098DBAB-2087-D1E7-4564-DB32B06E66BA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C5118C8-879E-4F6C-AFDB-25AC771E1416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AB875AB-8ADD-C6F5-61E7-4A2FBC183332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140B9BF-B13F-69A5-2753-5F879D72DA88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2920373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D40AA3-818C-EB17-0FC6-A8AB4DCE7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9C057CF-B6B4-590C-1463-2A6B2805DAAE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CCA28EB-194C-3CDE-BB31-BA1C8FB0816E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BA247D3-ABB6-EBCB-54E6-371CB1A89E1D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AEF93AD-1138-E047-7251-0D95AB193816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746A0727-2059-A519-2F96-7DA3C746B994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EEE8850-F699-1DC8-FFEA-FE137583C08A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9954934-9457-52AF-FDFF-FAF56567827E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E78ABE2-B79E-15D3-0F2E-4DAD6B17E13C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5A97D1C-12E3-6C8A-EACA-AA482AFECC65}"/>
              </a:ext>
            </a:extLst>
          </p:cNvPr>
          <p:cNvSpPr txBox="1"/>
          <p:nvPr/>
        </p:nvSpPr>
        <p:spPr>
          <a:xfrm>
            <a:off x="1963070" y="1917031"/>
            <a:ext cx="14757808" cy="1055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obtener tu constancia, deberás demostrar que dominas el ciclo completo de Git sincronizando tu computadora y subiendo tus cambios.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60C8C02-91E7-42A9-16D6-47748FDE1075}"/>
              </a:ext>
            </a:extLst>
          </p:cNvPr>
          <p:cNvSpPr txBox="1"/>
          <p:nvPr/>
        </p:nvSpPr>
        <p:spPr>
          <a:xfrm>
            <a:off x="3048000" y="652959"/>
            <a:ext cx="11638327" cy="126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8800" b="1" dirty="0" err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Ejercicio</a:t>
            </a:r>
            <a:endParaRPr lang="en-US" sz="88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9965E66A-D372-0A32-AAC8-4334ACB38AA2}"/>
              </a:ext>
            </a:extLst>
          </p:cNvPr>
          <p:cNvSpPr txBox="1"/>
          <p:nvPr/>
        </p:nvSpPr>
        <p:spPr>
          <a:xfrm>
            <a:off x="1977584" y="2972705"/>
            <a:ext cx="14757808" cy="668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MX" sz="32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Paso extra (opcional)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9F77371A-184B-F23B-1288-03A0EDF125A1}"/>
              </a:ext>
            </a:extLst>
          </p:cNvPr>
          <p:cNvSpPr txBox="1"/>
          <p:nvPr/>
        </p:nvSpPr>
        <p:spPr>
          <a:xfrm>
            <a:off x="1946718" y="3733087"/>
            <a:ext cx="14757808" cy="1055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 vez aprueben y mezclen tu canción en GitHub, regresa a tu terminal</a:t>
            </a:r>
          </a:p>
          <a:p>
            <a:pPr>
              <a:lnSpc>
                <a:spcPct val="150000"/>
              </a:lnSpc>
            </a:pP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Cámbiate a la rama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 se actualízala con los nuevos cambios.</a:t>
            </a:r>
          </a:p>
        </p:txBody>
      </p:sp>
    </p:spTree>
    <p:extLst>
      <p:ext uri="{BB962C8B-B14F-4D97-AF65-F5344CB8AC3E}">
        <p14:creationId xmlns:p14="http://schemas.microsoft.com/office/powerpoint/2010/main" val="1495004038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0426AB-66E0-421A-0041-92C83C694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6E6EBB6-4D43-8059-4EC7-01B30A29C2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96FDBA2-B461-7BB6-9C34-4774462C16A2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3F59CF2-042B-CC0F-DADD-77FA47C98D73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9D4DCCA-7475-1FBC-CEC7-E24FF6D14C34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B7D4FCCC-794D-5464-851D-34796FC27566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C968D6A-0689-F2DC-B52D-96B726B6D984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0D48952-B72D-9F07-2792-0B730D1C41E7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026CCDD2-EA98-4DC1-9918-B625692D8E92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A9CAE37-DF5D-07E5-CD7C-8E707C6DF877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DD3F2CA-4708-7A20-EAF0-6761D4B34464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E9F2754-159E-B59E-48A5-502CF0360CB4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3272EC0-A4EF-6D71-E3D0-7B92B373BD98}"/>
              </a:ext>
            </a:extLst>
          </p:cNvPr>
          <p:cNvSpPr txBox="1"/>
          <p:nvPr/>
        </p:nvSpPr>
        <p:spPr>
          <a:xfrm>
            <a:off x="783615" y="758816"/>
            <a:ext cx="17197243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UN REPASO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grpSp>
        <p:nvGrpSpPr>
          <p:cNvPr id="82" name="Grupo 81">
            <a:extLst>
              <a:ext uri="{FF2B5EF4-FFF2-40B4-BE49-F238E27FC236}">
                <a16:creationId xmlns:a16="http://schemas.microsoft.com/office/drawing/2014/main" id="{668B3A44-9F0B-381D-DB28-A7929EC588C3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83" name="Group 10">
              <a:extLst>
                <a:ext uri="{FF2B5EF4-FFF2-40B4-BE49-F238E27FC236}">
                  <a16:creationId xmlns:a16="http://schemas.microsoft.com/office/drawing/2014/main" id="{2829A1EE-9BEB-3765-C580-04B07423496B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85" name="Freeform 11">
                <a:extLst>
                  <a:ext uri="{FF2B5EF4-FFF2-40B4-BE49-F238E27FC236}">
                    <a16:creationId xmlns:a16="http://schemas.microsoft.com/office/drawing/2014/main" id="{33F5B552-CA6B-ABEE-6057-D5783BD6466D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86" name="TextBox 12">
                <a:extLst>
                  <a:ext uri="{FF2B5EF4-FFF2-40B4-BE49-F238E27FC236}">
                    <a16:creationId xmlns:a16="http://schemas.microsoft.com/office/drawing/2014/main" id="{7A2AEF6A-F01A-6D5C-3059-D037BF03C7CF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84" name="Imagen 83">
              <a:extLst>
                <a:ext uri="{FF2B5EF4-FFF2-40B4-BE49-F238E27FC236}">
                  <a16:creationId xmlns:a16="http://schemas.microsoft.com/office/drawing/2014/main" id="{BA847686-4107-17EB-57A0-897967595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grpSp>
        <p:nvGrpSpPr>
          <p:cNvPr id="87" name="Group 13">
            <a:extLst>
              <a:ext uri="{FF2B5EF4-FFF2-40B4-BE49-F238E27FC236}">
                <a16:creationId xmlns:a16="http://schemas.microsoft.com/office/drawing/2014/main" id="{A687031F-05F1-C966-AE7C-34145DBC904B}"/>
              </a:ext>
            </a:extLst>
          </p:cNvPr>
          <p:cNvGrpSpPr/>
          <p:nvPr/>
        </p:nvGrpSpPr>
        <p:grpSpPr>
          <a:xfrm>
            <a:off x="453113" y="3841080"/>
            <a:ext cx="8545430" cy="4772643"/>
            <a:chOff x="0" y="0"/>
            <a:chExt cx="1351154" cy="731404"/>
          </a:xfrm>
        </p:grpSpPr>
        <p:sp>
          <p:nvSpPr>
            <p:cNvPr id="88" name="Freeform 14">
              <a:extLst>
                <a:ext uri="{FF2B5EF4-FFF2-40B4-BE49-F238E27FC236}">
                  <a16:creationId xmlns:a16="http://schemas.microsoft.com/office/drawing/2014/main" id="{50101198-A926-4DD2-312B-0A516EBEA5EE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89" name="TextBox 15">
              <a:extLst>
                <a:ext uri="{FF2B5EF4-FFF2-40B4-BE49-F238E27FC236}">
                  <a16:creationId xmlns:a16="http://schemas.microsoft.com/office/drawing/2014/main" id="{80625775-0F60-D24A-04A2-E950593F21B6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0" name="TextBox 16">
            <a:extLst>
              <a:ext uri="{FF2B5EF4-FFF2-40B4-BE49-F238E27FC236}">
                <a16:creationId xmlns:a16="http://schemas.microsoft.com/office/drawing/2014/main" id="{3CE66C7F-8AF1-F528-0B17-5C6DCB4C437A}"/>
              </a:ext>
            </a:extLst>
          </p:cNvPr>
          <p:cNvSpPr txBox="1"/>
          <p:nvPr/>
        </p:nvSpPr>
        <p:spPr>
          <a:xfrm>
            <a:off x="742091" y="3920837"/>
            <a:ext cx="7154156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Repositorio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remoto</a:t>
            </a:r>
            <a:endParaRPr lang="en-US" sz="3199" spc="-86" dirty="0">
              <a:solidFill>
                <a:srgbClr val="FF31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1" name="Group 36">
            <a:extLst>
              <a:ext uri="{FF2B5EF4-FFF2-40B4-BE49-F238E27FC236}">
                <a16:creationId xmlns:a16="http://schemas.microsoft.com/office/drawing/2014/main" id="{AB239B5D-3790-B514-25E5-C3DC7F16FF74}"/>
              </a:ext>
            </a:extLst>
          </p:cNvPr>
          <p:cNvGrpSpPr/>
          <p:nvPr/>
        </p:nvGrpSpPr>
        <p:grpSpPr>
          <a:xfrm>
            <a:off x="9213742" y="3836833"/>
            <a:ext cx="8767116" cy="4776890"/>
            <a:chOff x="0" y="0"/>
            <a:chExt cx="1351154" cy="731404"/>
          </a:xfrm>
        </p:grpSpPr>
        <p:sp>
          <p:nvSpPr>
            <p:cNvPr id="92" name="Freeform 37">
              <a:extLst>
                <a:ext uri="{FF2B5EF4-FFF2-40B4-BE49-F238E27FC236}">
                  <a16:creationId xmlns:a16="http://schemas.microsoft.com/office/drawing/2014/main" id="{108541F3-B853-27F9-7A39-67BBE14841E0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3" name="TextBox 38">
              <a:extLst>
                <a:ext uri="{FF2B5EF4-FFF2-40B4-BE49-F238E27FC236}">
                  <a16:creationId xmlns:a16="http://schemas.microsoft.com/office/drawing/2014/main" id="{4FC1542E-C5F8-BC9C-D792-705D82F48C05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4" name="TextBox 39">
            <a:extLst>
              <a:ext uri="{FF2B5EF4-FFF2-40B4-BE49-F238E27FC236}">
                <a16:creationId xmlns:a16="http://schemas.microsoft.com/office/drawing/2014/main" id="{13271CC0-3028-F7B2-9781-C180CFA0D245}"/>
              </a:ext>
            </a:extLst>
          </p:cNvPr>
          <p:cNvSpPr txBox="1"/>
          <p:nvPr/>
        </p:nvSpPr>
        <p:spPr>
          <a:xfrm>
            <a:off x="9514797" y="3977686"/>
            <a:ext cx="7339749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11EF5780-D1B2-892F-94C4-3785CC276B96}"/>
              </a:ext>
            </a:extLst>
          </p:cNvPr>
          <p:cNvSpPr/>
          <p:nvPr/>
        </p:nvSpPr>
        <p:spPr>
          <a:xfrm>
            <a:off x="2355114" y="7538246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D987DA60-5ABA-71A3-5520-85D25CA503BF}"/>
              </a:ext>
            </a:extLst>
          </p:cNvPr>
          <p:cNvSpPr/>
          <p:nvPr/>
        </p:nvSpPr>
        <p:spPr>
          <a:xfrm>
            <a:off x="1656265" y="7974170"/>
            <a:ext cx="3727760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A48BD731-9AEB-DDDC-0520-591288AA3584}"/>
              </a:ext>
            </a:extLst>
          </p:cNvPr>
          <p:cNvSpPr/>
          <p:nvPr/>
        </p:nvSpPr>
        <p:spPr>
          <a:xfrm>
            <a:off x="537211" y="7100741"/>
            <a:ext cx="1129912" cy="1225993"/>
          </a:xfrm>
          <a:custGeom>
            <a:avLst/>
            <a:gdLst/>
            <a:ahLst/>
            <a:cxnLst/>
            <a:rect l="l" t="t" r="r" b="b"/>
            <a:pathLst>
              <a:path w="2286436" h="2286436">
                <a:moveTo>
                  <a:pt x="0" y="0"/>
                </a:moveTo>
                <a:lnTo>
                  <a:pt x="2286436" y="0"/>
                </a:lnTo>
                <a:lnTo>
                  <a:pt x="2286436" y="2286436"/>
                </a:lnTo>
                <a:lnTo>
                  <a:pt x="0" y="22864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EABFE4AE-DFA5-09D5-CEA3-48D0C7AECF77}"/>
              </a:ext>
            </a:extLst>
          </p:cNvPr>
          <p:cNvSpPr/>
          <p:nvPr/>
        </p:nvSpPr>
        <p:spPr>
          <a:xfrm>
            <a:off x="5839566" y="6364135"/>
            <a:ext cx="901338" cy="47207"/>
          </a:xfrm>
          <a:custGeom>
            <a:avLst/>
            <a:gdLst/>
            <a:ahLst/>
            <a:cxnLst/>
            <a:rect l="l" t="t" r="r" b="b"/>
            <a:pathLst>
              <a:path w="832264">
                <a:moveTo>
                  <a:pt x="832264" y="0"/>
                </a:moveTo>
                <a:lnTo>
                  <a:pt x="0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4D37979B-F47A-5DD7-8DC2-2F66D7734FFD}"/>
              </a:ext>
            </a:extLst>
          </p:cNvPr>
          <p:cNvSpPr/>
          <p:nvPr/>
        </p:nvSpPr>
        <p:spPr>
          <a:xfrm>
            <a:off x="5415484" y="6600070"/>
            <a:ext cx="146476" cy="1022544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A0B25AA8-2496-CC80-984A-6DCC814955EE}"/>
              </a:ext>
            </a:extLst>
          </p:cNvPr>
          <p:cNvSpPr txBox="1"/>
          <p:nvPr/>
        </p:nvSpPr>
        <p:spPr>
          <a:xfrm>
            <a:off x="5819288" y="7581371"/>
            <a:ext cx="24156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master/main</a:t>
            </a:r>
          </a:p>
        </p:txBody>
      </p:sp>
      <p:sp>
        <p:nvSpPr>
          <p:cNvPr id="56" name="TextBox 35">
            <a:extLst>
              <a:ext uri="{FF2B5EF4-FFF2-40B4-BE49-F238E27FC236}">
                <a16:creationId xmlns:a16="http://schemas.microsoft.com/office/drawing/2014/main" id="{6B4E7BA2-21F6-9945-2CF0-BDC77D8171D3}"/>
              </a:ext>
            </a:extLst>
          </p:cNvPr>
          <p:cNvSpPr txBox="1"/>
          <p:nvPr/>
        </p:nvSpPr>
        <p:spPr>
          <a:xfrm>
            <a:off x="7301248" y="6058774"/>
            <a:ext cx="24156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59DA0402-5095-ABB3-8304-96EAA122BC45}"/>
              </a:ext>
            </a:extLst>
          </p:cNvPr>
          <p:cNvSpPr/>
          <p:nvPr/>
        </p:nvSpPr>
        <p:spPr>
          <a:xfrm>
            <a:off x="3682607" y="7538246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C770DBF0-CAE6-6004-911F-4B3AD18129BD}"/>
              </a:ext>
            </a:extLst>
          </p:cNvPr>
          <p:cNvSpPr/>
          <p:nvPr/>
        </p:nvSpPr>
        <p:spPr>
          <a:xfrm>
            <a:off x="4965640" y="7560894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D09A50CC-1F65-6658-9875-8364A76A38C2}"/>
              </a:ext>
            </a:extLst>
          </p:cNvPr>
          <p:cNvSpPr/>
          <p:nvPr/>
        </p:nvSpPr>
        <p:spPr>
          <a:xfrm>
            <a:off x="5200285" y="5996889"/>
            <a:ext cx="711834" cy="693540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6" name="Freeform 25">
            <a:extLst>
              <a:ext uri="{FF2B5EF4-FFF2-40B4-BE49-F238E27FC236}">
                <a16:creationId xmlns:a16="http://schemas.microsoft.com/office/drawing/2014/main" id="{7B51ED98-281F-32A3-F6E6-30916E392659}"/>
              </a:ext>
            </a:extLst>
          </p:cNvPr>
          <p:cNvSpPr/>
          <p:nvPr/>
        </p:nvSpPr>
        <p:spPr>
          <a:xfrm>
            <a:off x="6449816" y="5956047"/>
            <a:ext cx="711834" cy="693540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3" name="TextBox 35">
            <a:extLst>
              <a:ext uri="{FF2B5EF4-FFF2-40B4-BE49-F238E27FC236}">
                <a16:creationId xmlns:a16="http://schemas.microsoft.com/office/drawing/2014/main" id="{2256B5A5-5B2B-5528-2B96-B7EDCA7F7272}"/>
              </a:ext>
            </a:extLst>
          </p:cNvPr>
          <p:cNvSpPr txBox="1"/>
          <p:nvPr/>
        </p:nvSpPr>
        <p:spPr>
          <a:xfrm>
            <a:off x="12226822" y="4646247"/>
            <a:ext cx="277381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feat/mi-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1" name="Grupo 100">
            <a:extLst>
              <a:ext uri="{FF2B5EF4-FFF2-40B4-BE49-F238E27FC236}">
                <a16:creationId xmlns:a16="http://schemas.microsoft.com/office/drawing/2014/main" id="{523ED219-241C-7D96-CB36-4D39079253BB}"/>
              </a:ext>
            </a:extLst>
          </p:cNvPr>
          <p:cNvGrpSpPr/>
          <p:nvPr/>
        </p:nvGrpSpPr>
        <p:grpSpPr>
          <a:xfrm>
            <a:off x="535332" y="5924808"/>
            <a:ext cx="9179645" cy="2370687"/>
            <a:chOff x="535332" y="5924808"/>
            <a:chExt cx="9179645" cy="2370687"/>
          </a:xfrm>
        </p:grpSpPr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F06E19E4-0FBC-EC65-8813-F9B6729D8795}"/>
                </a:ext>
              </a:extLst>
            </p:cNvPr>
            <p:cNvSpPr/>
            <p:nvPr/>
          </p:nvSpPr>
          <p:spPr>
            <a:xfrm>
              <a:off x="2353235" y="7507007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40" name="AutoShape 18">
              <a:extLst>
                <a:ext uri="{FF2B5EF4-FFF2-40B4-BE49-F238E27FC236}">
                  <a16:creationId xmlns:a16="http://schemas.microsoft.com/office/drawing/2014/main" id="{7FC25829-BA7B-1377-97F3-D74867F834D7}"/>
                </a:ext>
              </a:extLst>
            </p:cNvPr>
            <p:cNvSpPr/>
            <p:nvPr/>
          </p:nvSpPr>
          <p:spPr>
            <a:xfrm>
              <a:off x="1654386" y="7942931"/>
              <a:ext cx="3727760" cy="0"/>
            </a:xfrm>
            <a:prstGeom prst="line">
              <a:avLst/>
            </a:prstGeom>
            <a:ln w="57150" cap="flat">
              <a:solidFill>
                <a:srgbClr val="F15226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2" name="Freeform 19">
              <a:extLst>
                <a:ext uri="{FF2B5EF4-FFF2-40B4-BE49-F238E27FC236}">
                  <a16:creationId xmlns:a16="http://schemas.microsoft.com/office/drawing/2014/main" id="{FD43B3A4-7667-2EA5-E0D5-6FB757686EDF}"/>
                </a:ext>
              </a:extLst>
            </p:cNvPr>
            <p:cNvSpPr/>
            <p:nvPr/>
          </p:nvSpPr>
          <p:spPr>
            <a:xfrm>
              <a:off x="535332" y="7069502"/>
              <a:ext cx="1129912" cy="1225993"/>
            </a:xfrm>
            <a:custGeom>
              <a:avLst/>
              <a:gdLst/>
              <a:ahLst/>
              <a:cxnLst/>
              <a:rect l="l" t="t" r="r" b="b"/>
              <a:pathLst>
                <a:path w="2286436" h="2286436">
                  <a:moveTo>
                    <a:pt x="0" y="0"/>
                  </a:moveTo>
                  <a:lnTo>
                    <a:pt x="2286436" y="0"/>
                  </a:lnTo>
                  <a:lnTo>
                    <a:pt x="2286436" y="2286436"/>
                  </a:lnTo>
                  <a:lnTo>
                    <a:pt x="0" y="2286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44" name="Freeform 27">
              <a:extLst>
                <a:ext uri="{FF2B5EF4-FFF2-40B4-BE49-F238E27FC236}">
                  <a16:creationId xmlns:a16="http://schemas.microsoft.com/office/drawing/2014/main" id="{CF36E131-79A2-A55F-3035-0598DC0AEBF5}"/>
                </a:ext>
              </a:extLst>
            </p:cNvPr>
            <p:cNvSpPr/>
            <p:nvPr/>
          </p:nvSpPr>
          <p:spPr>
            <a:xfrm>
              <a:off x="5837687" y="6332896"/>
              <a:ext cx="901338" cy="47207"/>
            </a:xfrm>
            <a:custGeom>
              <a:avLst/>
              <a:gdLst/>
              <a:ahLst/>
              <a:cxnLst/>
              <a:rect l="l" t="t" r="r" b="b"/>
              <a:pathLst>
                <a:path w="832264">
                  <a:moveTo>
                    <a:pt x="832264" y="0"/>
                  </a:moveTo>
                  <a:lnTo>
                    <a:pt x="0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6" name="Freeform 28">
              <a:extLst>
                <a:ext uri="{FF2B5EF4-FFF2-40B4-BE49-F238E27FC236}">
                  <a16:creationId xmlns:a16="http://schemas.microsoft.com/office/drawing/2014/main" id="{FF83A9B5-21CE-4049-55E1-BE621071CD7F}"/>
                </a:ext>
              </a:extLst>
            </p:cNvPr>
            <p:cNvSpPr/>
            <p:nvPr/>
          </p:nvSpPr>
          <p:spPr>
            <a:xfrm>
              <a:off x="5413605" y="6568831"/>
              <a:ext cx="146476" cy="1022544"/>
            </a:xfrm>
            <a:custGeom>
              <a:avLst/>
              <a:gdLst/>
              <a:ahLst/>
              <a:cxnLst/>
              <a:rect l="l" t="t" r="r" b="b"/>
              <a:pathLst>
                <a:path w="1995163" h="1353803">
                  <a:moveTo>
                    <a:pt x="0" y="1353803"/>
                  </a:moveTo>
                  <a:lnTo>
                    <a:pt x="0" y="881060"/>
                  </a:lnTo>
                  <a:cubicBezTo>
                    <a:pt x="0" y="820432"/>
                    <a:pt x="24084" y="762286"/>
                    <a:pt x="66955" y="719415"/>
                  </a:cubicBezTo>
                  <a:cubicBezTo>
                    <a:pt x="109826" y="676545"/>
                    <a:pt x="167971" y="652460"/>
                    <a:pt x="228600" y="652460"/>
                  </a:cubicBezTo>
                  <a:lnTo>
                    <a:pt x="1411680" y="652460"/>
                  </a:lnTo>
                  <a:cubicBezTo>
                    <a:pt x="1537932" y="652460"/>
                    <a:pt x="1640280" y="550112"/>
                    <a:pt x="1640280" y="423860"/>
                  </a:cubicBezTo>
                  <a:lnTo>
                    <a:pt x="1640280" y="177441"/>
                  </a:lnTo>
                  <a:cubicBezTo>
                    <a:pt x="1640280" y="130381"/>
                    <a:pt x="1658975" y="85248"/>
                    <a:pt x="1692251" y="51971"/>
                  </a:cubicBezTo>
                  <a:cubicBezTo>
                    <a:pt x="1725528" y="18694"/>
                    <a:pt x="1770661" y="0"/>
                    <a:pt x="1817722" y="0"/>
                  </a:cubicBezTo>
                  <a:lnTo>
                    <a:pt x="1995163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8" name="TextBox 35">
              <a:extLst>
                <a:ext uri="{FF2B5EF4-FFF2-40B4-BE49-F238E27FC236}">
                  <a16:creationId xmlns:a16="http://schemas.microsoft.com/office/drawing/2014/main" id="{B118A55D-EA3F-03F1-8DF2-C3EBEA603C80}"/>
                </a:ext>
              </a:extLst>
            </p:cNvPr>
            <p:cNvSpPr txBox="1"/>
            <p:nvPr/>
          </p:nvSpPr>
          <p:spPr>
            <a:xfrm>
              <a:off x="5817409" y="7550132"/>
              <a:ext cx="2415608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master/main</a:t>
              </a:r>
            </a:p>
          </p:txBody>
        </p:sp>
        <p:sp>
          <p:nvSpPr>
            <p:cNvPr id="50" name="TextBox 35">
              <a:extLst>
                <a:ext uri="{FF2B5EF4-FFF2-40B4-BE49-F238E27FC236}">
                  <a16:creationId xmlns:a16="http://schemas.microsoft.com/office/drawing/2014/main" id="{10CA9A87-3AAB-ABE5-0B62-6739DB20977D}"/>
                </a:ext>
              </a:extLst>
            </p:cNvPr>
            <p:cNvSpPr txBox="1"/>
            <p:nvPr/>
          </p:nvSpPr>
          <p:spPr>
            <a:xfrm>
              <a:off x="7299369" y="6027535"/>
              <a:ext cx="2415608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develop</a:t>
              </a:r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5D804B00-0E5F-51AF-80E8-777E97410A78}"/>
                </a:ext>
              </a:extLst>
            </p:cNvPr>
            <p:cNvSpPr/>
            <p:nvPr/>
          </p:nvSpPr>
          <p:spPr>
            <a:xfrm>
              <a:off x="3680728" y="7507007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54" name="Freeform 16">
              <a:extLst>
                <a:ext uri="{FF2B5EF4-FFF2-40B4-BE49-F238E27FC236}">
                  <a16:creationId xmlns:a16="http://schemas.microsoft.com/office/drawing/2014/main" id="{CC722403-4B5B-CFDE-B420-D199247D9078}"/>
                </a:ext>
              </a:extLst>
            </p:cNvPr>
            <p:cNvSpPr/>
            <p:nvPr/>
          </p:nvSpPr>
          <p:spPr>
            <a:xfrm>
              <a:off x="4963761" y="7529655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B660048C-1613-2E7F-C4D3-AD2E92C55AB6}"/>
                </a:ext>
              </a:extLst>
            </p:cNvPr>
            <p:cNvSpPr/>
            <p:nvPr/>
          </p:nvSpPr>
          <p:spPr>
            <a:xfrm>
              <a:off x="5198406" y="5965650"/>
              <a:ext cx="711834" cy="693540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C7468A35-40CC-EA4B-A3DD-D5AEBF44C937}"/>
                </a:ext>
              </a:extLst>
            </p:cNvPr>
            <p:cNvSpPr/>
            <p:nvPr/>
          </p:nvSpPr>
          <p:spPr>
            <a:xfrm>
              <a:off x="6447937" y="5924808"/>
              <a:ext cx="711834" cy="693540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757854BB-EAC0-8F07-1FE1-CF2D54763CBF}"/>
              </a:ext>
            </a:extLst>
          </p:cNvPr>
          <p:cNvGrpSpPr/>
          <p:nvPr/>
        </p:nvGrpSpPr>
        <p:grpSpPr>
          <a:xfrm>
            <a:off x="14794461" y="4628281"/>
            <a:ext cx="2094107" cy="1437109"/>
            <a:chOff x="14794461" y="4628281"/>
            <a:chExt cx="2094107" cy="143710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86E83EF-7DFA-EA87-0BF4-339C6A9EC72E}"/>
                </a:ext>
              </a:extLst>
            </p:cNvPr>
            <p:cNvSpPr/>
            <p:nvPr/>
          </p:nvSpPr>
          <p:spPr>
            <a:xfrm>
              <a:off x="14794461" y="4709336"/>
              <a:ext cx="652215" cy="630586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D4BC078F-2493-D6CA-D5C4-6B167198A8B5}"/>
                </a:ext>
              </a:extLst>
            </p:cNvPr>
            <p:cNvSpPr/>
            <p:nvPr/>
          </p:nvSpPr>
          <p:spPr>
            <a:xfrm>
              <a:off x="15112596" y="5089587"/>
              <a:ext cx="668160" cy="975803"/>
            </a:xfrm>
            <a:custGeom>
              <a:avLst/>
              <a:gdLst/>
              <a:ahLst/>
              <a:cxnLst/>
              <a:rect l="l" t="t" r="r" b="b"/>
              <a:pathLst>
                <a:path w="591125" h="1756857">
                  <a:moveTo>
                    <a:pt x="591125" y="1756856"/>
                  </a:moveTo>
                  <a:lnTo>
                    <a:pt x="591125" y="1107028"/>
                  </a:lnTo>
                  <a:cubicBezTo>
                    <a:pt x="591125" y="1046399"/>
                    <a:pt x="567041" y="988254"/>
                    <a:pt x="524170" y="945383"/>
                  </a:cubicBezTo>
                  <a:cubicBezTo>
                    <a:pt x="481300" y="902512"/>
                    <a:pt x="423154" y="878428"/>
                    <a:pt x="362525" y="878428"/>
                  </a:cubicBezTo>
                  <a:lnTo>
                    <a:pt x="228600" y="878428"/>
                  </a:lnTo>
                  <a:cubicBezTo>
                    <a:pt x="167971" y="878428"/>
                    <a:pt x="109826" y="854343"/>
                    <a:pt x="66956" y="811472"/>
                  </a:cubicBezTo>
                  <a:cubicBezTo>
                    <a:pt x="24085" y="768602"/>
                    <a:pt x="0" y="710457"/>
                    <a:pt x="0" y="649828"/>
                  </a:cubicBezTo>
                  <a:lnTo>
                    <a:pt x="0" y="0"/>
                  </a:lnTo>
                </a:path>
              </a:pathLst>
            </a:custGeom>
            <a:ln w="57150" cap="flat">
              <a:solidFill>
                <a:srgbClr val="8C52FF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1" name="Freeform 34">
              <a:extLst>
                <a:ext uri="{FF2B5EF4-FFF2-40B4-BE49-F238E27FC236}">
                  <a16:creationId xmlns:a16="http://schemas.microsoft.com/office/drawing/2014/main" id="{8BBA2C12-7124-982F-6BA5-3147BFEC7A10}"/>
                </a:ext>
              </a:extLst>
            </p:cNvPr>
            <p:cNvSpPr/>
            <p:nvPr/>
          </p:nvSpPr>
          <p:spPr>
            <a:xfrm flipV="1">
              <a:off x="15372117" y="4905442"/>
              <a:ext cx="1134091" cy="45719"/>
            </a:xfrm>
            <a:custGeom>
              <a:avLst/>
              <a:gdLst/>
              <a:ahLst/>
              <a:cxnLst/>
              <a:rect l="l" t="t" r="r" b="b"/>
              <a:pathLst>
                <a:path w="567046">
                  <a:moveTo>
                    <a:pt x="0" y="0"/>
                  </a:moveTo>
                  <a:lnTo>
                    <a:pt x="567046" y="0"/>
                  </a:lnTo>
                </a:path>
              </a:pathLst>
            </a:custGeom>
            <a:ln w="57150" cap="flat">
              <a:solidFill>
                <a:srgbClr val="8C52FF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3A62304C-781E-8733-3876-824BC0DE9A63}"/>
                </a:ext>
              </a:extLst>
            </p:cNvPr>
            <p:cNvSpPr/>
            <p:nvPr/>
          </p:nvSpPr>
          <p:spPr>
            <a:xfrm>
              <a:off x="16236353" y="4628281"/>
              <a:ext cx="652215" cy="630586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96" name="Group 52">
            <a:extLst>
              <a:ext uri="{FF2B5EF4-FFF2-40B4-BE49-F238E27FC236}">
                <a16:creationId xmlns:a16="http://schemas.microsoft.com/office/drawing/2014/main" id="{71DFB8D1-A5E8-12B4-3066-343E41CEF669}"/>
              </a:ext>
            </a:extLst>
          </p:cNvPr>
          <p:cNvGrpSpPr/>
          <p:nvPr/>
        </p:nvGrpSpPr>
        <p:grpSpPr>
          <a:xfrm>
            <a:off x="3142833" y="2406642"/>
            <a:ext cx="11863771" cy="960554"/>
            <a:chOff x="0" y="0"/>
            <a:chExt cx="2441105" cy="197645"/>
          </a:xfrm>
        </p:grpSpPr>
        <p:sp>
          <p:nvSpPr>
            <p:cNvPr id="99" name="Freeform 53">
              <a:extLst>
                <a:ext uri="{FF2B5EF4-FFF2-40B4-BE49-F238E27FC236}">
                  <a16:creationId xmlns:a16="http://schemas.microsoft.com/office/drawing/2014/main" id="{55401E91-5225-B864-6EFB-2DB26D2DF190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00" name="TextBox 54">
              <a:extLst>
                <a:ext uri="{FF2B5EF4-FFF2-40B4-BE49-F238E27FC236}">
                  <a16:creationId xmlns:a16="http://schemas.microsoft.com/office/drawing/2014/main" id="{3B031D72-7104-280D-54C9-633A69908D8B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7" name="TextBox 55">
            <a:extLst>
              <a:ext uri="{FF2B5EF4-FFF2-40B4-BE49-F238E27FC236}">
                <a16:creationId xmlns:a16="http://schemas.microsoft.com/office/drawing/2014/main" id="{61C055D3-D2A8-EA11-446B-3DA84F15031B}"/>
              </a:ext>
            </a:extLst>
          </p:cNvPr>
          <p:cNvSpPr txBox="1"/>
          <p:nvPr/>
        </p:nvSpPr>
        <p:spPr>
          <a:xfrm>
            <a:off x="4371640" y="2551765"/>
            <a:ext cx="822296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199"/>
              </a:lnSpc>
            </a:pPr>
            <a:endParaRPr/>
          </a:p>
        </p:txBody>
      </p:sp>
      <p:sp>
        <p:nvSpPr>
          <p:cNvPr id="98" name="TextBox 56">
            <a:extLst>
              <a:ext uri="{FF2B5EF4-FFF2-40B4-BE49-F238E27FC236}">
                <a16:creationId xmlns:a16="http://schemas.microsoft.com/office/drawing/2014/main" id="{DB3F667F-4857-28F0-9A64-1657948887E6}"/>
              </a:ext>
            </a:extLst>
          </p:cNvPr>
          <p:cNvSpPr txBox="1"/>
          <p:nvPr/>
        </p:nvSpPr>
        <p:spPr>
          <a:xfrm>
            <a:off x="3441026" y="2657819"/>
            <a:ext cx="11267384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clone https://github.com/Curies-Community/CursoGit.git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8395506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7037E-6 L 0.49062 -3.7037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5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B5D15C-BC83-0648-43A2-E5F249823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F9E0048-B508-4D86-86ED-D748B9E5A4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8F13E72-4FF9-FAB0-4453-25D46EA70761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360619E-62FD-6954-62D2-222C8DA8687E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75FC03A-D70D-7632-5AE6-F19A2484FF9B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E3AD6CF-38A6-57E0-0E95-08A0CC1576D8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9AF02E0-BF04-3EC3-8C76-489DE3B3259F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91F5D48-D3C0-73C2-CD3D-9E5B9C2B1F2A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8224F5CE-ADE1-E306-1FE0-055D295A0BA3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025B3C8-0E70-09A8-BDC0-D3DC799A5943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6C5AA7F-0ACE-2C8D-3FF9-1D1C5A6FCD11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097C4AF-F9CC-C395-B505-DA637D6726B2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BD6D1D1-C6FF-9924-18C5-844C20240A58}"/>
              </a:ext>
            </a:extLst>
          </p:cNvPr>
          <p:cNvSpPr txBox="1"/>
          <p:nvPr/>
        </p:nvSpPr>
        <p:spPr>
          <a:xfrm>
            <a:off x="783615" y="758816"/>
            <a:ext cx="17197243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UN REPASO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grpSp>
        <p:nvGrpSpPr>
          <p:cNvPr id="82" name="Grupo 81">
            <a:extLst>
              <a:ext uri="{FF2B5EF4-FFF2-40B4-BE49-F238E27FC236}">
                <a16:creationId xmlns:a16="http://schemas.microsoft.com/office/drawing/2014/main" id="{01B95A42-D793-0B9F-228C-9019D75DE426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83" name="Group 10">
              <a:extLst>
                <a:ext uri="{FF2B5EF4-FFF2-40B4-BE49-F238E27FC236}">
                  <a16:creationId xmlns:a16="http://schemas.microsoft.com/office/drawing/2014/main" id="{5A292FD5-065E-7202-4E99-4B31B03DEE03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85" name="Freeform 11">
                <a:extLst>
                  <a:ext uri="{FF2B5EF4-FFF2-40B4-BE49-F238E27FC236}">
                    <a16:creationId xmlns:a16="http://schemas.microsoft.com/office/drawing/2014/main" id="{A196076D-8E5B-C32A-7C22-C6E40D7D413B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86" name="TextBox 12">
                <a:extLst>
                  <a:ext uri="{FF2B5EF4-FFF2-40B4-BE49-F238E27FC236}">
                    <a16:creationId xmlns:a16="http://schemas.microsoft.com/office/drawing/2014/main" id="{0DE11D41-FC20-9DDD-D254-8BDCD18C779A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84" name="Imagen 83">
              <a:extLst>
                <a:ext uri="{FF2B5EF4-FFF2-40B4-BE49-F238E27FC236}">
                  <a16:creationId xmlns:a16="http://schemas.microsoft.com/office/drawing/2014/main" id="{84D9EDAE-A1A8-7DC8-F30F-17019F838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grpSp>
        <p:nvGrpSpPr>
          <p:cNvPr id="87" name="Group 13">
            <a:extLst>
              <a:ext uri="{FF2B5EF4-FFF2-40B4-BE49-F238E27FC236}">
                <a16:creationId xmlns:a16="http://schemas.microsoft.com/office/drawing/2014/main" id="{4D132455-C844-AF75-9535-A2CB27D0F4AA}"/>
              </a:ext>
            </a:extLst>
          </p:cNvPr>
          <p:cNvGrpSpPr/>
          <p:nvPr/>
        </p:nvGrpSpPr>
        <p:grpSpPr>
          <a:xfrm>
            <a:off x="453113" y="3841080"/>
            <a:ext cx="8545430" cy="4772643"/>
            <a:chOff x="0" y="0"/>
            <a:chExt cx="1351154" cy="731404"/>
          </a:xfrm>
        </p:grpSpPr>
        <p:sp>
          <p:nvSpPr>
            <p:cNvPr id="88" name="Freeform 14">
              <a:extLst>
                <a:ext uri="{FF2B5EF4-FFF2-40B4-BE49-F238E27FC236}">
                  <a16:creationId xmlns:a16="http://schemas.microsoft.com/office/drawing/2014/main" id="{4352BCD8-1BE0-C076-7EF7-E31A5536FB7E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89" name="TextBox 15">
              <a:extLst>
                <a:ext uri="{FF2B5EF4-FFF2-40B4-BE49-F238E27FC236}">
                  <a16:creationId xmlns:a16="http://schemas.microsoft.com/office/drawing/2014/main" id="{B6392AA8-4A17-546A-C2D9-DFD5AE2B9565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0" name="TextBox 16">
            <a:extLst>
              <a:ext uri="{FF2B5EF4-FFF2-40B4-BE49-F238E27FC236}">
                <a16:creationId xmlns:a16="http://schemas.microsoft.com/office/drawing/2014/main" id="{284F98C9-8B4F-2EA2-2930-8599DC5CECD8}"/>
              </a:ext>
            </a:extLst>
          </p:cNvPr>
          <p:cNvSpPr txBox="1"/>
          <p:nvPr/>
        </p:nvSpPr>
        <p:spPr>
          <a:xfrm>
            <a:off x="742091" y="3920837"/>
            <a:ext cx="7154156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Repositorio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remoto</a:t>
            </a:r>
            <a:endParaRPr lang="en-US" sz="3199" spc="-86" dirty="0">
              <a:solidFill>
                <a:srgbClr val="FF31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1" name="Group 36">
            <a:extLst>
              <a:ext uri="{FF2B5EF4-FFF2-40B4-BE49-F238E27FC236}">
                <a16:creationId xmlns:a16="http://schemas.microsoft.com/office/drawing/2014/main" id="{67FB8E7A-FE5B-EDB7-685F-7B0855A1E7A4}"/>
              </a:ext>
            </a:extLst>
          </p:cNvPr>
          <p:cNvGrpSpPr/>
          <p:nvPr/>
        </p:nvGrpSpPr>
        <p:grpSpPr>
          <a:xfrm>
            <a:off x="9334599" y="3836833"/>
            <a:ext cx="8767116" cy="4776890"/>
            <a:chOff x="0" y="0"/>
            <a:chExt cx="1351154" cy="731404"/>
          </a:xfrm>
        </p:grpSpPr>
        <p:sp>
          <p:nvSpPr>
            <p:cNvPr id="92" name="Freeform 37">
              <a:extLst>
                <a:ext uri="{FF2B5EF4-FFF2-40B4-BE49-F238E27FC236}">
                  <a16:creationId xmlns:a16="http://schemas.microsoft.com/office/drawing/2014/main" id="{0E4113DB-B9D3-E4C5-4C2D-E2BBF5B881BA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3" name="TextBox 38">
              <a:extLst>
                <a:ext uri="{FF2B5EF4-FFF2-40B4-BE49-F238E27FC236}">
                  <a16:creationId xmlns:a16="http://schemas.microsoft.com/office/drawing/2014/main" id="{FBFC581F-54C6-EF4B-7898-19F52D81D4DA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4" name="TextBox 39">
            <a:extLst>
              <a:ext uri="{FF2B5EF4-FFF2-40B4-BE49-F238E27FC236}">
                <a16:creationId xmlns:a16="http://schemas.microsoft.com/office/drawing/2014/main" id="{D48B1C68-FF7D-A338-986A-0004C2D1239B}"/>
              </a:ext>
            </a:extLst>
          </p:cNvPr>
          <p:cNvSpPr txBox="1"/>
          <p:nvPr/>
        </p:nvSpPr>
        <p:spPr>
          <a:xfrm>
            <a:off x="9514797" y="3977686"/>
            <a:ext cx="7339749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2F60CEF9-96B4-326C-6D81-E6626C61666E}"/>
              </a:ext>
            </a:extLst>
          </p:cNvPr>
          <p:cNvSpPr/>
          <p:nvPr/>
        </p:nvSpPr>
        <p:spPr>
          <a:xfrm>
            <a:off x="2355114" y="7538246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96089EC6-2E1B-5216-3975-EAC1B964932D}"/>
              </a:ext>
            </a:extLst>
          </p:cNvPr>
          <p:cNvSpPr/>
          <p:nvPr/>
        </p:nvSpPr>
        <p:spPr>
          <a:xfrm>
            <a:off x="1656265" y="7974170"/>
            <a:ext cx="3727760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FF1EF496-F49A-BF26-0F11-B73CAA29F0DE}"/>
              </a:ext>
            </a:extLst>
          </p:cNvPr>
          <p:cNvSpPr/>
          <p:nvPr/>
        </p:nvSpPr>
        <p:spPr>
          <a:xfrm>
            <a:off x="537211" y="7100741"/>
            <a:ext cx="1129912" cy="1225993"/>
          </a:xfrm>
          <a:custGeom>
            <a:avLst/>
            <a:gdLst/>
            <a:ahLst/>
            <a:cxnLst/>
            <a:rect l="l" t="t" r="r" b="b"/>
            <a:pathLst>
              <a:path w="2286436" h="2286436">
                <a:moveTo>
                  <a:pt x="0" y="0"/>
                </a:moveTo>
                <a:lnTo>
                  <a:pt x="2286436" y="0"/>
                </a:lnTo>
                <a:lnTo>
                  <a:pt x="2286436" y="2286436"/>
                </a:lnTo>
                <a:lnTo>
                  <a:pt x="0" y="22864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D17E8ECA-6E3B-ABDD-13FC-BA5B336BD142}"/>
              </a:ext>
            </a:extLst>
          </p:cNvPr>
          <p:cNvSpPr/>
          <p:nvPr/>
        </p:nvSpPr>
        <p:spPr>
          <a:xfrm>
            <a:off x="5839566" y="6364135"/>
            <a:ext cx="901338" cy="47207"/>
          </a:xfrm>
          <a:custGeom>
            <a:avLst/>
            <a:gdLst/>
            <a:ahLst/>
            <a:cxnLst/>
            <a:rect l="l" t="t" r="r" b="b"/>
            <a:pathLst>
              <a:path w="832264">
                <a:moveTo>
                  <a:pt x="832264" y="0"/>
                </a:moveTo>
                <a:lnTo>
                  <a:pt x="0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08B71D64-BBE9-396E-63FF-0CFEE2917092}"/>
              </a:ext>
            </a:extLst>
          </p:cNvPr>
          <p:cNvSpPr/>
          <p:nvPr/>
        </p:nvSpPr>
        <p:spPr>
          <a:xfrm>
            <a:off x="5415484" y="6600070"/>
            <a:ext cx="146476" cy="1022544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0F220DBA-7791-C2E9-9A5F-AD459580B85B}"/>
              </a:ext>
            </a:extLst>
          </p:cNvPr>
          <p:cNvSpPr txBox="1"/>
          <p:nvPr/>
        </p:nvSpPr>
        <p:spPr>
          <a:xfrm>
            <a:off x="5819288" y="7581371"/>
            <a:ext cx="24156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master/main</a:t>
            </a:r>
          </a:p>
        </p:txBody>
      </p:sp>
      <p:sp>
        <p:nvSpPr>
          <p:cNvPr id="56" name="TextBox 35">
            <a:extLst>
              <a:ext uri="{FF2B5EF4-FFF2-40B4-BE49-F238E27FC236}">
                <a16:creationId xmlns:a16="http://schemas.microsoft.com/office/drawing/2014/main" id="{36B1220F-5470-FB49-B650-236B6DE8C69E}"/>
              </a:ext>
            </a:extLst>
          </p:cNvPr>
          <p:cNvSpPr txBox="1"/>
          <p:nvPr/>
        </p:nvSpPr>
        <p:spPr>
          <a:xfrm>
            <a:off x="7301248" y="6058774"/>
            <a:ext cx="24156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C192E5CE-3371-B5D4-CB9B-C0E992C81FEF}"/>
              </a:ext>
            </a:extLst>
          </p:cNvPr>
          <p:cNvSpPr/>
          <p:nvPr/>
        </p:nvSpPr>
        <p:spPr>
          <a:xfrm>
            <a:off x="3682607" y="7538246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C7C03ADA-6778-ADDA-EA60-AE8DCD9CC0CC}"/>
              </a:ext>
            </a:extLst>
          </p:cNvPr>
          <p:cNvSpPr/>
          <p:nvPr/>
        </p:nvSpPr>
        <p:spPr>
          <a:xfrm>
            <a:off x="4965640" y="7560894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B6E9737B-4AD1-7586-0979-DF835C0466A9}"/>
              </a:ext>
            </a:extLst>
          </p:cNvPr>
          <p:cNvSpPr/>
          <p:nvPr/>
        </p:nvSpPr>
        <p:spPr>
          <a:xfrm>
            <a:off x="5200285" y="5996889"/>
            <a:ext cx="711834" cy="693540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6" name="Freeform 25">
            <a:extLst>
              <a:ext uri="{FF2B5EF4-FFF2-40B4-BE49-F238E27FC236}">
                <a16:creationId xmlns:a16="http://schemas.microsoft.com/office/drawing/2014/main" id="{0B0EF834-4C57-7CD5-AC44-0211FD24594C}"/>
              </a:ext>
            </a:extLst>
          </p:cNvPr>
          <p:cNvSpPr/>
          <p:nvPr/>
        </p:nvSpPr>
        <p:spPr>
          <a:xfrm>
            <a:off x="6449816" y="5956047"/>
            <a:ext cx="711834" cy="693540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3" name="TextBox 35">
            <a:extLst>
              <a:ext uri="{FF2B5EF4-FFF2-40B4-BE49-F238E27FC236}">
                <a16:creationId xmlns:a16="http://schemas.microsoft.com/office/drawing/2014/main" id="{75256F74-7B63-479B-EA66-CA6133903F35}"/>
              </a:ext>
            </a:extLst>
          </p:cNvPr>
          <p:cNvSpPr txBox="1"/>
          <p:nvPr/>
        </p:nvSpPr>
        <p:spPr>
          <a:xfrm>
            <a:off x="12226822" y="4646247"/>
            <a:ext cx="277381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feat/mi-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1B0241A7-EB73-3E16-2BFF-00E0EBA3C1E9}"/>
              </a:ext>
            </a:extLst>
          </p:cNvPr>
          <p:cNvGrpSpPr/>
          <p:nvPr/>
        </p:nvGrpSpPr>
        <p:grpSpPr>
          <a:xfrm>
            <a:off x="14794461" y="4628281"/>
            <a:ext cx="2094107" cy="1437109"/>
            <a:chOff x="14794461" y="4628281"/>
            <a:chExt cx="2094107" cy="143710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012C3617-79BB-375A-3E6B-68E4C283A674}"/>
                </a:ext>
              </a:extLst>
            </p:cNvPr>
            <p:cNvSpPr/>
            <p:nvPr/>
          </p:nvSpPr>
          <p:spPr>
            <a:xfrm>
              <a:off x="14794461" y="4709336"/>
              <a:ext cx="652215" cy="630586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DF51C049-0A4E-9ED7-8AF7-32BB442188D5}"/>
                </a:ext>
              </a:extLst>
            </p:cNvPr>
            <p:cNvSpPr/>
            <p:nvPr/>
          </p:nvSpPr>
          <p:spPr>
            <a:xfrm>
              <a:off x="15112596" y="5089587"/>
              <a:ext cx="668160" cy="975803"/>
            </a:xfrm>
            <a:custGeom>
              <a:avLst/>
              <a:gdLst/>
              <a:ahLst/>
              <a:cxnLst/>
              <a:rect l="l" t="t" r="r" b="b"/>
              <a:pathLst>
                <a:path w="591125" h="1756857">
                  <a:moveTo>
                    <a:pt x="591125" y="1756856"/>
                  </a:moveTo>
                  <a:lnTo>
                    <a:pt x="591125" y="1107028"/>
                  </a:lnTo>
                  <a:cubicBezTo>
                    <a:pt x="591125" y="1046399"/>
                    <a:pt x="567041" y="988254"/>
                    <a:pt x="524170" y="945383"/>
                  </a:cubicBezTo>
                  <a:cubicBezTo>
                    <a:pt x="481300" y="902512"/>
                    <a:pt x="423154" y="878428"/>
                    <a:pt x="362525" y="878428"/>
                  </a:cubicBezTo>
                  <a:lnTo>
                    <a:pt x="228600" y="878428"/>
                  </a:lnTo>
                  <a:cubicBezTo>
                    <a:pt x="167971" y="878428"/>
                    <a:pt x="109826" y="854343"/>
                    <a:pt x="66956" y="811472"/>
                  </a:cubicBezTo>
                  <a:cubicBezTo>
                    <a:pt x="24085" y="768602"/>
                    <a:pt x="0" y="710457"/>
                    <a:pt x="0" y="649828"/>
                  </a:cubicBezTo>
                  <a:lnTo>
                    <a:pt x="0" y="0"/>
                  </a:lnTo>
                </a:path>
              </a:pathLst>
            </a:custGeom>
            <a:ln w="57150" cap="flat">
              <a:solidFill>
                <a:srgbClr val="8C52FF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1" name="Freeform 34">
              <a:extLst>
                <a:ext uri="{FF2B5EF4-FFF2-40B4-BE49-F238E27FC236}">
                  <a16:creationId xmlns:a16="http://schemas.microsoft.com/office/drawing/2014/main" id="{8F2A4D3D-854E-5438-D728-547EAA5551E6}"/>
                </a:ext>
              </a:extLst>
            </p:cNvPr>
            <p:cNvSpPr/>
            <p:nvPr/>
          </p:nvSpPr>
          <p:spPr>
            <a:xfrm flipV="1">
              <a:off x="15372117" y="4905442"/>
              <a:ext cx="1134091" cy="45719"/>
            </a:xfrm>
            <a:custGeom>
              <a:avLst/>
              <a:gdLst/>
              <a:ahLst/>
              <a:cxnLst/>
              <a:rect l="l" t="t" r="r" b="b"/>
              <a:pathLst>
                <a:path w="567046">
                  <a:moveTo>
                    <a:pt x="0" y="0"/>
                  </a:moveTo>
                  <a:lnTo>
                    <a:pt x="567046" y="0"/>
                  </a:lnTo>
                </a:path>
              </a:pathLst>
            </a:custGeom>
            <a:ln w="57150" cap="flat">
              <a:solidFill>
                <a:srgbClr val="8C52FF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9E0153FB-575A-00F9-8A1C-51C51FEB7254}"/>
                </a:ext>
              </a:extLst>
            </p:cNvPr>
            <p:cNvSpPr/>
            <p:nvPr/>
          </p:nvSpPr>
          <p:spPr>
            <a:xfrm>
              <a:off x="16236353" y="4628281"/>
              <a:ext cx="652215" cy="630586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96" name="Group 52">
            <a:extLst>
              <a:ext uri="{FF2B5EF4-FFF2-40B4-BE49-F238E27FC236}">
                <a16:creationId xmlns:a16="http://schemas.microsoft.com/office/drawing/2014/main" id="{FE40F7A1-9E75-EF6F-64B6-03D591AD1FAB}"/>
              </a:ext>
            </a:extLst>
          </p:cNvPr>
          <p:cNvGrpSpPr/>
          <p:nvPr/>
        </p:nvGrpSpPr>
        <p:grpSpPr>
          <a:xfrm>
            <a:off x="3142833" y="2406642"/>
            <a:ext cx="11863771" cy="960554"/>
            <a:chOff x="0" y="0"/>
            <a:chExt cx="2441105" cy="197645"/>
          </a:xfrm>
        </p:grpSpPr>
        <p:sp>
          <p:nvSpPr>
            <p:cNvPr id="99" name="Freeform 53">
              <a:extLst>
                <a:ext uri="{FF2B5EF4-FFF2-40B4-BE49-F238E27FC236}">
                  <a16:creationId xmlns:a16="http://schemas.microsoft.com/office/drawing/2014/main" id="{23C89DB4-DD78-C17D-5F8F-6BAC4E48606D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00" name="TextBox 54">
              <a:extLst>
                <a:ext uri="{FF2B5EF4-FFF2-40B4-BE49-F238E27FC236}">
                  <a16:creationId xmlns:a16="http://schemas.microsoft.com/office/drawing/2014/main" id="{86ADFFE1-8A37-83B2-9041-2855EE16EDA6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7" name="TextBox 55">
            <a:extLst>
              <a:ext uri="{FF2B5EF4-FFF2-40B4-BE49-F238E27FC236}">
                <a16:creationId xmlns:a16="http://schemas.microsoft.com/office/drawing/2014/main" id="{4985FC88-FD57-4EEC-5AA0-0B3218D9D14C}"/>
              </a:ext>
            </a:extLst>
          </p:cNvPr>
          <p:cNvSpPr txBox="1"/>
          <p:nvPr/>
        </p:nvSpPr>
        <p:spPr>
          <a:xfrm>
            <a:off x="4371640" y="2551765"/>
            <a:ext cx="822296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199"/>
              </a:lnSpc>
            </a:pPr>
            <a:endParaRPr/>
          </a:p>
        </p:txBody>
      </p:sp>
      <p:sp>
        <p:nvSpPr>
          <p:cNvPr id="98" name="TextBox 56">
            <a:extLst>
              <a:ext uri="{FF2B5EF4-FFF2-40B4-BE49-F238E27FC236}">
                <a16:creationId xmlns:a16="http://schemas.microsoft.com/office/drawing/2014/main" id="{3C3A28EE-E470-3E87-CE3B-E0BE74D60721}"/>
              </a:ext>
            </a:extLst>
          </p:cNvPr>
          <p:cNvSpPr txBox="1"/>
          <p:nvPr/>
        </p:nvSpPr>
        <p:spPr>
          <a:xfrm>
            <a:off x="3441026" y="2657819"/>
            <a:ext cx="11267384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switch –c mi-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DB44679A-D6F3-9C98-1998-3337910FC7D6}"/>
              </a:ext>
            </a:extLst>
          </p:cNvPr>
          <p:cNvGrpSpPr/>
          <p:nvPr/>
        </p:nvGrpSpPr>
        <p:grpSpPr>
          <a:xfrm>
            <a:off x="9507209" y="5911124"/>
            <a:ext cx="9179645" cy="2370687"/>
            <a:chOff x="535332" y="5924808"/>
            <a:chExt cx="9179645" cy="2370687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68C5AF5-611A-42F9-856D-AA6F51FCEF43}"/>
                </a:ext>
              </a:extLst>
            </p:cNvPr>
            <p:cNvSpPr/>
            <p:nvPr/>
          </p:nvSpPr>
          <p:spPr>
            <a:xfrm>
              <a:off x="2353235" y="7507007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AutoShape 18">
              <a:extLst>
                <a:ext uri="{FF2B5EF4-FFF2-40B4-BE49-F238E27FC236}">
                  <a16:creationId xmlns:a16="http://schemas.microsoft.com/office/drawing/2014/main" id="{B1088060-9449-C4F0-DB77-FEC3F6335CD2}"/>
                </a:ext>
              </a:extLst>
            </p:cNvPr>
            <p:cNvSpPr/>
            <p:nvPr/>
          </p:nvSpPr>
          <p:spPr>
            <a:xfrm>
              <a:off x="1654386" y="7942931"/>
              <a:ext cx="3727760" cy="0"/>
            </a:xfrm>
            <a:prstGeom prst="line">
              <a:avLst/>
            </a:prstGeom>
            <a:ln w="57150" cap="flat">
              <a:solidFill>
                <a:srgbClr val="F15226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B1E1AF1D-C86F-D1B6-C150-57D7B97F135F}"/>
                </a:ext>
              </a:extLst>
            </p:cNvPr>
            <p:cNvSpPr/>
            <p:nvPr/>
          </p:nvSpPr>
          <p:spPr>
            <a:xfrm>
              <a:off x="535332" y="7069502"/>
              <a:ext cx="1129912" cy="1225993"/>
            </a:xfrm>
            <a:custGeom>
              <a:avLst/>
              <a:gdLst/>
              <a:ahLst/>
              <a:cxnLst/>
              <a:rect l="l" t="t" r="r" b="b"/>
              <a:pathLst>
                <a:path w="2286436" h="2286436">
                  <a:moveTo>
                    <a:pt x="0" y="0"/>
                  </a:moveTo>
                  <a:lnTo>
                    <a:pt x="2286436" y="0"/>
                  </a:lnTo>
                  <a:lnTo>
                    <a:pt x="2286436" y="2286436"/>
                  </a:lnTo>
                  <a:lnTo>
                    <a:pt x="0" y="2286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B35F3233-5C0F-C44E-6D01-4244BA94DE8F}"/>
                </a:ext>
              </a:extLst>
            </p:cNvPr>
            <p:cNvSpPr/>
            <p:nvPr/>
          </p:nvSpPr>
          <p:spPr>
            <a:xfrm>
              <a:off x="5837687" y="6332896"/>
              <a:ext cx="901338" cy="47207"/>
            </a:xfrm>
            <a:custGeom>
              <a:avLst/>
              <a:gdLst/>
              <a:ahLst/>
              <a:cxnLst/>
              <a:rect l="l" t="t" r="r" b="b"/>
              <a:pathLst>
                <a:path w="832264">
                  <a:moveTo>
                    <a:pt x="832264" y="0"/>
                  </a:moveTo>
                  <a:lnTo>
                    <a:pt x="0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14DD42D6-37A4-4D91-344C-051BCC97418E}"/>
                </a:ext>
              </a:extLst>
            </p:cNvPr>
            <p:cNvSpPr/>
            <p:nvPr/>
          </p:nvSpPr>
          <p:spPr>
            <a:xfrm>
              <a:off x="5413605" y="6568831"/>
              <a:ext cx="146476" cy="1022544"/>
            </a:xfrm>
            <a:custGeom>
              <a:avLst/>
              <a:gdLst/>
              <a:ahLst/>
              <a:cxnLst/>
              <a:rect l="l" t="t" r="r" b="b"/>
              <a:pathLst>
                <a:path w="1995163" h="1353803">
                  <a:moveTo>
                    <a:pt x="0" y="1353803"/>
                  </a:moveTo>
                  <a:lnTo>
                    <a:pt x="0" y="881060"/>
                  </a:lnTo>
                  <a:cubicBezTo>
                    <a:pt x="0" y="820432"/>
                    <a:pt x="24084" y="762286"/>
                    <a:pt x="66955" y="719415"/>
                  </a:cubicBezTo>
                  <a:cubicBezTo>
                    <a:pt x="109826" y="676545"/>
                    <a:pt x="167971" y="652460"/>
                    <a:pt x="228600" y="652460"/>
                  </a:cubicBezTo>
                  <a:lnTo>
                    <a:pt x="1411680" y="652460"/>
                  </a:lnTo>
                  <a:cubicBezTo>
                    <a:pt x="1537932" y="652460"/>
                    <a:pt x="1640280" y="550112"/>
                    <a:pt x="1640280" y="423860"/>
                  </a:cubicBezTo>
                  <a:lnTo>
                    <a:pt x="1640280" y="177441"/>
                  </a:lnTo>
                  <a:cubicBezTo>
                    <a:pt x="1640280" y="130381"/>
                    <a:pt x="1658975" y="85248"/>
                    <a:pt x="1692251" y="51971"/>
                  </a:cubicBezTo>
                  <a:cubicBezTo>
                    <a:pt x="1725528" y="18694"/>
                    <a:pt x="1770661" y="0"/>
                    <a:pt x="1817722" y="0"/>
                  </a:cubicBezTo>
                  <a:lnTo>
                    <a:pt x="1995163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TextBox 35">
              <a:extLst>
                <a:ext uri="{FF2B5EF4-FFF2-40B4-BE49-F238E27FC236}">
                  <a16:creationId xmlns:a16="http://schemas.microsoft.com/office/drawing/2014/main" id="{082DF102-FEFA-64D5-3F90-059FE5F8D4EE}"/>
                </a:ext>
              </a:extLst>
            </p:cNvPr>
            <p:cNvSpPr txBox="1"/>
            <p:nvPr/>
          </p:nvSpPr>
          <p:spPr>
            <a:xfrm>
              <a:off x="5817409" y="7550132"/>
              <a:ext cx="2415608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master/main</a:t>
              </a:r>
            </a:p>
          </p:txBody>
        </p:sp>
        <p:sp>
          <p:nvSpPr>
            <p:cNvPr id="33" name="TextBox 35">
              <a:extLst>
                <a:ext uri="{FF2B5EF4-FFF2-40B4-BE49-F238E27FC236}">
                  <a16:creationId xmlns:a16="http://schemas.microsoft.com/office/drawing/2014/main" id="{1CB857CC-EDC4-430B-C126-1EDA6A9AF6A9}"/>
                </a:ext>
              </a:extLst>
            </p:cNvPr>
            <p:cNvSpPr txBox="1"/>
            <p:nvPr/>
          </p:nvSpPr>
          <p:spPr>
            <a:xfrm>
              <a:off x="7299369" y="6027535"/>
              <a:ext cx="2415608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develop</a:t>
              </a: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9ADF7DFE-E770-0079-3727-D0F267DBB740}"/>
                </a:ext>
              </a:extLst>
            </p:cNvPr>
            <p:cNvSpPr/>
            <p:nvPr/>
          </p:nvSpPr>
          <p:spPr>
            <a:xfrm>
              <a:off x="3680728" y="7507007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43156A94-7E33-0597-57FE-5DD8D23DA6FE}"/>
                </a:ext>
              </a:extLst>
            </p:cNvPr>
            <p:cNvSpPr/>
            <p:nvPr/>
          </p:nvSpPr>
          <p:spPr>
            <a:xfrm>
              <a:off x="4963761" y="7529655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4B508360-1B0C-5D88-1010-30EBBA491FBE}"/>
                </a:ext>
              </a:extLst>
            </p:cNvPr>
            <p:cNvSpPr/>
            <p:nvPr/>
          </p:nvSpPr>
          <p:spPr>
            <a:xfrm>
              <a:off x="5198406" y="5965650"/>
              <a:ext cx="711834" cy="693540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C29750C0-2BBF-0607-F7DC-ACC26E9295FE}"/>
                </a:ext>
              </a:extLst>
            </p:cNvPr>
            <p:cNvSpPr/>
            <p:nvPr/>
          </p:nvSpPr>
          <p:spPr>
            <a:xfrm>
              <a:off x="6447937" y="5924808"/>
              <a:ext cx="711834" cy="693540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18869324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9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8F6E07-B4CF-88C8-FEF9-33AE3A2F0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A3845A4-3847-5013-F02A-127016BF93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7A4D6C5-B613-A9AB-5E58-189A7949729A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BCDE36E-D3ED-D40B-5C0C-DEB2E4433594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62D30FE-C1E1-4709-12CF-0F40D9AC838F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6985F59-4B6D-9C97-A6C6-FBCBEC524574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3372B08-BBF6-1251-3122-958E523A4DC4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CC52843-A93F-FF1C-79DE-07EEF54D0096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3FA0B5A7-212C-5CEB-347F-E82CF07C1DFD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4EFEABB-6E58-A4D7-C8DC-FDDC540B94F3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547BA75-F9E8-29B3-2196-2E371ADBF5BE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24F9631-0EA4-C7E0-025B-A32625EF6567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F9525912-E700-8279-5CFC-C4EDF7CA7538}"/>
              </a:ext>
            </a:extLst>
          </p:cNvPr>
          <p:cNvSpPr txBox="1"/>
          <p:nvPr/>
        </p:nvSpPr>
        <p:spPr>
          <a:xfrm>
            <a:off x="783615" y="758816"/>
            <a:ext cx="17197243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UN REPASO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grpSp>
        <p:nvGrpSpPr>
          <p:cNvPr id="82" name="Grupo 81">
            <a:extLst>
              <a:ext uri="{FF2B5EF4-FFF2-40B4-BE49-F238E27FC236}">
                <a16:creationId xmlns:a16="http://schemas.microsoft.com/office/drawing/2014/main" id="{5F4A8C42-6319-11EB-27FD-867853770D45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83" name="Group 10">
              <a:extLst>
                <a:ext uri="{FF2B5EF4-FFF2-40B4-BE49-F238E27FC236}">
                  <a16:creationId xmlns:a16="http://schemas.microsoft.com/office/drawing/2014/main" id="{FD88DAB2-8386-57C9-BE0C-4D8926900028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85" name="Freeform 11">
                <a:extLst>
                  <a:ext uri="{FF2B5EF4-FFF2-40B4-BE49-F238E27FC236}">
                    <a16:creationId xmlns:a16="http://schemas.microsoft.com/office/drawing/2014/main" id="{F4102713-4D8A-89FF-79FE-CD106199A9E8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86" name="TextBox 12">
                <a:extLst>
                  <a:ext uri="{FF2B5EF4-FFF2-40B4-BE49-F238E27FC236}">
                    <a16:creationId xmlns:a16="http://schemas.microsoft.com/office/drawing/2014/main" id="{93389A17-7514-D5C8-DEBD-77530DDCA71C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84" name="Imagen 83">
              <a:extLst>
                <a:ext uri="{FF2B5EF4-FFF2-40B4-BE49-F238E27FC236}">
                  <a16:creationId xmlns:a16="http://schemas.microsoft.com/office/drawing/2014/main" id="{0718780F-F9A7-3BAE-1F5A-727FAAB82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grpSp>
        <p:nvGrpSpPr>
          <p:cNvPr id="87" name="Group 13">
            <a:extLst>
              <a:ext uri="{FF2B5EF4-FFF2-40B4-BE49-F238E27FC236}">
                <a16:creationId xmlns:a16="http://schemas.microsoft.com/office/drawing/2014/main" id="{06147466-C632-A329-0D72-5ADB86B0CC30}"/>
              </a:ext>
            </a:extLst>
          </p:cNvPr>
          <p:cNvGrpSpPr/>
          <p:nvPr/>
        </p:nvGrpSpPr>
        <p:grpSpPr>
          <a:xfrm>
            <a:off x="453113" y="3841080"/>
            <a:ext cx="8545430" cy="4772643"/>
            <a:chOff x="0" y="0"/>
            <a:chExt cx="1351154" cy="731404"/>
          </a:xfrm>
        </p:grpSpPr>
        <p:sp>
          <p:nvSpPr>
            <p:cNvPr id="88" name="Freeform 14">
              <a:extLst>
                <a:ext uri="{FF2B5EF4-FFF2-40B4-BE49-F238E27FC236}">
                  <a16:creationId xmlns:a16="http://schemas.microsoft.com/office/drawing/2014/main" id="{CB2AFC4B-6BFB-DC2D-234C-D972622C7DF5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89" name="TextBox 15">
              <a:extLst>
                <a:ext uri="{FF2B5EF4-FFF2-40B4-BE49-F238E27FC236}">
                  <a16:creationId xmlns:a16="http://schemas.microsoft.com/office/drawing/2014/main" id="{F402E2F4-6C98-E643-496D-C76376D43A31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0" name="TextBox 16">
            <a:extLst>
              <a:ext uri="{FF2B5EF4-FFF2-40B4-BE49-F238E27FC236}">
                <a16:creationId xmlns:a16="http://schemas.microsoft.com/office/drawing/2014/main" id="{09FEB82E-78CD-3FBF-5DB1-886ADB6A1715}"/>
              </a:ext>
            </a:extLst>
          </p:cNvPr>
          <p:cNvSpPr txBox="1"/>
          <p:nvPr/>
        </p:nvSpPr>
        <p:spPr>
          <a:xfrm>
            <a:off x="742091" y="3920837"/>
            <a:ext cx="7154156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Repositorio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remoto</a:t>
            </a:r>
            <a:endParaRPr lang="en-US" sz="3199" spc="-86" dirty="0">
              <a:solidFill>
                <a:srgbClr val="FF31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1" name="Group 36">
            <a:extLst>
              <a:ext uri="{FF2B5EF4-FFF2-40B4-BE49-F238E27FC236}">
                <a16:creationId xmlns:a16="http://schemas.microsoft.com/office/drawing/2014/main" id="{63DAB84B-0BAF-693E-0D3B-922BDDE5515F}"/>
              </a:ext>
            </a:extLst>
          </p:cNvPr>
          <p:cNvGrpSpPr/>
          <p:nvPr/>
        </p:nvGrpSpPr>
        <p:grpSpPr>
          <a:xfrm>
            <a:off x="9334599" y="3836833"/>
            <a:ext cx="8767116" cy="4776890"/>
            <a:chOff x="0" y="0"/>
            <a:chExt cx="1351154" cy="731404"/>
          </a:xfrm>
        </p:grpSpPr>
        <p:sp>
          <p:nvSpPr>
            <p:cNvPr id="92" name="Freeform 37">
              <a:extLst>
                <a:ext uri="{FF2B5EF4-FFF2-40B4-BE49-F238E27FC236}">
                  <a16:creationId xmlns:a16="http://schemas.microsoft.com/office/drawing/2014/main" id="{F48509BA-06F7-18F4-41C8-BECEEF896243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3" name="TextBox 38">
              <a:extLst>
                <a:ext uri="{FF2B5EF4-FFF2-40B4-BE49-F238E27FC236}">
                  <a16:creationId xmlns:a16="http://schemas.microsoft.com/office/drawing/2014/main" id="{5096EB50-E94F-481A-1339-43DDE08BE645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4" name="TextBox 39">
            <a:extLst>
              <a:ext uri="{FF2B5EF4-FFF2-40B4-BE49-F238E27FC236}">
                <a16:creationId xmlns:a16="http://schemas.microsoft.com/office/drawing/2014/main" id="{DBBE35C9-EC62-75BE-5261-05412D13E138}"/>
              </a:ext>
            </a:extLst>
          </p:cNvPr>
          <p:cNvSpPr txBox="1"/>
          <p:nvPr/>
        </p:nvSpPr>
        <p:spPr>
          <a:xfrm>
            <a:off x="9514797" y="3977686"/>
            <a:ext cx="7339749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0D77BF97-4694-8494-4AE9-D0BB16BE1E44}"/>
              </a:ext>
            </a:extLst>
          </p:cNvPr>
          <p:cNvSpPr/>
          <p:nvPr/>
        </p:nvSpPr>
        <p:spPr>
          <a:xfrm>
            <a:off x="2355114" y="7538246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0D231DC0-76B0-5A9F-640B-5C51A008D208}"/>
              </a:ext>
            </a:extLst>
          </p:cNvPr>
          <p:cNvSpPr/>
          <p:nvPr/>
        </p:nvSpPr>
        <p:spPr>
          <a:xfrm>
            <a:off x="1656265" y="7974170"/>
            <a:ext cx="3727760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085C595D-DC90-4BA2-906B-889EDDEC3853}"/>
              </a:ext>
            </a:extLst>
          </p:cNvPr>
          <p:cNvSpPr/>
          <p:nvPr/>
        </p:nvSpPr>
        <p:spPr>
          <a:xfrm>
            <a:off x="537211" y="7100741"/>
            <a:ext cx="1129912" cy="1225993"/>
          </a:xfrm>
          <a:custGeom>
            <a:avLst/>
            <a:gdLst/>
            <a:ahLst/>
            <a:cxnLst/>
            <a:rect l="l" t="t" r="r" b="b"/>
            <a:pathLst>
              <a:path w="2286436" h="2286436">
                <a:moveTo>
                  <a:pt x="0" y="0"/>
                </a:moveTo>
                <a:lnTo>
                  <a:pt x="2286436" y="0"/>
                </a:lnTo>
                <a:lnTo>
                  <a:pt x="2286436" y="2286436"/>
                </a:lnTo>
                <a:lnTo>
                  <a:pt x="0" y="22864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FFC9B5B4-3DD3-2AA1-DE95-2F57AB1CF7AE}"/>
              </a:ext>
            </a:extLst>
          </p:cNvPr>
          <p:cNvSpPr/>
          <p:nvPr/>
        </p:nvSpPr>
        <p:spPr>
          <a:xfrm>
            <a:off x="5839566" y="6364135"/>
            <a:ext cx="901338" cy="47207"/>
          </a:xfrm>
          <a:custGeom>
            <a:avLst/>
            <a:gdLst/>
            <a:ahLst/>
            <a:cxnLst/>
            <a:rect l="l" t="t" r="r" b="b"/>
            <a:pathLst>
              <a:path w="832264">
                <a:moveTo>
                  <a:pt x="832264" y="0"/>
                </a:moveTo>
                <a:lnTo>
                  <a:pt x="0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1B0862A5-5F1A-BD89-5EFA-1E04E60B3DAF}"/>
              </a:ext>
            </a:extLst>
          </p:cNvPr>
          <p:cNvSpPr/>
          <p:nvPr/>
        </p:nvSpPr>
        <p:spPr>
          <a:xfrm>
            <a:off x="5415484" y="6600070"/>
            <a:ext cx="146476" cy="1022544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59CEFB1D-8CCA-D7E3-96E9-4EC60EA79D59}"/>
              </a:ext>
            </a:extLst>
          </p:cNvPr>
          <p:cNvSpPr txBox="1"/>
          <p:nvPr/>
        </p:nvSpPr>
        <p:spPr>
          <a:xfrm>
            <a:off x="5819288" y="7581371"/>
            <a:ext cx="24156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master/main</a:t>
            </a:r>
          </a:p>
        </p:txBody>
      </p:sp>
      <p:sp>
        <p:nvSpPr>
          <p:cNvPr id="56" name="TextBox 35">
            <a:extLst>
              <a:ext uri="{FF2B5EF4-FFF2-40B4-BE49-F238E27FC236}">
                <a16:creationId xmlns:a16="http://schemas.microsoft.com/office/drawing/2014/main" id="{2252FEA2-EE29-B711-9973-2E2266F592F3}"/>
              </a:ext>
            </a:extLst>
          </p:cNvPr>
          <p:cNvSpPr txBox="1"/>
          <p:nvPr/>
        </p:nvSpPr>
        <p:spPr>
          <a:xfrm>
            <a:off x="7301248" y="6058774"/>
            <a:ext cx="24156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15BFC24F-77BB-A115-C0F2-F3CD07EF56F8}"/>
              </a:ext>
            </a:extLst>
          </p:cNvPr>
          <p:cNvSpPr/>
          <p:nvPr/>
        </p:nvSpPr>
        <p:spPr>
          <a:xfrm>
            <a:off x="3682607" y="7538246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59DDBA84-1330-F2EB-08DD-55FB7BC38882}"/>
              </a:ext>
            </a:extLst>
          </p:cNvPr>
          <p:cNvSpPr/>
          <p:nvPr/>
        </p:nvSpPr>
        <p:spPr>
          <a:xfrm>
            <a:off x="4965640" y="7560894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DA4231F7-D3D5-B30B-33C2-6553967812C9}"/>
              </a:ext>
            </a:extLst>
          </p:cNvPr>
          <p:cNvSpPr/>
          <p:nvPr/>
        </p:nvSpPr>
        <p:spPr>
          <a:xfrm>
            <a:off x="5200285" y="5996889"/>
            <a:ext cx="711834" cy="693540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6" name="Freeform 25">
            <a:extLst>
              <a:ext uri="{FF2B5EF4-FFF2-40B4-BE49-F238E27FC236}">
                <a16:creationId xmlns:a16="http://schemas.microsoft.com/office/drawing/2014/main" id="{2555E97C-1DB3-ED03-9E7C-DABFA77B25A3}"/>
              </a:ext>
            </a:extLst>
          </p:cNvPr>
          <p:cNvSpPr/>
          <p:nvPr/>
        </p:nvSpPr>
        <p:spPr>
          <a:xfrm>
            <a:off x="6449816" y="5956047"/>
            <a:ext cx="711834" cy="693540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3" name="TextBox 35">
            <a:extLst>
              <a:ext uri="{FF2B5EF4-FFF2-40B4-BE49-F238E27FC236}">
                <a16:creationId xmlns:a16="http://schemas.microsoft.com/office/drawing/2014/main" id="{8C352916-9765-D815-9376-5A8F190B8708}"/>
              </a:ext>
            </a:extLst>
          </p:cNvPr>
          <p:cNvSpPr txBox="1"/>
          <p:nvPr/>
        </p:nvSpPr>
        <p:spPr>
          <a:xfrm>
            <a:off x="12226822" y="4646247"/>
            <a:ext cx="277381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feat/mi-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8D5EDE89-1248-EFFE-43BD-6D3B8D0FB4B6}"/>
              </a:ext>
            </a:extLst>
          </p:cNvPr>
          <p:cNvGrpSpPr/>
          <p:nvPr/>
        </p:nvGrpSpPr>
        <p:grpSpPr>
          <a:xfrm>
            <a:off x="14794461" y="4628281"/>
            <a:ext cx="2094107" cy="1437109"/>
            <a:chOff x="14794461" y="4628281"/>
            <a:chExt cx="2094107" cy="143710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BA8112-9E6E-B728-C5A4-74D53F97A3C8}"/>
                </a:ext>
              </a:extLst>
            </p:cNvPr>
            <p:cNvSpPr/>
            <p:nvPr/>
          </p:nvSpPr>
          <p:spPr>
            <a:xfrm>
              <a:off x="14794461" y="4709336"/>
              <a:ext cx="652215" cy="630586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DC66D99F-B7F9-B7D2-04C0-E5D98C2FD33D}"/>
                </a:ext>
              </a:extLst>
            </p:cNvPr>
            <p:cNvSpPr/>
            <p:nvPr/>
          </p:nvSpPr>
          <p:spPr>
            <a:xfrm>
              <a:off x="15112596" y="5089587"/>
              <a:ext cx="668160" cy="975803"/>
            </a:xfrm>
            <a:custGeom>
              <a:avLst/>
              <a:gdLst/>
              <a:ahLst/>
              <a:cxnLst/>
              <a:rect l="l" t="t" r="r" b="b"/>
              <a:pathLst>
                <a:path w="591125" h="1756857">
                  <a:moveTo>
                    <a:pt x="591125" y="1756856"/>
                  </a:moveTo>
                  <a:lnTo>
                    <a:pt x="591125" y="1107028"/>
                  </a:lnTo>
                  <a:cubicBezTo>
                    <a:pt x="591125" y="1046399"/>
                    <a:pt x="567041" y="988254"/>
                    <a:pt x="524170" y="945383"/>
                  </a:cubicBezTo>
                  <a:cubicBezTo>
                    <a:pt x="481300" y="902512"/>
                    <a:pt x="423154" y="878428"/>
                    <a:pt x="362525" y="878428"/>
                  </a:cubicBezTo>
                  <a:lnTo>
                    <a:pt x="228600" y="878428"/>
                  </a:lnTo>
                  <a:cubicBezTo>
                    <a:pt x="167971" y="878428"/>
                    <a:pt x="109826" y="854343"/>
                    <a:pt x="66956" y="811472"/>
                  </a:cubicBezTo>
                  <a:cubicBezTo>
                    <a:pt x="24085" y="768602"/>
                    <a:pt x="0" y="710457"/>
                    <a:pt x="0" y="649828"/>
                  </a:cubicBezTo>
                  <a:lnTo>
                    <a:pt x="0" y="0"/>
                  </a:lnTo>
                </a:path>
              </a:pathLst>
            </a:custGeom>
            <a:ln w="57150" cap="flat">
              <a:solidFill>
                <a:srgbClr val="8C52FF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1" name="Freeform 34">
              <a:extLst>
                <a:ext uri="{FF2B5EF4-FFF2-40B4-BE49-F238E27FC236}">
                  <a16:creationId xmlns:a16="http://schemas.microsoft.com/office/drawing/2014/main" id="{62C83B36-55C7-1C33-F06F-0F043BE2BF8A}"/>
                </a:ext>
              </a:extLst>
            </p:cNvPr>
            <p:cNvSpPr/>
            <p:nvPr/>
          </p:nvSpPr>
          <p:spPr>
            <a:xfrm flipV="1">
              <a:off x="15372117" y="4905442"/>
              <a:ext cx="1134091" cy="45719"/>
            </a:xfrm>
            <a:custGeom>
              <a:avLst/>
              <a:gdLst/>
              <a:ahLst/>
              <a:cxnLst/>
              <a:rect l="l" t="t" r="r" b="b"/>
              <a:pathLst>
                <a:path w="567046">
                  <a:moveTo>
                    <a:pt x="0" y="0"/>
                  </a:moveTo>
                  <a:lnTo>
                    <a:pt x="567046" y="0"/>
                  </a:lnTo>
                </a:path>
              </a:pathLst>
            </a:custGeom>
            <a:ln w="57150" cap="flat">
              <a:solidFill>
                <a:srgbClr val="8C52FF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E4DEEC9E-D938-D217-4A96-8BEBE46803EF}"/>
                </a:ext>
              </a:extLst>
            </p:cNvPr>
            <p:cNvSpPr/>
            <p:nvPr/>
          </p:nvSpPr>
          <p:spPr>
            <a:xfrm>
              <a:off x="16236353" y="4628281"/>
              <a:ext cx="652215" cy="630586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458FFED-3374-AE6B-BC3B-293DD2AC1FC0}"/>
              </a:ext>
            </a:extLst>
          </p:cNvPr>
          <p:cNvGrpSpPr/>
          <p:nvPr/>
        </p:nvGrpSpPr>
        <p:grpSpPr>
          <a:xfrm>
            <a:off x="9507209" y="5911124"/>
            <a:ext cx="9179645" cy="2370687"/>
            <a:chOff x="535332" y="5924808"/>
            <a:chExt cx="9179645" cy="2370687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ED632C2-9852-9E5B-320B-86C28E24D839}"/>
                </a:ext>
              </a:extLst>
            </p:cNvPr>
            <p:cNvSpPr/>
            <p:nvPr/>
          </p:nvSpPr>
          <p:spPr>
            <a:xfrm>
              <a:off x="2353235" y="7507007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AutoShape 18">
              <a:extLst>
                <a:ext uri="{FF2B5EF4-FFF2-40B4-BE49-F238E27FC236}">
                  <a16:creationId xmlns:a16="http://schemas.microsoft.com/office/drawing/2014/main" id="{B948D566-BAF6-3629-A13A-F904F4D9C70D}"/>
                </a:ext>
              </a:extLst>
            </p:cNvPr>
            <p:cNvSpPr/>
            <p:nvPr/>
          </p:nvSpPr>
          <p:spPr>
            <a:xfrm>
              <a:off x="1654386" y="7942931"/>
              <a:ext cx="3727760" cy="0"/>
            </a:xfrm>
            <a:prstGeom prst="line">
              <a:avLst/>
            </a:prstGeom>
            <a:ln w="57150" cap="flat">
              <a:solidFill>
                <a:srgbClr val="F15226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6136A6FF-76A6-753D-4FD4-488E79A7C9FA}"/>
                </a:ext>
              </a:extLst>
            </p:cNvPr>
            <p:cNvSpPr/>
            <p:nvPr/>
          </p:nvSpPr>
          <p:spPr>
            <a:xfrm>
              <a:off x="535332" y="7069502"/>
              <a:ext cx="1129912" cy="1225993"/>
            </a:xfrm>
            <a:custGeom>
              <a:avLst/>
              <a:gdLst/>
              <a:ahLst/>
              <a:cxnLst/>
              <a:rect l="l" t="t" r="r" b="b"/>
              <a:pathLst>
                <a:path w="2286436" h="2286436">
                  <a:moveTo>
                    <a:pt x="0" y="0"/>
                  </a:moveTo>
                  <a:lnTo>
                    <a:pt x="2286436" y="0"/>
                  </a:lnTo>
                  <a:lnTo>
                    <a:pt x="2286436" y="2286436"/>
                  </a:lnTo>
                  <a:lnTo>
                    <a:pt x="0" y="2286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D74CBC54-ED76-C18B-49EB-0CA59624D7B2}"/>
                </a:ext>
              </a:extLst>
            </p:cNvPr>
            <p:cNvSpPr/>
            <p:nvPr/>
          </p:nvSpPr>
          <p:spPr>
            <a:xfrm>
              <a:off x="5837687" y="6332896"/>
              <a:ext cx="901338" cy="47207"/>
            </a:xfrm>
            <a:custGeom>
              <a:avLst/>
              <a:gdLst/>
              <a:ahLst/>
              <a:cxnLst/>
              <a:rect l="l" t="t" r="r" b="b"/>
              <a:pathLst>
                <a:path w="832264">
                  <a:moveTo>
                    <a:pt x="832264" y="0"/>
                  </a:moveTo>
                  <a:lnTo>
                    <a:pt x="0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91D0B0F8-93ED-73BA-F31F-DE398FCDBE53}"/>
                </a:ext>
              </a:extLst>
            </p:cNvPr>
            <p:cNvSpPr/>
            <p:nvPr/>
          </p:nvSpPr>
          <p:spPr>
            <a:xfrm>
              <a:off x="5413605" y="6568831"/>
              <a:ext cx="146476" cy="1022544"/>
            </a:xfrm>
            <a:custGeom>
              <a:avLst/>
              <a:gdLst/>
              <a:ahLst/>
              <a:cxnLst/>
              <a:rect l="l" t="t" r="r" b="b"/>
              <a:pathLst>
                <a:path w="1995163" h="1353803">
                  <a:moveTo>
                    <a:pt x="0" y="1353803"/>
                  </a:moveTo>
                  <a:lnTo>
                    <a:pt x="0" y="881060"/>
                  </a:lnTo>
                  <a:cubicBezTo>
                    <a:pt x="0" y="820432"/>
                    <a:pt x="24084" y="762286"/>
                    <a:pt x="66955" y="719415"/>
                  </a:cubicBezTo>
                  <a:cubicBezTo>
                    <a:pt x="109826" y="676545"/>
                    <a:pt x="167971" y="652460"/>
                    <a:pt x="228600" y="652460"/>
                  </a:cubicBezTo>
                  <a:lnTo>
                    <a:pt x="1411680" y="652460"/>
                  </a:lnTo>
                  <a:cubicBezTo>
                    <a:pt x="1537932" y="652460"/>
                    <a:pt x="1640280" y="550112"/>
                    <a:pt x="1640280" y="423860"/>
                  </a:cubicBezTo>
                  <a:lnTo>
                    <a:pt x="1640280" y="177441"/>
                  </a:lnTo>
                  <a:cubicBezTo>
                    <a:pt x="1640280" y="130381"/>
                    <a:pt x="1658975" y="85248"/>
                    <a:pt x="1692251" y="51971"/>
                  </a:cubicBezTo>
                  <a:cubicBezTo>
                    <a:pt x="1725528" y="18694"/>
                    <a:pt x="1770661" y="0"/>
                    <a:pt x="1817722" y="0"/>
                  </a:cubicBezTo>
                  <a:lnTo>
                    <a:pt x="1995163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TextBox 35">
              <a:extLst>
                <a:ext uri="{FF2B5EF4-FFF2-40B4-BE49-F238E27FC236}">
                  <a16:creationId xmlns:a16="http://schemas.microsoft.com/office/drawing/2014/main" id="{D460E6DE-A02B-F6B8-0F6C-791D0D3CE8F6}"/>
                </a:ext>
              </a:extLst>
            </p:cNvPr>
            <p:cNvSpPr txBox="1"/>
            <p:nvPr/>
          </p:nvSpPr>
          <p:spPr>
            <a:xfrm>
              <a:off x="5817409" y="7550132"/>
              <a:ext cx="2415608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master/main</a:t>
              </a:r>
            </a:p>
          </p:txBody>
        </p:sp>
        <p:sp>
          <p:nvSpPr>
            <p:cNvPr id="33" name="TextBox 35">
              <a:extLst>
                <a:ext uri="{FF2B5EF4-FFF2-40B4-BE49-F238E27FC236}">
                  <a16:creationId xmlns:a16="http://schemas.microsoft.com/office/drawing/2014/main" id="{0A2342BD-46D0-64FB-0F3C-F07D8FB217E3}"/>
                </a:ext>
              </a:extLst>
            </p:cNvPr>
            <p:cNvSpPr txBox="1"/>
            <p:nvPr/>
          </p:nvSpPr>
          <p:spPr>
            <a:xfrm>
              <a:off x="7299369" y="6027535"/>
              <a:ext cx="2415608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develop</a:t>
              </a: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7A437AC4-1512-7F47-AF1B-305B7795C032}"/>
                </a:ext>
              </a:extLst>
            </p:cNvPr>
            <p:cNvSpPr/>
            <p:nvPr/>
          </p:nvSpPr>
          <p:spPr>
            <a:xfrm>
              <a:off x="3680728" y="7507007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3F80E09A-7234-8F76-A7EB-D188B52D97C0}"/>
                </a:ext>
              </a:extLst>
            </p:cNvPr>
            <p:cNvSpPr/>
            <p:nvPr/>
          </p:nvSpPr>
          <p:spPr>
            <a:xfrm>
              <a:off x="4963761" y="7529655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9914004B-8768-80DC-6606-DE9FADB4B3CE}"/>
                </a:ext>
              </a:extLst>
            </p:cNvPr>
            <p:cNvSpPr/>
            <p:nvPr/>
          </p:nvSpPr>
          <p:spPr>
            <a:xfrm>
              <a:off x="5198406" y="5965650"/>
              <a:ext cx="711834" cy="693540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D0DF7CEB-627F-361A-E21C-49EE640BF076}"/>
                </a:ext>
              </a:extLst>
            </p:cNvPr>
            <p:cNvSpPr/>
            <p:nvPr/>
          </p:nvSpPr>
          <p:spPr>
            <a:xfrm>
              <a:off x="6447937" y="5924808"/>
              <a:ext cx="711834" cy="693540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TextBox 35">
            <a:extLst>
              <a:ext uri="{FF2B5EF4-FFF2-40B4-BE49-F238E27FC236}">
                <a16:creationId xmlns:a16="http://schemas.microsoft.com/office/drawing/2014/main" id="{2C14EF63-1893-CE76-612C-3E9C9104333D}"/>
              </a:ext>
            </a:extLst>
          </p:cNvPr>
          <p:cNvSpPr txBox="1"/>
          <p:nvPr/>
        </p:nvSpPr>
        <p:spPr>
          <a:xfrm>
            <a:off x="13518982" y="4091570"/>
            <a:ext cx="4801545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 err="1">
                <a:solidFill>
                  <a:srgbClr val="FFFF00"/>
                </a:solidFill>
                <a:latin typeface="Poppins"/>
                <a:ea typeface="Poppins"/>
                <a:cs typeface="Poppins"/>
                <a:sym typeface="Poppins"/>
              </a:rPr>
              <a:t>Relizamos</a:t>
            </a:r>
            <a:r>
              <a:rPr lang="es-MX" sz="2799" spc="-75" dirty="0">
                <a:solidFill>
                  <a:srgbClr val="FFFF00"/>
                </a:solidFill>
                <a:latin typeface="Poppins"/>
                <a:ea typeface="Poppins"/>
                <a:cs typeface="Poppins"/>
                <a:sym typeface="Poppins"/>
              </a:rPr>
              <a:t> modificaciones</a:t>
            </a:r>
          </a:p>
        </p:txBody>
      </p:sp>
      <p:grpSp>
        <p:nvGrpSpPr>
          <p:cNvPr id="38" name="Group 52">
            <a:extLst>
              <a:ext uri="{FF2B5EF4-FFF2-40B4-BE49-F238E27FC236}">
                <a16:creationId xmlns:a16="http://schemas.microsoft.com/office/drawing/2014/main" id="{905BECE1-CEDD-6A03-FD07-84478FE268EB}"/>
              </a:ext>
            </a:extLst>
          </p:cNvPr>
          <p:cNvGrpSpPr/>
          <p:nvPr/>
        </p:nvGrpSpPr>
        <p:grpSpPr>
          <a:xfrm>
            <a:off x="3142833" y="2406642"/>
            <a:ext cx="11863771" cy="960554"/>
            <a:chOff x="0" y="0"/>
            <a:chExt cx="2441105" cy="197645"/>
          </a:xfrm>
        </p:grpSpPr>
        <p:sp>
          <p:nvSpPr>
            <p:cNvPr id="43" name="Freeform 53">
              <a:extLst>
                <a:ext uri="{FF2B5EF4-FFF2-40B4-BE49-F238E27FC236}">
                  <a16:creationId xmlns:a16="http://schemas.microsoft.com/office/drawing/2014/main" id="{2D1B6932-B8E3-05F2-D050-0F81D471B956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4" name="TextBox 54">
              <a:extLst>
                <a:ext uri="{FF2B5EF4-FFF2-40B4-BE49-F238E27FC236}">
                  <a16:creationId xmlns:a16="http://schemas.microsoft.com/office/drawing/2014/main" id="{99BE0BAA-136C-CF7D-308F-7B24B643270F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40" name="TextBox 55">
            <a:extLst>
              <a:ext uri="{FF2B5EF4-FFF2-40B4-BE49-F238E27FC236}">
                <a16:creationId xmlns:a16="http://schemas.microsoft.com/office/drawing/2014/main" id="{1A3C9629-646B-F33E-9F1D-320CE8401AC2}"/>
              </a:ext>
            </a:extLst>
          </p:cNvPr>
          <p:cNvSpPr txBox="1"/>
          <p:nvPr/>
        </p:nvSpPr>
        <p:spPr>
          <a:xfrm>
            <a:off x="4371640" y="2551765"/>
            <a:ext cx="822296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199"/>
              </a:lnSpc>
            </a:pPr>
            <a:endParaRPr/>
          </a:p>
        </p:txBody>
      </p:sp>
      <p:sp>
        <p:nvSpPr>
          <p:cNvPr id="42" name="TextBox 56">
            <a:extLst>
              <a:ext uri="{FF2B5EF4-FFF2-40B4-BE49-F238E27FC236}">
                <a16:creationId xmlns:a16="http://schemas.microsoft.com/office/drawing/2014/main" id="{839BDBF8-FD29-073A-5DD8-19115FDFC200}"/>
              </a:ext>
            </a:extLst>
          </p:cNvPr>
          <p:cNvSpPr txBox="1"/>
          <p:nvPr/>
        </p:nvSpPr>
        <p:spPr>
          <a:xfrm>
            <a:off x="3441026" y="2657819"/>
            <a:ext cx="11267384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add .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634430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4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7FB9F0-EC96-8DCF-DD69-BD9BBE7AB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4BF45FD-1705-3EC6-8942-D81647CA93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2A3B154-D785-0F0C-E906-3FC8C88FC1AD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943B694-4C31-F3FD-5CBE-670072E5AD2D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52BA311-35F9-9BD1-8027-73C6AAF8E926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3CA1553-01BF-7557-7D2F-040DDBC74116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0F31D0A-1E01-A984-B2D2-07CB87A15F1E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9639D20-D206-2272-F3C5-B18CE5E65FFD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68084A4D-8995-8DF6-7088-91C159ABC699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62697061-09D2-E563-9EEE-64DDEF798D80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8356212-8BB1-481C-CBA2-D05CFC522FFE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8311788-93E1-DE08-2064-ACC74D416500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6DEF64A-C4CB-39A7-71F6-5DEB2EA65631}"/>
              </a:ext>
            </a:extLst>
          </p:cNvPr>
          <p:cNvSpPr txBox="1"/>
          <p:nvPr/>
        </p:nvSpPr>
        <p:spPr>
          <a:xfrm>
            <a:off x="783615" y="758816"/>
            <a:ext cx="17197243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UN REPASO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grpSp>
        <p:nvGrpSpPr>
          <p:cNvPr id="82" name="Grupo 81">
            <a:extLst>
              <a:ext uri="{FF2B5EF4-FFF2-40B4-BE49-F238E27FC236}">
                <a16:creationId xmlns:a16="http://schemas.microsoft.com/office/drawing/2014/main" id="{48447213-EAB5-7C14-8F61-2ED042D69DE2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83" name="Group 10">
              <a:extLst>
                <a:ext uri="{FF2B5EF4-FFF2-40B4-BE49-F238E27FC236}">
                  <a16:creationId xmlns:a16="http://schemas.microsoft.com/office/drawing/2014/main" id="{6495FB60-163F-35DA-7B9F-246AADFB72CF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85" name="Freeform 11">
                <a:extLst>
                  <a:ext uri="{FF2B5EF4-FFF2-40B4-BE49-F238E27FC236}">
                    <a16:creationId xmlns:a16="http://schemas.microsoft.com/office/drawing/2014/main" id="{2BBF17DE-2391-444A-F6FB-FAA91A9547DF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86" name="TextBox 12">
                <a:extLst>
                  <a:ext uri="{FF2B5EF4-FFF2-40B4-BE49-F238E27FC236}">
                    <a16:creationId xmlns:a16="http://schemas.microsoft.com/office/drawing/2014/main" id="{D2C78BBE-9E5C-52D1-6863-B287437B0E2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84" name="Imagen 83">
              <a:extLst>
                <a:ext uri="{FF2B5EF4-FFF2-40B4-BE49-F238E27FC236}">
                  <a16:creationId xmlns:a16="http://schemas.microsoft.com/office/drawing/2014/main" id="{1092D756-8F17-6E43-CF3E-250A701761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grpSp>
        <p:nvGrpSpPr>
          <p:cNvPr id="87" name="Group 13">
            <a:extLst>
              <a:ext uri="{FF2B5EF4-FFF2-40B4-BE49-F238E27FC236}">
                <a16:creationId xmlns:a16="http://schemas.microsoft.com/office/drawing/2014/main" id="{80E03CB9-1451-6BD9-BCD0-3AA3A98F72F6}"/>
              </a:ext>
            </a:extLst>
          </p:cNvPr>
          <p:cNvGrpSpPr/>
          <p:nvPr/>
        </p:nvGrpSpPr>
        <p:grpSpPr>
          <a:xfrm>
            <a:off x="453113" y="3841080"/>
            <a:ext cx="8545430" cy="4772643"/>
            <a:chOff x="0" y="0"/>
            <a:chExt cx="1351154" cy="731404"/>
          </a:xfrm>
        </p:grpSpPr>
        <p:sp>
          <p:nvSpPr>
            <p:cNvPr id="88" name="Freeform 14">
              <a:extLst>
                <a:ext uri="{FF2B5EF4-FFF2-40B4-BE49-F238E27FC236}">
                  <a16:creationId xmlns:a16="http://schemas.microsoft.com/office/drawing/2014/main" id="{8E7F1F99-E357-8F12-62FD-A729B40DABED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89" name="TextBox 15">
              <a:extLst>
                <a:ext uri="{FF2B5EF4-FFF2-40B4-BE49-F238E27FC236}">
                  <a16:creationId xmlns:a16="http://schemas.microsoft.com/office/drawing/2014/main" id="{74E5EDE9-AE26-386F-F7A8-05080FF8C52A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0" name="TextBox 16">
            <a:extLst>
              <a:ext uri="{FF2B5EF4-FFF2-40B4-BE49-F238E27FC236}">
                <a16:creationId xmlns:a16="http://schemas.microsoft.com/office/drawing/2014/main" id="{018C5B32-0336-0BB2-81E9-4FFC65DD112C}"/>
              </a:ext>
            </a:extLst>
          </p:cNvPr>
          <p:cNvSpPr txBox="1"/>
          <p:nvPr/>
        </p:nvSpPr>
        <p:spPr>
          <a:xfrm>
            <a:off x="742091" y="3920837"/>
            <a:ext cx="7154156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Repositorio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remoto</a:t>
            </a:r>
            <a:endParaRPr lang="en-US" sz="3199" spc="-86" dirty="0">
              <a:solidFill>
                <a:srgbClr val="FF31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1" name="Group 36">
            <a:extLst>
              <a:ext uri="{FF2B5EF4-FFF2-40B4-BE49-F238E27FC236}">
                <a16:creationId xmlns:a16="http://schemas.microsoft.com/office/drawing/2014/main" id="{FF312028-620A-8364-952A-3FAB9BA25521}"/>
              </a:ext>
            </a:extLst>
          </p:cNvPr>
          <p:cNvGrpSpPr/>
          <p:nvPr/>
        </p:nvGrpSpPr>
        <p:grpSpPr>
          <a:xfrm>
            <a:off x="9334599" y="3836833"/>
            <a:ext cx="8767116" cy="4776890"/>
            <a:chOff x="0" y="0"/>
            <a:chExt cx="1351154" cy="731404"/>
          </a:xfrm>
        </p:grpSpPr>
        <p:sp>
          <p:nvSpPr>
            <p:cNvPr id="92" name="Freeform 37">
              <a:extLst>
                <a:ext uri="{FF2B5EF4-FFF2-40B4-BE49-F238E27FC236}">
                  <a16:creationId xmlns:a16="http://schemas.microsoft.com/office/drawing/2014/main" id="{03FC3B18-AF75-B216-64A8-42F2DA4F51E2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3" name="TextBox 38">
              <a:extLst>
                <a:ext uri="{FF2B5EF4-FFF2-40B4-BE49-F238E27FC236}">
                  <a16:creationId xmlns:a16="http://schemas.microsoft.com/office/drawing/2014/main" id="{89DBD219-70A5-A1C5-8D4A-297DAF5CC797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4" name="TextBox 39">
            <a:extLst>
              <a:ext uri="{FF2B5EF4-FFF2-40B4-BE49-F238E27FC236}">
                <a16:creationId xmlns:a16="http://schemas.microsoft.com/office/drawing/2014/main" id="{27BBE529-0804-C7E7-7FC0-0B6925DFD3BE}"/>
              </a:ext>
            </a:extLst>
          </p:cNvPr>
          <p:cNvSpPr txBox="1"/>
          <p:nvPr/>
        </p:nvSpPr>
        <p:spPr>
          <a:xfrm>
            <a:off x="9514797" y="3977686"/>
            <a:ext cx="7339749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B9ED7835-2F15-DB12-0214-1AA184AF065C}"/>
              </a:ext>
            </a:extLst>
          </p:cNvPr>
          <p:cNvSpPr/>
          <p:nvPr/>
        </p:nvSpPr>
        <p:spPr>
          <a:xfrm>
            <a:off x="2355114" y="7538246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97D5F4FC-9945-D2D1-BC12-1EAF361276E6}"/>
              </a:ext>
            </a:extLst>
          </p:cNvPr>
          <p:cNvSpPr/>
          <p:nvPr/>
        </p:nvSpPr>
        <p:spPr>
          <a:xfrm>
            <a:off x="1656265" y="7974170"/>
            <a:ext cx="3727760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0D193162-E504-EED7-F2F2-1D217931C77D}"/>
              </a:ext>
            </a:extLst>
          </p:cNvPr>
          <p:cNvSpPr/>
          <p:nvPr/>
        </p:nvSpPr>
        <p:spPr>
          <a:xfrm>
            <a:off x="537211" y="7100741"/>
            <a:ext cx="1129912" cy="1225993"/>
          </a:xfrm>
          <a:custGeom>
            <a:avLst/>
            <a:gdLst/>
            <a:ahLst/>
            <a:cxnLst/>
            <a:rect l="l" t="t" r="r" b="b"/>
            <a:pathLst>
              <a:path w="2286436" h="2286436">
                <a:moveTo>
                  <a:pt x="0" y="0"/>
                </a:moveTo>
                <a:lnTo>
                  <a:pt x="2286436" y="0"/>
                </a:lnTo>
                <a:lnTo>
                  <a:pt x="2286436" y="2286436"/>
                </a:lnTo>
                <a:lnTo>
                  <a:pt x="0" y="22864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D27A16B5-1A3C-DFB3-D896-75EFFEF93B71}"/>
              </a:ext>
            </a:extLst>
          </p:cNvPr>
          <p:cNvSpPr/>
          <p:nvPr/>
        </p:nvSpPr>
        <p:spPr>
          <a:xfrm>
            <a:off x="5839566" y="6364135"/>
            <a:ext cx="901338" cy="47207"/>
          </a:xfrm>
          <a:custGeom>
            <a:avLst/>
            <a:gdLst/>
            <a:ahLst/>
            <a:cxnLst/>
            <a:rect l="l" t="t" r="r" b="b"/>
            <a:pathLst>
              <a:path w="832264">
                <a:moveTo>
                  <a:pt x="832264" y="0"/>
                </a:moveTo>
                <a:lnTo>
                  <a:pt x="0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B8EF9A46-F8B4-6B82-E028-F80FE01DECC4}"/>
              </a:ext>
            </a:extLst>
          </p:cNvPr>
          <p:cNvSpPr/>
          <p:nvPr/>
        </p:nvSpPr>
        <p:spPr>
          <a:xfrm>
            <a:off x="5415484" y="6600070"/>
            <a:ext cx="146476" cy="1022544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A9BC75CB-A334-DE10-EF48-F5EBB576DA11}"/>
              </a:ext>
            </a:extLst>
          </p:cNvPr>
          <p:cNvSpPr txBox="1"/>
          <p:nvPr/>
        </p:nvSpPr>
        <p:spPr>
          <a:xfrm>
            <a:off x="5819288" y="7581371"/>
            <a:ext cx="24156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master/main</a:t>
            </a:r>
          </a:p>
        </p:txBody>
      </p:sp>
      <p:sp>
        <p:nvSpPr>
          <p:cNvPr id="56" name="TextBox 35">
            <a:extLst>
              <a:ext uri="{FF2B5EF4-FFF2-40B4-BE49-F238E27FC236}">
                <a16:creationId xmlns:a16="http://schemas.microsoft.com/office/drawing/2014/main" id="{D6A0BBC7-B5B0-E769-729D-05373B91A632}"/>
              </a:ext>
            </a:extLst>
          </p:cNvPr>
          <p:cNvSpPr txBox="1"/>
          <p:nvPr/>
        </p:nvSpPr>
        <p:spPr>
          <a:xfrm>
            <a:off x="7301248" y="6058774"/>
            <a:ext cx="24156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8DDDAA84-133E-B0A2-082B-C10F43531607}"/>
              </a:ext>
            </a:extLst>
          </p:cNvPr>
          <p:cNvSpPr/>
          <p:nvPr/>
        </p:nvSpPr>
        <p:spPr>
          <a:xfrm>
            <a:off x="3682607" y="7538246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AC4C8A2C-0FA4-30CA-2994-54613C85399D}"/>
              </a:ext>
            </a:extLst>
          </p:cNvPr>
          <p:cNvSpPr/>
          <p:nvPr/>
        </p:nvSpPr>
        <p:spPr>
          <a:xfrm>
            <a:off x="4965640" y="7560894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96ABDF41-0CE5-BCDE-1965-AFAD29891BE9}"/>
              </a:ext>
            </a:extLst>
          </p:cNvPr>
          <p:cNvSpPr/>
          <p:nvPr/>
        </p:nvSpPr>
        <p:spPr>
          <a:xfrm>
            <a:off x="5200285" y="5996889"/>
            <a:ext cx="711834" cy="693540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6" name="Freeform 25">
            <a:extLst>
              <a:ext uri="{FF2B5EF4-FFF2-40B4-BE49-F238E27FC236}">
                <a16:creationId xmlns:a16="http://schemas.microsoft.com/office/drawing/2014/main" id="{8DE62CC7-EA07-5578-4DB4-41C90DD94977}"/>
              </a:ext>
            </a:extLst>
          </p:cNvPr>
          <p:cNvSpPr/>
          <p:nvPr/>
        </p:nvSpPr>
        <p:spPr>
          <a:xfrm>
            <a:off x="6449816" y="5956047"/>
            <a:ext cx="711834" cy="693540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3" name="TextBox 35">
            <a:extLst>
              <a:ext uri="{FF2B5EF4-FFF2-40B4-BE49-F238E27FC236}">
                <a16:creationId xmlns:a16="http://schemas.microsoft.com/office/drawing/2014/main" id="{4886DF64-8562-85B9-4DEB-D678311E8129}"/>
              </a:ext>
            </a:extLst>
          </p:cNvPr>
          <p:cNvSpPr txBox="1"/>
          <p:nvPr/>
        </p:nvSpPr>
        <p:spPr>
          <a:xfrm>
            <a:off x="12226822" y="4646247"/>
            <a:ext cx="277381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feat/mi-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16AA5426-DE93-A3B8-7D6C-54D338BBF684}"/>
              </a:ext>
            </a:extLst>
          </p:cNvPr>
          <p:cNvGrpSpPr/>
          <p:nvPr/>
        </p:nvGrpSpPr>
        <p:grpSpPr>
          <a:xfrm>
            <a:off x="14794461" y="4628281"/>
            <a:ext cx="2094107" cy="1437109"/>
            <a:chOff x="14794461" y="4628281"/>
            <a:chExt cx="2094107" cy="143710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A0611812-39F8-D027-7486-D0879256A831}"/>
                </a:ext>
              </a:extLst>
            </p:cNvPr>
            <p:cNvSpPr/>
            <p:nvPr/>
          </p:nvSpPr>
          <p:spPr>
            <a:xfrm>
              <a:off x="14794461" y="4709336"/>
              <a:ext cx="652215" cy="630586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3429BCEB-5D16-0CEF-13A6-69F7F16DA3A4}"/>
                </a:ext>
              </a:extLst>
            </p:cNvPr>
            <p:cNvSpPr/>
            <p:nvPr/>
          </p:nvSpPr>
          <p:spPr>
            <a:xfrm>
              <a:off x="15112596" y="5089587"/>
              <a:ext cx="668160" cy="975803"/>
            </a:xfrm>
            <a:custGeom>
              <a:avLst/>
              <a:gdLst/>
              <a:ahLst/>
              <a:cxnLst/>
              <a:rect l="l" t="t" r="r" b="b"/>
              <a:pathLst>
                <a:path w="591125" h="1756857">
                  <a:moveTo>
                    <a:pt x="591125" y="1756856"/>
                  </a:moveTo>
                  <a:lnTo>
                    <a:pt x="591125" y="1107028"/>
                  </a:lnTo>
                  <a:cubicBezTo>
                    <a:pt x="591125" y="1046399"/>
                    <a:pt x="567041" y="988254"/>
                    <a:pt x="524170" y="945383"/>
                  </a:cubicBezTo>
                  <a:cubicBezTo>
                    <a:pt x="481300" y="902512"/>
                    <a:pt x="423154" y="878428"/>
                    <a:pt x="362525" y="878428"/>
                  </a:cubicBezTo>
                  <a:lnTo>
                    <a:pt x="228600" y="878428"/>
                  </a:lnTo>
                  <a:cubicBezTo>
                    <a:pt x="167971" y="878428"/>
                    <a:pt x="109826" y="854343"/>
                    <a:pt x="66956" y="811472"/>
                  </a:cubicBezTo>
                  <a:cubicBezTo>
                    <a:pt x="24085" y="768602"/>
                    <a:pt x="0" y="710457"/>
                    <a:pt x="0" y="649828"/>
                  </a:cubicBezTo>
                  <a:lnTo>
                    <a:pt x="0" y="0"/>
                  </a:lnTo>
                </a:path>
              </a:pathLst>
            </a:custGeom>
            <a:ln w="57150" cap="flat">
              <a:solidFill>
                <a:srgbClr val="8C52FF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1" name="Freeform 34">
              <a:extLst>
                <a:ext uri="{FF2B5EF4-FFF2-40B4-BE49-F238E27FC236}">
                  <a16:creationId xmlns:a16="http://schemas.microsoft.com/office/drawing/2014/main" id="{07CBD284-A8CF-6B8B-E17E-0B8242E3D9C1}"/>
                </a:ext>
              </a:extLst>
            </p:cNvPr>
            <p:cNvSpPr/>
            <p:nvPr/>
          </p:nvSpPr>
          <p:spPr>
            <a:xfrm flipV="1">
              <a:off x="15372117" y="4905442"/>
              <a:ext cx="1134091" cy="45719"/>
            </a:xfrm>
            <a:custGeom>
              <a:avLst/>
              <a:gdLst/>
              <a:ahLst/>
              <a:cxnLst/>
              <a:rect l="l" t="t" r="r" b="b"/>
              <a:pathLst>
                <a:path w="567046">
                  <a:moveTo>
                    <a:pt x="0" y="0"/>
                  </a:moveTo>
                  <a:lnTo>
                    <a:pt x="567046" y="0"/>
                  </a:lnTo>
                </a:path>
              </a:pathLst>
            </a:custGeom>
            <a:ln w="57150" cap="flat">
              <a:solidFill>
                <a:srgbClr val="8C52FF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92EE9CD5-483B-B5B2-8186-AB87A7A57F62}"/>
                </a:ext>
              </a:extLst>
            </p:cNvPr>
            <p:cNvSpPr/>
            <p:nvPr/>
          </p:nvSpPr>
          <p:spPr>
            <a:xfrm>
              <a:off x="16236353" y="4628281"/>
              <a:ext cx="652215" cy="630586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32DE2D8-A245-4B68-B454-F26CF5BEF6E8}"/>
              </a:ext>
            </a:extLst>
          </p:cNvPr>
          <p:cNvGrpSpPr/>
          <p:nvPr/>
        </p:nvGrpSpPr>
        <p:grpSpPr>
          <a:xfrm>
            <a:off x="9507209" y="5911124"/>
            <a:ext cx="9179645" cy="2370687"/>
            <a:chOff x="535332" y="5924808"/>
            <a:chExt cx="9179645" cy="2370687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A7A8E114-3A15-AB29-9647-8F8133F089C2}"/>
                </a:ext>
              </a:extLst>
            </p:cNvPr>
            <p:cNvSpPr/>
            <p:nvPr/>
          </p:nvSpPr>
          <p:spPr>
            <a:xfrm>
              <a:off x="2353235" y="7507007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AutoShape 18">
              <a:extLst>
                <a:ext uri="{FF2B5EF4-FFF2-40B4-BE49-F238E27FC236}">
                  <a16:creationId xmlns:a16="http://schemas.microsoft.com/office/drawing/2014/main" id="{28537767-85D0-D53A-F86D-17822D7B9017}"/>
                </a:ext>
              </a:extLst>
            </p:cNvPr>
            <p:cNvSpPr/>
            <p:nvPr/>
          </p:nvSpPr>
          <p:spPr>
            <a:xfrm>
              <a:off x="1654386" y="7942931"/>
              <a:ext cx="3727760" cy="0"/>
            </a:xfrm>
            <a:prstGeom prst="line">
              <a:avLst/>
            </a:prstGeom>
            <a:ln w="57150" cap="flat">
              <a:solidFill>
                <a:srgbClr val="F15226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E1563033-D259-DA44-8AA9-E41CFA720C45}"/>
                </a:ext>
              </a:extLst>
            </p:cNvPr>
            <p:cNvSpPr/>
            <p:nvPr/>
          </p:nvSpPr>
          <p:spPr>
            <a:xfrm>
              <a:off x="535332" y="7069502"/>
              <a:ext cx="1129912" cy="1225993"/>
            </a:xfrm>
            <a:custGeom>
              <a:avLst/>
              <a:gdLst/>
              <a:ahLst/>
              <a:cxnLst/>
              <a:rect l="l" t="t" r="r" b="b"/>
              <a:pathLst>
                <a:path w="2286436" h="2286436">
                  <a:moveTo>
                    <a:pt x="0" y="0"/>
                  </a:moveTo>
                  <a:lnTo>
                    <a:pt x="2286436" y="0"/>
                  </a:lnTo>
                  <a:lnTo>
                    <a:pt x="2286436" y="2286436"/>
                  </a:lnTo>
                  <a:lnTo>
                    <a:pt x="0" y="2286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A2BAF71D-9459-D68A-6558-76F057492844}"/>
                </a:ext>
              </a:extLst>
            </p:cNvPr>
            <p:cNvSpPr/>
            <p:nvPr/>
          </p:nvSpPr>
          <p:spPr>
            <a:xfrm>
              <a:off x="5837687" y="6332896"/>
              <a:ext cx="901338" cy="47207"/>
            </a:xfrm>
            <a:custGeom>
              <a:avLst/>
              <a:gdLst/>
              <a:ahLst/>
              <a:cxnLst/>
              <a:rect l="l" t="t" r="r" b="b"/>
              <a:pathLst>
                <a:path w="832264">
                  <a:moveTo>
                    <a:pt x="832264" y="0"/>
                  </a:moveTo>
                  <a:lnTo>
                    <a:pt x="0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5B796C88-3789-483F-D4B6-4E4AA49E9F52}"/>
                </a:ext>
              </a:extLst>
            </p:cNvPr>
            <p:cNvSpPr/>
            <p:nvPr/>
          </p:nvSpPr>
          <p:spPr>
            <a:xfrm>
              <a:off x="5413605" y="6568831"/>
              <a:ext cx="146476" cy="1022544"/>
            </a:xfrm>
            <a:custGeom>
              <a:avLst/>
              <a:gdLst/>
              <a:ahLst/>
              <a:cxnLst/>
              <a:rect l="l" t="t" r="r" b="b"/>
              <a:pathLst>
                <a:path w="1995163" h="1353803">
                  <a:moveTo>
                    <a:pt x="0" y="1353803"/>
                  </a:moveTo>
                  <a:lnTo>
                    <a:pt x="0" y="881060"/>
                  </a:lnTo>
                  <a:cubicBezTo>
                    <a:pt x="0" y="820432"/>
                    <a:pt x="24084" y="762286"/>
                    <a:pt x="66955" y="719415"/>
                  </a:cubicBezTo>
                  <a:cubicBezTo>
                    <a:pt x="109826" y="676545"/>
                    <a:pt x="167971" y="652460"/>
                    <a:pt x="228600" y="652460"/>
                  </a:cubicBezTo>
                  <a:lnTo>
                    <a:pt x="1411680" y="652460"/>
                  </a:lnTo>
                  <a:cubicBezTo>
                    <a:pt x="1537932" y="652460"/>
                    <a:pt x="1640280" y="550112"/>
                    <a:pt x="1640280" y="423860"/>
                  </a:cubicBezTo>
                  <a:lnTo>
                    <a:pt x="1640280" y="177441"/>
                  </a:lnTo>
                  <a:cubicBezTo>
                    <a:pt x="1640280" y="130381"/>
                    <a:pt x="1658975" y="85248"/>
                    <a:pt x="1692251" y="51971"/>
                  </a:cubicBezTo>
                  <a:cubicBezTo>
                    <a:pt x="1725528" y="18694"/>
                    <a:pt x="1770661" y="0"/>
                    <a:pt x="1817722" y="0"/>
                  </a:cubicBezTo>
                  <a:lnTo>
                    <a:pt x="1995163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TextBox 35">
              <a:extLst>
                <a:ext uri="{FF2B5EF4-FFF2-40B4-BE49-F238E27FC236}">
                  <a16:creationId xmlns:a16="http://schemas.microsoft.com/office/drawing/2014/main" id="{02F9D22D-8860-9C4C-455C-AF500AB4F001}"/>
                </a:ext>
              </a:extLst>
            </p:cNvPr>
            <p:cNvSpPr txBox="1"/>
            <p:nvPr/>
          </p:nvSpPr>
          <p:spPr>
            <a:xfrm>
              <a:off x="5817409" y="7550132"/>
              <a:ext cx="2415608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master/main</a:t>
              </a:r>
            </a:p>
          </p:txBody>
        </p:sp>
        <p:sp>
          <p:nvSpPr>
            <p:cNvPr id="33" name="TextBox 35">
              <a:extLst>
                <a:ext uri="{FF2B5EF4-FFF2-40B4-BE49-F238E27FC236}">
                  <a16:creationId xmlns:a16="http://schemas.microsoft.com/office/drawing/2014/main" id="{830E2662-3309-7C7F-87B4-70FFA865B416}"/>
                </a:ext>
              </a:extLst>
            </p:cNvPr>
            <p:cNvSpPr txBox="1"/>
            <p:nvPr/>
          </p:nvSpPr>
          <p:spPr>
            <a:xfrm>
              <a:off x="7299369" y="6027535"/>
              <a:ext cx="2415608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develop</a:t>
              </a: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73CD33BA-3E1E-482C-BBC7-6B5235D139D5}"/>
                </a:ext>
              </a:extLst>
            </p:cNvPr>
            <p:cNvSpPr/>
            <p:nvPr/>
          </p:nvSpPr>
          <p:spPr>
            <a:xfrm>
              <a:off x="3680728" y="7507007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E02E26B0-1A7C-3713-1F0E-BCE48D0FEBF5}"/>
                </a:ext>
              </a:extLst>
            </p:cNvPr>
            <p:cNvSpPr/>
            <p:nvPr/>
          </p:nvSpPr>
          <p:spPr>
            <a:xfrm>
              <a:off x="4963761" y="7529655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13C89B1A-4312-55A0-5FB0-763BEAB2CE07}"/>
                </a:ext>
              </a:extLst>
            </p:cNvPr>
            <p:cNvSpPr/>
            <p:nvPr/>
          </p:nvSpPr>
          <p:spPr>
            <a:xfrm>
              <a:off x="5198406" y="5965650"/>
              <a:ext cx="711834" cy="693540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CEDD08B6-6E2A-CB7C-2A2F-FE749CAD836C}"/>
                </a:ext>
              </a:extLst>
            </p:cNvPr>
            <p:cNvSpPr/>
            <p:nvPr/>
          </p:nvSpPr>
          <p:spPr>
            <a:xfrm>
              <a:off x="6447937" y="5924808"/>
              <a:ext cx="711834" cy="693540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TextBox 35">
            <a:extLst>
              <a:ext uri="{FF2B5EF4-FFF2-40B4-BE49-F238E27FC236}">
                <a16:creationId xmlns:a16="http://schemas.microsoft.com/office/drawing/2014/main" id="{2A809FA3-1459-C86E-133A-1A9490F08B9A}"/>
              </a:ext>
            </a:extLst>
          </p:cNvPr>
          <p:cNvSpPr txBox="1"/>
          <p:nvPr/>
        </p:nvSpPr>
        <p:spPr>
          <a:xfrm>
            <a:off x="13518982" y="4091570"/>
            <a:ext cx="4801545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00"/>
                </a:solidFill>
                <a:latin typeface="Poppins"/>
                <a:ea typeface="Poppins"/>
                <a:cs typeface="Poppins"/>
                <a:sym typeface="Poppins"/>
              </a:rPr>
              <a:t>Preparamos los cambios</a:t>
            </a:r>
          </a:p>
        </p:txBody>
      </p:sp>
      <p:grpSp>
        <p:nvGrpSpPr>
          <p:cNvPr id="38" name="Group 52">
            <a:extLst>
              <a:ext uri="{FF2B5EF4-FFF2-40B4-BE49-F238E27FC236}">
                <a16:creationId xmlns:a16="http://schemas.microsoft.com/office/drawing/2014/main" id="{9EF629A5-55C8-366C-E12C-8B6D242618F8}"/>
              </a:ext>
            </a:extLst>
          </p:cNvPr>
          <p:cNvGrpSpPr/>
          <p:nvPr/>
        </p:nvGrpSpPr>
        <p:grpSpPr>
          <a:xfrm>
            <a:off x="3142833" y="2406642"/>
            <a:ext cx="11863771" cy="960554"/>
            <a:chOff x="0" y="0"/>
            <a:chExt cx="2441105" cy="197645"/>
          </a:xfrm>
        </p:grpSpPr>
        <p:sp>
          <p:nvSpPr>
            <p:cNvPr id="43" name="Freeform 53">
              <a:extLst>
                <a:ext uri="{FF2B5EF4-FFF2-40B4-BE49-F238E27FC236}">
                  <a16:creationId xmlns:a16="http://schemas.microsoft.com/office/drawing/2014/main" id="{1BF9A66D-DAE8-E808-FCA6-EFF152D06D0B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4" name="TextBox 54">
              <a:extLst>
                <a:ext uri="{FF2B5EF4-FFF2-40B4-BE49-F238E27FC236}">
                  <a16:creationId xmlns:a16="http://schemas.microsoft.com/office/drawing/2014/main" id="{12390503-7E94-0AEC-B320-7CBF73DE12F5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40" name="TextBox 55">
            <a:extLst>
              <a:ext uri="{FF2B5EF4-FFF2-40B4-BE49-F238E27FC236}">
                <a16:creationId xmlns:a16="http://schemas.microsoft.com/office/drawing/2014/main" id="{8D43A52A-2095-7713-8CBC-3B68B2C913AB}"/>
              </a:ext>
            </a:extLst>
          </p:cNvPr>
          <p:cNvSpPr txBox="1"/>
          <p:nvPr/>
        </p:nvSpPr>
        <p:spPr>
          <a:xfrm>
            <a:off x="4371640" y="2551765"/>
            <a:ext cx="822296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199"/>
              </a:lnSpc>
            </a:pPr>
            <a:endParaRPr/>
          </a:p>
        </p:txBody>
      </p:sp>
      <p:sp>
        <p:nvSpPr>
          <p:cNvPr id="42" name="TextBox 56">
            <a:extLst>
              <a:ext uri="{FF2B5EF4-FFF2-40B4-BE49-F238E27FC236}">
                <a16:creationId xmlns:a16="http://schemas.microsoft.com/office/drawing/2014/main" id="{C147FAE2-87B1-A8EF-3E2D-5AFCAED42BEA}"/>
              </a:ext>
            </a:extLst>
          </p:cNvPr>
          <p:cNvSpPr txBox="1"/>
          <p:nvPr/>
        </p:nvSpPr>
        <p:spPr>
          <a:xfrm>
            <a:off x="3441026" y="2657819"/>
            <a:ext cx="11267384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add .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284438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A167F8-2668-111C-8853-37C7A9DDC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63C1255-043C-1C6B-1EEF-18AC42B42A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A7D3EB9-08CE-671C-9B90-FC027E1928FE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613BA4E-AF8E-4D64-FC39-E5A0E6D60F42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108BA02-619B-0050-213A-CC5615FDB202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56D2F33F-55D8-6BB5-DDA7-7201051612F3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93CE085-464A-100F-A438-65866C234B6B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AF23555-BD42-7332-B0E5-5EA1AEA71594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936F5A64-52F2-9F5C-B474-47CC820CD0F0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E78F402-19C2-1508-BA23-D13B42402697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679ED42-EC9F-0BF0-8981-CB76C9A6E847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9CFDA0E-4BFB-6B53-0DE8-48AFF4A882ED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E447D81-217D-95EF-87C8-3723A28D685D}"/>
              </a:ext>
            </a:extLst>
          </p:cNvPr>
          <p:cNvSpPr txBox="1"/>
          <p:nvPr/>
        </p:nvSpPr>
        <p:spPr>
          <a:xfrm>
            <a:off x="783615" y="758816"/>
            <a:ext cx="17197243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UN REPASO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grpSp>
        <p:nvGrpSpPr>
          <p:cNvPr id="82" name="Grupo 81">
            <a:extLst>
              <a:ext uri="{FF2B5EF4-FFF2-40B4-BE49-F238E27FC236}">
                <a16:creationId xmlns:a16="http://schemas.microsoft.com/office/drawing/2014/main" id="{0F81FE79-2C23-589B-CC50-2A1FD304AED2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83" name="Group 10">
              <a:extLst>
                <a:ext uri="{FF2B5EF4-FFF2-40B4-BE49-F238E27FC236}">
                  <a16:creationId xmlns:a16="http://schemas.microsoft.com/office/drawing/2014/main" id="{6B4871B4-2BD1-5F17-7696-0D7A458FE8EB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85" name="Freeform 11">
                <a:extLst>
                  <a:ext uri="{FF2B5EF4-FFF2-40B4-BE49-F238E27FC236}">
                    <a16:creationId xmlns:a16="http://schemas.microsoft.com/office/drawing/2014/main" id="{A12D90B8-118C-0136-F033-A1406091EDB3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86" name="TextBox 12">
                <a:extLst>
                  <a:ext uri="{FF2B5EF4-FFF2-40B4-BE49-F238E27FC236}">
                    <a16:creationId xmlns:a16="http://schemas.microsoft.com/office/drawing/2014/main" id="{F621BD05-BB3E-01EE-C11E-A0BAA8AD01A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84" name="Imagen 83">
              <a:extLst>
                <a:ext uri="{FF2B5EF4-FFF2-40B4-BE49-F238E27FC236}">
                  <a16:creationId xmlns:a16="http://schemas.microsoft.com/office/drawing/2014/main" id="{2E7EEE7D-2A11-DFC7-8EA0-582F3B52B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grpSp>
        <p:nvGrpSpPr>
          <p:cNvPr id="87" name="Group 13">
            <a:extLst>
              <a:ext uri="{FF2B5EF4-FFF2-40B4-BE49-F238E27FC236}">
                <a16:creationId xmlns:a16="http://schemas.microsoft.com/office/drawing/2014/main" id="{E9476EA3-5FEC-2551-1120-C81F66FA6FBD}"/>
              </a:ext>
            </a:extLst>
          </p:cNvPr>
          <p:cNvGrpSpPr/>
          <p:nvPr/>
        </p:nvGrpSpPr>
        <p:grpSpPr>
          <a:xfrm>
            <a:off x="453113" y="3841080"/>
            <a:ext cx="8545430" cy="4772643"/>
            <a:chOff x="0" y="0"/>
            <a:chExt cx="1351154" cy="731404"/>
          </a:xfrm>
        </p:grpSpPr>
        <p:sp>
          <p:nvSpPr>
            <p:cNvPr id="88" name="Freeform 14">
              <a:extLst>
                <a:ext uri="{FF2B5EF4-FFF2-40B4-BE49-F238E27FC236}">
                  <a16:creationId xmlns:a16="http://schemas.microsoft.com/office/drawing/2014/main" id="{C9CF26DD-5684-4855-52DA-6FB3BB1FF8B1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89" name="TextBox 15">
              <a:extLst>
                <a:ext uri="{FF2B5EF4-FFF2-40B4-BE49-F238E27FC236}">
                  <a16:creationId xmlns:a16="http://schemas.microsoft.com/office/drawing/2014/main" id="{F16FDB0C-DABD-F8D9-57A1-1848B2B1F518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0" name="TextBox 16">
            <a:extLst>
              <a:ext uri="{FF2B5EF4-FFF2-40B4-BE49-F238E27FC236}">
                <a16:creationId xmlns:a16="http://schemas.microsoft.com/office/drawing/2014/main" id="{4F04D444-9496-8A0B-06E3-378B03092B8E}"/>
              </a:ext>
            </a:extLst>
          </p:cNvPr>
          <p:cNvSpPr txBox="1"/>
          <p:nvPr/>
        </p:nvSpPr>
        <p:spPr>
          <a:xfrm>
            <a:off x="742091" y="3920837"/>
            <a:ext cx="7154156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Repositorio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remoto</a:t>
            </a:r>
            <a:endParaRPr lang="en-US" sz="3199" spc="-86" dirty="0">
              <a:solidFill>
                <a:srgbClr val="FF31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1" name="Group 36">
            <a:extLst>
              <a:ext uri="{FF2B5EF4-FFF2-40B4-BE49-F238E27FC236}">
                <a16:creationId xmlns:a16="http://schemas.microsoft.com/office/drawing/2014/main" id="{85AAFA90-52A3-1E9B-5EA4-36775E9EDFB4}"/>
              </a:ext>
            </a:extLst>
          </p:cNvPr>
          <p:cNvGrpSpPr/>
          <p:nvPr/>
        </p:nvGrpSpPr>
        <p:grpSpPr>
          <a:xfrm>
            <a:off x="9334599" y="3836833"/>
            <a:ext cx="8767116" cy="4776890"/>
            <a:chOff x="0" y="0"/>
            <a:chExt cx="1351154" cy="731404"/>
          </a:xfrm>
        </p:grpSpPr>
        <p:sp>
          <p:nvSpPr>
            <p:cNvPr id="92" name="Freeform 37">
              <a:extLst>
                <a:ext uri="{FF2B5EF4-FFF2-40B4-BE49-F238E27FC236}">
                  <a16:creationId xmlns:a16="http://schemas.microsoft.com/office/drawing/2014/main" id="{E7A2A9B5-0927-A60D-E2DD-16F8777E1FAB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3" name="TextBox 38">
              <a:extLst>
                <a:ext uri="{FF2B5EF4-FFF2-40B4-BE49-F238E27FC236}">
                  <a16:creationId xmlns:a16="http://schemas.microsoft.com/office/drawing/2014/main" id="{D990AE3C-C84D-5480-DDFC-81E4407B599E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4" name="TextBox 39">
            <a:extLst>
              <a:ext uri="{FF2B5EF4-FFF2-40B4-BE49-F238E27FC236}">
                <a16:creationId xmlns:a16="http://schemas.microsoft.com/office/drawing/2014/main" id="{5094895E-BC9A-93EC-759A-F8FC0CAD2C20}"/>
              </a:ext>
            </a:extLst>
          </p:cNvPr>
          <p:cNvSpPr txBox="1"/>
          <p:nvPr/>
        </p:nvSpPr>
        <p:spPr>
          <a:xfrm>
            <a:off x="9514797" y="3977686"/>
            <a:ext cx="7339749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4CF5AF2F-CEB0-424A-2D1D-D2834AFB7B85}"/>
              </a:ext>
            </a:extLst>
          </p:cNvPr>
          <p:cNvSpPr/>
          <p:nvPr/>
        </p:nvSpPr>
        <p:spPr>
          <a:xfrm>
            <a:off x="2355114" y="7538246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684D10A1-CCCF-89C1-1874-AC2CBC38E369}"/>
              </a:ext>
            </a:extLst>
          </p:cNvPr>
          <p:cNvSpPr/>
          <p:nvPr/>
        </p:nvSpPr>
        <p:spPr>
          <a:xfrm>
            <a:off x="1656265" y="7974170"/>
            <a:ext cx="3727760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A429EADF-9AED-3FB1-7881-E1EB1C06560B}"/>
              </a:ext>
            </a:extLst>
          </p:cNvPr>
          <p:cNvSpPr/>
          <p:nvPr/>
        </p:nvSpPr>
        <p:spPr>
          <a:xfrm>
            <a:off x="537211" y="7100741"/>
            <a:ext cx="1129912" cy="1225993"/>
          </a:xfrm>
          <a:custGeom>
            <a:avLst/>
            <a:gdLst/>
            <a:ahLst/>
            <a:cxnLst/>
            <a:rect l="l" t="t" r="r" b="b"/>
            <a:pathLst>
              <a:path w="2286436" h="2286436">
                <a:moveTo>
                  <a:pt x="0" y="0"/>
                </a:moveTo>
                <a:lnTo>
                  <a:pt x="2286436" y="0"/>
                </a:lnTo>
                <a:lnTo>
                  <a:pt x="2286436" y="2286436"/>
                </a:lnTo>
                <a:lnTo>
                  <a:pt x="0" y="22864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D997DB8E-0DD6-5864-5156-F375454EE74E}"/>
              </a:ext>
            </a:extLst>
          </p:cNvPr>
          <p:cNvSpPr/>
          <p:nvPr/>
        </p:nvSpPr>
        <p:spPr>
          <a:xfrm>
            <a:off x="5839566" y="6364135"/>
            <a:ext cx="901338" cy="47207"/>
          </a:xfrm>
          <a:custGeom>
            <a:avLst/>
            <a:gdLst/>
            <a:ahLst/>
            <a:cxnLst/>
            <a:rect l="l" t="t" r="r" b="b"/>
            <a:pathLst>
              <a:path w="832264">
                <a:moveTo>
                  <a:pt x="832264" y="0"/>
                </a:moveTo>
                <a:lnTo>
                  <a:pt x="0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E8AD196C-4A87-DA18-5F36-B3067029EB17}"/>
              </a:ext>
            </a:extLst>
          </p:cNvPr>
          <p:cNvSpPr/>
          <p:nvPr/>
        </p:nvSpPr>
        <p:spPr>
          <a:xfrm>
            <a:off x="5415484" y="6600070"/>
            <a:ext cx="146476" cy="1022544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C54B11F4-57E5-64D4-1DCE-9F730FC4D5FF}"/>
              </a:ext>
            </a:extLst>
          </p:cNvPr>
          <p:cNvSpPr txBox="1"/>
          <p:nvPr/>
        </p:nvSpPr>
        <p:spPr>
          <a:xfrm>
            <a:off x="5819288" y="7581371"/>
            <a:ext cx="24156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master/main</a:t>
            </a:r>
          </a:p>
        </p:txBody>
      </p:sp>
      <p:sp>
        <p:nvSpPr>
          <p:cNvPr id="56" name="TextBox 35">
            <a:extLst>
              <a:ext uri="{FF2B5EF4-FFF2-40B4-BE49-F238E27FC236}">
                <a16:creationId xmlns:a16="http://schemas.microsoft.com/office/drawing/2014/main" id="{5FDD0156-B987-26AF-5688-2328D752223E}"/>
              </a:ext>
            </a:extLst>
          </p:cNvPr>
          <p:cNvSpPr txBox="1"/>
          <p:nvPr/>
        </p:nvSpPr>
        <p:spPr>
          <a:xfrm>
            <a:off x="7301248" y="6058774"/>
            <a:ext cx="24156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5AEC11B2-8CAA-6102-A6C4-96C9751870A0}"/>
              </a:ext>
            </a:extLst>
          </p:cNvPr>
          <p:cNvSpPr/>
          <p:nvPr/>
        </p:nvSpPr>
        <p:spPr>
          <a:xfrm>
            <a:off x="3682607" y="7538246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1392856F-8162-6E00-8671-2B1A6497C4A8}"/>
              </a:ext>
            </a:extLst>
          </p:cNvPr>
          <p:cNvSpPr/>
          <p:nvPr/>
        </p:nvSpPr>
        <p:spPr>
          <a:xfrm>
            <a:off x="4965640" y="7560894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2C6119F1-F21D-E3C6-AD56-C3AFBF6F4EEC}"/>
              </a:ext>
            </a:extLst>
          </p:cNvPr>
          <p:cNvSpPr/>
          <p:nvPr/>
        </p:nvSpPr>
        <p:spPr>
          <a:xfrm>
            <a:off x="5200285" y="5996889"/>
            <a:ext cx="711834" cy="693540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6" name="Freeform 25">
            <a:extLst>
              <a:ext uri="{FF2B5EF4-FFF2-40B4-BE49-F238E27FC236}">
                <a16:creationId xmlns:a16="http://schemas.microsoft.com/office/drawing/2014/main" id="{B6D9DFDA-229F-7E2A-3F76-5D3B3B81E2B1}"/>
              </a:ext>
            </a:extLst>
          </p:cNvPr>
          <p:cNvSpPr/>
          <p:nvPr/>
        </p:nvSpPr>
        <p:spPr>
          <a:xfrm>
            <a:off x="6449816" y="5956047"/>
            <a:ext cx="711834" cy="693540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3" name="TextBox 35">
            <a:extLst>
              <a:ext uri="{FF2B5EF4-FFF2-40B4-BE49-F238E27FC236}">
                <a16:creationId xmlns:a16="http://schemas.microsoft.com/office/drawing/2014/main" id="{7C4D8C8C-101E-725A-39DF-1D09D90FF779}"/>
              </a:ext>
            </a:extLst>
          </p:cNvPr>
          <p:cNvSpPr txBox="1"/>
          <p:nvPr/>
        </p:nvSpPr>
        <p:spPr>
          <a:xfrm>
            <a:off x="12226822" y="4646247"/>
            <a:ext cx="277381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feat/mi-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294A2FBC-2F52-0DCA-D177-BFEC25CC6C7F}"/>
              </a:ext>
            </a:extLst>
          </p:cNvPr>
          <p:cNvGrpSpPr/>
          <p:nvPr/>
        </p:nvGrpSpPr>
        <p:grpSpPr>
          <a:xfrm>
            <a:off x="14794461" y="4628281"/>
            <a:ext cx="2094107" cy="1437109"/>
            <a:chOff x="14794461" y="4628281"/>
            <a:chExt cx="2094107" cy="143710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95638156-F6D0-C159-FF02-BD1DEF9FCE54}"/>
                </a:ext>
              </a:extLst>
            </p:cNvPr>
            <p:cNvSpPr/>
            <p:nvPr/>
          </p:nvSpPr>
          <p:spPr>
            <a:xfrm>
              <a:off x="14794461" y="4709336"/>
              <a:ext cx="652215" cy="630586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40427A0D-BCD3-DAE3-90DB-B46924D7F468}"/>
                </a:ext>
              </a:extLst>
            </p:cNvPr>
            <p:cNvSpPr/>
            <p:nvPr/>
          </p:nvSpPr>
          <p:spPr>
            <a:xfrm>
              <a:off x="15112596" y="5089587"/>
              <a:ext cx="668160" cy="975803"/>
            </a:xfrm>
            <a:custGeom>
              <a:avLst/>
              <a:gdLst/>
              <a:ahLst/>
              <a:cxnLst/>
              <a:rect l="l" t="t" r="r" b="b"/>
              <a:pathLst>
                <a:path w="591125" h="1756857">
                  <a:moveTo>
                    <a:pt x="591125" y="1756856"/>
                  </a:moveTo>
                  <a:lnTo>
                    <a:pt x="591125" y="1107028"/>
                  </a:lnTo>
                  <a:cubicBezTo>
                    <a:pt x="591125" y="1046399"/>
                    <a:pt x="567041" y="988254"/>
                    <a:pt x="524170" y="945383"/>
                  </a:cubicBezTo>
                  <a:cubicBezTo>
                    <a:pt x="481300" y="902512"/>
                    <a:pt x="423154" y="878428"/>
                    <a:pt x="362525" y="878428"/>
                  </a:cubicBezTo>
                  <a:lnTo>
                    <a:pt x="228600" y="878428"/>
                  </a:lnTo>
                  <a:cubicBezTo>
                    <a:pt x="167971" y="878428"/>
                    <a:pt x="109826" y="854343"/>
                    <a:pt x="66956" y="811472"/>
                  </a:cubicBezTo>
                  <a:cubicBezTo>
                    <a:pt x="24085" y="768602"/>
                    <a:pt x="0" y="710457"/>
                    <a:pt x="0" y="649828"/>
                  </a:cubicBezTo>
                  <a:lnTo>
                    <a:pt x="0" y="0"/>
                  </a:lnTo>
                </a:path>
              </a:pathLst>
            </a:custGeom>
            <a:ln w="57150" cap="flat">
              <a:solidFill>
                <a:srgbClr val="8C52FF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1" name="Freeform 34">
              <a:extLst>
                <a:ext uri="{FF2B5EF4-FFF2-40B4-BE49-F238E27FC236}">
                  <a16:creationId xmlns:a16="http://schemas.microsoft.com/office/drawing/2014/main" id="{CF6ADA0B-D449-1386-FE04-0D4E6879140D}"/>
                </a:ext>
              </a:extLst>
            </p:cNvPr>
            <p:cNvSpPr/>
            <p:nvPr/>
          </p:nvSpPr>
          <p:spPr>
            <a:xfrm flipV="1">
              <a:off x="15372117" y="4905442"/>
              <a:ext cx="1134091" cy="45719"/>
            </a:xfrm>
            <a:custGeom>
              <a:avLst/>
              <a:gdLst/>
              <a:ahLst/>
              <a:cxnLst/>
              <a:rect l="l" t="t" r="r" b="b"/>
              <a:pathLst>
                <a:path w="567046">
                  <a:moveTo>
                    <a:pt x="0" y="0"/>
                  </a:moveTo>
                  <a:lnTo>
                    <a:pt x="567046" y="0"/>
                  </a:lnTo>
                </a:path>
              </a:pathLst>
            </a:custGeom>
            <a:ln w="57150" cap="flat">
              <a:solidFill>
                <a:srgbClr val="8C52FF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A744503F-6B56-16AF-4E8E-0D3D9E623EA5}"/>
                </a:ext>
              </a:extLst>
            </p:cNvPr>
            <p:cNvSpPr/>
            <p:nvPr/>
          </p:nvSpPr>
          <p:spPr>
            <a:xfrm>
              <a:off x="16236353" y="4628281"/>
              <a:ext cx="652215" cy="630586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568DD6F8-C673-2DDB-1ABE-918809C472BB}"/>
              </a:ext>
            </a:extLst>
          </p:cNvPr>
          <p:cNvGrpSpPr/>
          <p:nvPr/>
        </p:nvGrpSpPr>
        <p:grpSpPr>
          <a:xfrm>
            <a:off x="9507209" y="5911124"/>
            <a:ext cx="9179645" cy="2370687"/>
            <a:chOff x="535332" y="5924808"/>
            <a:chExt cx="9179645" cy="2370687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DE9995D-95D8-E544-E0C5-5A99570A1495}"/>
                </a:ext>
              </a:extLst>
            </p:cNvPr>
            <p:cNvSpPr/>
            <p:nvPr/>
          </p:nvSpPr>
          <p:spPr>
            <a:xfrm>
              <a:off x="2353235" y="7507007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AutoShape 18">
              <a:extLst>
                <a:ext uri="{FF2B5EF4-FFF2-40B4-BE49-F238E27FC236}">
                  <a16:creationId xmlns:a16="http://schemas.microsoft.com/office/drawing/2014/main" id="{46115BFC-2A98-3E7E-C96F-E749A4BD2947}"/>
                </a:ext>
              </a:extLst>
            </p:cNvPr>
            <p:cNvSpPr/>
            <p:nvPr/>
          </p:nvSpPr>
          <p:spPr>
            <a:xfrm>
              <a:off x="1654386" y="7942931"/>
              <a:ext cx="3727760" cy="0"/>
            </a:xfrm>
            <a:prstGeom prst="line">
              <a:avLst/>
            </a:prstGeom>
            <a:ln w="57150" cap="flat">
              <a:solidFill>
                <a:srgbClr val="F15226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A552834A-561E-F2A6-6784-8605EFDBFDC1}"/>
                </a:ext>
              </a:extLst>
            </p:cNvPr>
            <p:cNvSpPr/>
            <p:nvPr/>
          </p:nvSpPr>
          <p:spPr>
            <a:xfrm>
              <a:off x="535332" y="7069502"/>
              <a:ext cx="1129912" cy="1225993"/>
            </a:xfrm>
            <a:custGeom>
              <a:avLst/>
              <a:gdLst/>
              <a:ahLst/>
              <a:cxnLst/>
              <a:rect l="l" t="t" r="r" b="b"/>
              <a:pathLst>
                <a:path w="2286436" h="2286436">
                  <a:moveTo>
                    <a:pt x="0" y="0"/>
                  </a:moveTo>
                  <a:lnTo>
                    <a:pt x="2286436" y="0"/>
                  </a:lnTo>
                  <a:lnTo>
                    <a:pt x="2286436" y="2286436"/>
                  </a:lnTo>
                  <a:lnTo>
                    <a:pt x="0" y="2286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CE9D9A80-CE6B-EF19-9C09-F6DBC705D8CA}"/>
                </a:ext>
              </a:extLst>
            </p:cNvPr>
            <p:cNvSpPr/>
            <p:nvPr/>
          </p:nvSpPr>
          <p:spPr>
            <a:xfrm>
              <a:off x="5837687" y="6332896"/>
              <a:ext cx="901338" cy="47207"/>
            </a:xfrm>
            <a:custGeom>
              <a:avLst/>
              <a:gdLst/>
              <a:ahLst/>
              <a:cxnLst/>
              <a:rect l="l" t="t" r="r" b="b"/>
              <a:pathLst>
                <a:path w="832264">
                  <a:moveTo>
                    <a:pt x="832264" y="0"/>
                  </a:moveTo>
                  <a:lnTo>
                    <a:pt x="0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D9B4D746-5A3F-1AA8-246E-A6260A54CD27}"/>
                </a:ext>
              </a:extLst>
            </p:cNvPr>
            <p:cNvSpPr/>
            <p:nvPr/>
          </p:nvSpPr>
          <p:spPr>
            <a:xfrm>
              <a:off x="5413605" y="6568831"/>
              <a:ext cx="146476" cy="1022544"/>
            </a:xfrm>
            <a:custGeom>
              <a:avLst/>
              <a:gdLst/>
              <a:ahLst/>
              <a:cxnLst/>
              <a:rect l="l" t="t" r="r" b="b"/>
              <a:pathLst>
                <a:path w="1995163" h="1353803">
                  <a:moveTo>
                    <a:pt x="0" y="1353803"/>
                  </a:moveTo>
                  <a:lnTo>
                    <a:pt x="0" y="881060"/>
                  </a:lnTo>
                  <a:cubicBezTo>
                    <a:pt x="0" y="820432"/>
                    <a:pt x="24084" y="762286"/>
                    <a:pt x="66955" y="719415"/>
                  </a:cubicBezTo>
                  <a:cubicBezTo>
                    <a:pt x="109826" y="676545"/>
                    <a:pt x="167971" y="652460"/>
                    <a:pt x="228600" y="652460"/>
                  </a:cubicBezTo>
                  <a:lnTo>
                    <a:pt x="1411680" y="652460"/>
                  </a:lnTo>
                  <a:cubicBezTo>
                    <a:pt x="1537932" y="652460"/>
                    <a:pt x="1640280" y="550112"/>
                    <a:pt x="1640280" y="423860"/>
                  </a:cubicBezTo>
                  <a:lnTo>
                    <a:pt x="1640280" y="177441"/>
                  </a:lnTo>
                  <a:cubicBezTo>
                    <a:pt x="1640280" y="130381"/>
                    <a:pt x="1658975" y="85248"/>
                    <a:pt x="1692251" y="51971"/>
                  </a:cubicBezTo>
                  <a:cubicBezTo>
                    <a:pt x="1725528" y="18694"/>
                    <a:pt x="1770661" y="0"/>
                    <a:pt x="1817722" y="0"/>
                  </a:cubicBezTo>
                  <a:lnTo>
                    <a:pt x="1995163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TextBox 35">
              <a:extLst>
                <a:ext uri="{FF2B5EF4-FFF2-40B4-BE49-F238E27FC236}">
                  <a16:creationId xmlns:a16="http://schemas.microsoft.com/office/drawing/2014/main" id="{41AC0363-FD82-4542-2CF4-59A39D7FCDFB}"/>
                </a:ext>
              </a:extLst>
            </p:cNvPr>
            <p:cNvSpPr txBox="1"/>
            <p:nvPr/>
          </p:nvSpPr>
          <p:spPr>
            <a:xfrm>
              <a:off x="5817409" y="7550132"/>
              <a:ext cx="2415608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master/main</a:t>
              </a:r>
            </a:p>
          </p:txBody>
        </p:sp>
        <p:sp>
          <p:nvSpPr>
            <p:cNvPr id="33" name="TextBox 35">
              <a:extLst>
                <a:ext uri="{FF2B5EF4-FFF2-40B4-BE49-F238E27FC236}">
                  <a16:creationId xmlns:a16="http://schemas.microsoft.com/office/drawing/2014/main" id="{CE5C320C-6DA3-A192-4A98-4069CB0D9F92}"/>
                </a:ext>
              </a:extLst>
            </p:cNvPr>
            <p:cNvSpPr txBox="1"/>
            <p:nvPr/>
          </p:nvSpPr>
          <p:spPr>
            <a:xfrm>
              <a:off x="7299369" y="6027535"/>
              <a:ext cx="2415608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develop</a:t>
              </a: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3C66A89D-FFE7-0FA9-1931-FC492AB8CBC9}"/>
                </a:ext>
              </a:extLst>
            </p:cNvPr>
            <p:cNvSpPr/>
            <p:nvPr/>
          </p:nvSpPr>
          <p:spPr>
            <a:xfrm>
              <a:off x="3680728" y="7507007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6BF4DFDE-0621-D973-1643-DCDFC7545178}"/>
                </a:ext>
              </a:extLst>
            </p:cNvPr>
            <p:cNvSpPr/>
            <p:nvPr/>
          </p:nvSpPr>
          <p:spPr>
            <a:xfrm>
              <a:off x="4963761" y="7529655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9E41AD58-7834-24B2-259B-0AECFEAC880E}"/>
                </a:ext>
              </a:extLst>
            </p:cNvPr>
            <p:cNvSpPr/>
            <p:nvPr/>
          </p:nvSpPr>
          <p:spPr>
            <a:xfrm>
              <a:off x="5198406" y="5965650"/>
              <a:ext cx="711834" cy="693540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43F37BE2-3068-8422-02B6-BB3EFEA5D3AA}"/>
                </a:ext>
              </a:extLst>
            </p:cNvPr>
            <p:cNvSpPr/>
            <p:nvPr/>
          </p:nvSpPr>
          <p:spPr>
            <a:xfrm>
              <a:off x="6447937" y="5924808"/>
              <a:ext cx="711834" cy="693540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TextBox 35">
            <a:extLst>
              <a:ext uri="{FF2B5EF4-FFF2-40B4-BE49-F238E27FC236}">
                <a16:creationId xmlns:a16="http://schemas.microsoft.com/office/drawing/2014/main" id="{8E4814EE-CC42-19CD-6497-9B04CD97E178}"/>
              </a:ext>
            </a:extLst>
          </p:cNvPr>
          <p:cNvSpPr txBox="1"/>
          <p:nvPr/>
        </p:nvSpPr>
        <p:spPr>
          <a:xfrm>
            <a:off x="13518982" y="4091570"/>
            <a:ext cx="4801545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00"/>
                </a:solidFill>
                <a:latin typeface="Poppins"/>
                <a:ea typeface="Poppins"/>
                <a:cs typeface="Poppins"/>
                <a:sym typeface="Poppins"/>
              </a:rPr>
              <a:t>Guardamos los cambios</a:t>
            </a:r>
          </a:p>
        </p:txBody>
      </p:sp>
      <p:grpSp>
        <p:nvGrpSpPr>
          <p:cNvPr id="38" name="Group 52">
            <a:extLst>
              <a:ext uri="{FF2B5EF4-FFF2-40B4-BE49-F238E27FC236}">
                <a16:creationId xmlns:a16="http://schemas.microsoft.com/office/drawing/2014/main" id="{C6FC105D-6D4D-AA31-A92F-074835D47DAA}"/>
              </a:ext>
            </a:extLst>
          </p:cNvPr>
          <p:cNvGrpSpPr/>
          <p:nvPr/>
        </p:nvGrpSpPr>
        <p:grpSpPr>
          <a:xfrm>
            <a:off x="3142833" y="2406642"/>
            <a:ext cx="11863771" cy="960554"/>
            <a:chOff x="0" y="0"/>
            <a:chExt cx="2441105" cy="197645"/>
          </a:xfrm>
        </p:grpSpPr>
        <p:sp>
          <p:nvSpPr>
            <p:cNvPr id="43" name="Freeform 53">
              <a:extLst>
                <a:ext uri="{FF2B5EF4-FFF2-40B4-BE49-F238E27FC236}">
                  <a16:creationId xmlns:a16="http://schemas.microsoft.com/office/drawing/2014/main" id="{5F7BED35-1AF0-A943-685B-A6FDA47ADCEA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4" name="TextBox 54">
              <a:extLst>
                <a:ext uri="{FF2B5EF4-FFF2-40B4-BE49-F238E27FC236}">
                  <a16:creationId xmlns:a16="http://schemas.microsoft.com/office/drawing/2014/main" id="{E1C80DED-7A17-D039-EC0D-C2A1289D2BD5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40" name="TextBox 55">
            <a:extLst>
              <a:ext uri="{FF2B5EF4-FFF2-40B4-BE49-F238E27FC236}">
                <a16:creationId xmlns:a16="http://schemas.microsoft.com/office/drawing/2014/main" id="{BB794EA1-97E3-4209-6E40-56B9DC98B7B6}"/>
              </a:ext>
            </a:extLst>
          </p:cNvPr>
          <p:cNvSpPr txBox="1"/>
          <p:nvPr/>
        </p:nvSpPr>
        <p:spPr>
          <a:xfrm>
            <a:off x="4371640" y="2551765"/>
            <a:ext cx="822296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199"/>
              </a:lnSpc>
            </a:pPr>
            <a:endParaRPr/>
          </a:p>
        </p:txBody>
      </p:sp>
      <p:sp>
        <p:nvSpPr>
          <p:cNvPr id="42" name="TextBox 56">
            <a:extLst>
              <a:ext uri="{FF2B5EF4-FFF2-40B4-BE49-F238E27FC236}">
                <a16:creationId xmlns:a16="http://schemas.microsoft.com/office/drawing/2014/main" id="{ECDE451E-03DF-415E-C490-DA190BC4B3CE}"/>
              </a:ext>
            </a:extLst>
          </p:cNvPr>
          <p:cNvSpPr txBox="1"/>
          <p:nvPr/>
        </p:nvSpPr>
        <p:spPr>
          <a:xfrm>
            <a:off x="3441026" y="2657819"/>
            <a:ext cx="11267384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commit –m “feat: mi primer commit”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9132446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4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66" b="-4666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028700" y="2968022"/>
            <a:ext cx="7714827" cy="6401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 b="1" spc="-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Bloque 1: </a:t>
            </a:r>
            <a:r>
              <a:rPr lang="en-US" sz="2599" b="1" spc="-70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Preparando</a:t>
            </a:r>
            <a:r>
              <a:rPr lang="en-US" sz="2599" b="1" spc="-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el </a:t>
            </a:r>
            <a:r>
              <a:rPr lang="en-US" sz="2599" b="1" spc="-70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Terreno</a:t>
            </a:r>
            <a:endParaRPr lang="en-US" sz="2599" b="1" spc="-70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ntroducción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la terminal: Breve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repaso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Introducción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Git y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servicios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almacenamiento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¿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Qué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son y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cuál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es la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diferencia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Configuración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inicial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Creación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Token y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conexión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.</a:t>
            </a:r>
          </a:p>
          <a:p>
            <a:pPr algn="just">
              <a:lnSpc>
                <a:spcPts val="3639"/>
              </a:lnSpc>
            </a:pPr>
            <a:endParaRPr lang="en-US" sz="2599" u="none" strike="noStrike" spc="-7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639"/>
              </a:lnSpc>
            </a:pPr>
            <a:r>
              <a:rPr lang="en-US" sz="2599" b="1" u="none" strike="noStrike" spc="-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Bloque 2: </a:t>
            </a:r>
            <a:r>
              <a:rPr lang="en-US" sz="2599" b="1" u="none" strike="noStrike" spc="-70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Flujo</a:t>
            </a:r>
            <a:r>
              <a:rPr lang="en-US" sz="2599" b="1" u="none" strike="noStrike" spc="-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de </a:t>
            </a:r>
            <a:r>
              <a:rPr lang="en-US" sz="2599" b="1" u="none" strike="noStrike" spc="-70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Trabajo</a:t>
            </a:r>
            <a:r>
              <a:rPr lang="en-US" sz="2599" b="1" u="none" strike="noStrike" spc="-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Real (</a:t>
            </a:r>
            <a:r>
              <a:rPr lang="en-US" sz="2599" b="1" u="none" strike="noStrike" spc="-70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Clonar</a:t>
            </a:r>
            <a:r>
              <a:rPr lang="en-US" sz="2599" b="1" u="none" strike="noStrike" spc="-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y </a:t>
            </a:r>
            <a:r>
              <a:rPr lang="en-US" sz="2599" b="1" u="none" strike="noStrike" spc="-70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Ramificar</a:t>
            </a:r>
            <a:r>
              <a:rPr lang="en-US" sz="2599" b="1" u="none" strike="noStrike" spc="-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)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clone: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Trayendo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proyecto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mi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computadora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concepto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Ramas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branch &amp; git switch</a:t>
            </a:r>
          </a:p>
        </p:txBody>
      </p:sp>
      <p:sp>
        <p:nvSpPr>
          <p:cNvPr id="4" name="Freeform 4"/>
          <p:cNvSpPr/>
          <p:nvPr/>
        </p:nvSpPr>
        <p:spPr>
          <a:xfrm>
            <a:off x="16591623" y="7540808"/>
            <a:ext cx="1743088" cy="2896370"/>
          </a:xfrm>
          <a:custGeom>
            <a:avLst/>
            <a:gdLst/>
            <a:ahLst/>
            <a:cxnLst/>
            <a:rect l="l" t="t" r="r" b="b"/>
            <a:pathLst>
              <a:path w="1743088" h="2896370">
                <a:moveTo>
                  <a:pt x="0" y="0"/>
                </a:moveTo>
                <a:lnTo>
                  <a:pt x="1743088" y="0"/>
                </a:lnTo>
                <a:lnTo>
                  <a:pt x="1743088" y="2896369"/>
                </a:lnTo>
                <a:lnTo>
                  <a:pt x="0" y="28963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>
            <a:off x="16591623" y="8263135"/>
            <a:ext cx="1743088" cy="2896370"/>
          </a:xfrm>
          <a:custGeom>
            <a:avLst/>
            <a:gdLst/>
            <a:ahLst/>
            <a:cxnLst/>
            <a:rect l="l" t="t" r="r" b="b"/>
            <a:pathLst>
              <a:path w="1743088" h="2896370">
                <a:moveTo>
                  <a:pt x="0" y="0"/>
                </a:moveTo>
                <a:lnTo>
                  <a:pt x="1743088" y="0"/>
                </a:lnTo>
                <a:lnTo>
                  <a:pt x="1743088" y="2896369"/>
                </a:lnTo>
                <a:lnTo>
                  <a:pt x="0" y="28963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TextBox 6"/>
          <p:cNvSpPr txBox="1"/>
          <p:nvPr/>
        </p:nvSpPr>
        <p:spPr>
          <a:xfrm>
            <a:off x="1028700" y="1059713"/>
            <a:ext cx="6412882" cy="156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24"/>
              </a:lnSpc>
            </a:pPr>
            <a:r>
              <a:rPr lang="en-US" sz="916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TEMARIO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18970" y="2968022"/>
            <a:ext cx="8140330" cy="7315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599" b="1" u="none" strike="noStrike" spc="-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loque 3: El Ciclo de Vida del Código (</a:t>
            </a:r>
            <a:r>
              <a:rPr lang="en-US" sz="2599" b="1" u="none" strike="noStrike" spc="-70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Guardar</a:t>
            </a:r>
            <a:r>
              <a:rPr lang="en-US" sz="2599" b="1" u="none" strike="noStrike" spc="-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y Subir)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status: 3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estados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modificado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preparado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guardado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add: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Preparando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cambios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commit -m " "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Buenas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prácticas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Commits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push vs git push --set-upstream</a:t>
            </a:r>
          </a:p>
          <a:p>
            <a:pPr algn="just">
              <a:lnSpc>
                <a:spcPts val="3639"/>
              </a:lnSpc>
            </a:pPr>
            <a:endParaRPr lang="en-US" sz="2599" u="none" strike="noStrike" spc="-7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639"/>
              </a:lnSpc>
            </a:pPr>
            <a:r>
              <a:rPr lang="en-US" sz="2599" b="1" u="none" strike="noStrike" spc="-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Bloque 4: </a:t>
            </a:r>
            <a:r>
              <a:rPr lang="en-US" sz="2599" b="1" u="none" strike="noStrike" spc="-70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Sincronización</a:t>
            </a:r>
            <a:r>
              <a:rPr lang="en-US" sz="2599" b="1" u="none" strike="noStrike" spc="-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y Equipo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fetch vs git pull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merge: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Juntando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trabajo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con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otra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log: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Cómo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historial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todo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lo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hemos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hecho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1" indent="0" algn="just">
              <a:lnSpc>
                <a:spcPts val="3639"/>
              </a:lnSpc>
            </a:pPr>
            <a:endParaRPr lang="en-US" sz="2599" u="none" strike="noStrike" spc="-7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F49C5C-AA91-A87B-A743-C2BADD64C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CBA66A2-D74A-BED2-2B0E-D736AD8B7EA7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2598645-B095-26B2-A410-AF503EBF8C0A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EDF9107-0E96-1F1A-D808-7AAE5017BE60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B7823CE-1B58-FFBA-27F8-AD8773F9DA86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BD3757A1-C10A-C579-76AE-F4496DC591A4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F1708D5-1AF3-1B53-0750-0366ADF415EA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8E5640C-4067-B04C-79AF-C7DE2FC2BEAF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9969390-5EE4-73CD-D0D4-363F8C540AF6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10105C0-2EDF-4845-B158-685F7245E1D4}"/>
              </a:ext>
            </a:extLst>
          </p:cNvPr>
          <p:cNvSpPr txBox="1"/>
          <p:nvPr/>
        </p:nvSpPr>
        <p:spPr>
          <a:xfrm>
            <a:off x="1963070" y="2017752"/>
            <a:ext cx="14757808" cy="834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MX" sz="28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Día 1: Primeros pasos, clonado y experimentación local</a:t>
            </a:r>
          </a:p>
          <a:p>
            <a:pPr algn="l">
              <a:lnSpc>
                <a:spcPct val="150000"/>
              </a:lnSpc>
            </a:pP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objetivo del primer día es que los alumnos pierdan el miedo a la terminal y preparen su entorno de trabajo local.</a:t>
            </a:r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Ingreso a la carpeta: 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Utilizan el comando cd para navegar dentro del directorio donde quieren poner el proyecto clonado</a:t>
            </a:r>
            <a:endParaRPr lang="es-MX" sz="2400" b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Clonado del proyecto: 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 participantes ejecutan el comando git clone para traer el repositorio base a su computadora.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Creación de ramas aisladas: 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Ejecutan git switch -c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cancion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-de-[su-nombre] para crear una rama personal y no alterar el trabajo de los demás.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Práctica libre en archivos de texto: 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Modifican la letra de una canción, agregan un archivo nuevo con otra letra y borran un archivo existente para experimentar en su entorno local.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Cierre con git status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Ejecutan git status y observan cómo sus terminales muestran los archivos en color rojo. </a:t>
            </a:r>
          </a:p>
          <a:p>
            <a:pPr algn="l">
              <a:lnSpc>
                <a:spcPct val="150000"/>
              </a:lnSpc>
            </a:pP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cierra la sesión explicando que Git ya detectó las modificaciones locales, dejando todo preparado para el día siguiente.</a:t>
            </a:r>
            <a:endParaRPr lang="en-US" sz="2400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A1ACA9C-B345-E498-9955-F2CAFC4E1611}"/>
              </a:ext>
            </a:extLst>
          </p:cNvPr>
          <p:cNvSpPr txBox="1"/>
          <p:nvPr/>
        </p:nvSpPr>
        <p:spPr>
          <a:xfrm>
            <a:off x="3048000" y="652959"/>
            <a:ext cx="11638327" cy="137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 dirty="0" err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Ejercicio</a:t>
            </a:r>
            <a:endParaRPr lang="en-US" sz="916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</p:spTree>
    <p:extLst>
      <p:ext uri="{BB962C8B-B14F-4D97-AF65-F5344CB8AC3E}">
        <p14:creationId xmlns:p14="http://schemas.microsoft.com/office/powerpoint/2010/main" val="3618815636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6A60F-FA0E-5C5B-C8D3-946DCB64A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CAB3530-C616-E85D-B71A-4A7A7A08D5DF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555CCBE-2F4B-7D9C-7E26-1BE186C93016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D1EC907-A2EF-0ACF-5FD1-71A188B8E7A6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32E1E58-6919-66E6-821E-BB733A78EFE2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AE93A8A2-DB75-33CC-C57B-3A8F05DAC13B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B8D9188-BCD7-9FD4-DD16-E0F44CE50224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83D17722-9516-7DBA-413F-5ACE74E55DD4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1C5E425-BA9E-FC94-E756-6952E5B268A8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B4BDA8C-ADC8-DEB0-5F21-9DC682A01FAD}"/>
              </a:ext>
            </a:extLst>
          </p:cNvPr>
          <p:cNvSpPr txBox="1"/>
          <p:nvPr/>
        </p:nvSpPr>
        <p:spPr>
          <a:xfrm>
            <a:off x="1963070" y="2017752"/>
            <a:ext cx="14757808" cy="613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MX" sz="28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Día 2: Guardado oficial, subida a la nube y resolución del conflicto en vivo</a:t>
            </a:r>
          </a:p>
          <a:p>
            <a:pPr algn="l">
              <a:lnSpc>
                <a:spcPct val="150000"/>
              </a:lnSpc>
            </a:pP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segundo día agrupa los comandos de guardado en orden (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commit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push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 e introduce el trabajo colaborativo con la resolución del conflicto que solicitaron tus jefes.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Reanudación del trabajo local: 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 iniciar, abren la terminal y ejecutan git status para recordar qué hicieron ayer, verificando que los archivos siguen en rojo.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Preparación de cambios: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Ejecutan git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. para pasar las modificaciones a la zona de espera, cambiando las letras de rojo a verde.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Confirmación y guardado: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Toman la “fotografía definitiva” de sus cambios utilizando git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commit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-m "mensaje".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Publicación en la nube: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Ejecutan git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push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--set-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upstream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origin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cancion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-de-[nombre] para publicar su rama por primera vez en GitHub viendo sus canciones en el repo.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56EE3D4-DBBC-F685-F37C-2B74AE005ACD}"/>
              </a:ext>
            </a:extLst>
          </p:cNvPr>
          <p:cNvSpPr txBox="1"/>
          <p:nvPr/>
        </p:nvSpPr>
        <p:spPr>
          <a:xfrm>
            <a:off x="3048000" y="652959"/>
            <a:ext cx="11638327" cy="137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 dirty="0" err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Ejercicio</a:t>
            </a:r>
            <a:endParaRPr lang="en-US" sz="916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</p:spTree>
    <p:extLst>
      <p:ext uri="{BB962C8B-B14F-4D97-AF65-F5344CB8AC3E}">
        <p14:creationId xmlns:p14="http://schemas.microsoft.com/office/powerpoint/2010/main" val="2201144981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419C78-F2E8-AAC0-43A3-E9150C23D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0B2224-E0DE-E230-DAF5-63ED9E0C23BF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FA16CC0-1E19-51C5-FA75-99A007CBFFE3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C22FC11-9027-AB46-1882-FFE7171629EA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7DC2440-4D0F-9318-7529-49FFA23BD098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5EACA256-CABC-7B80-FF27-5AF42BD8373E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033CBE8-5B69-77E0-CFB9-EDE952CFA141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91C2C1A-7D74-4372-A3D9-39FD62E80866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D04B834-5DD0-A7B7-DD8A-7791C94445B4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96113F3-3B85-C122-0DA5-9FAD3556A8F7}"/>
              </a:ext>
            </a:extLst>
          </p:cNvPr>
          <p:cNvSpPr txBox="1"/>
          <p:nvPr/>
        </p:nvSpPr>
        <p:spPr>
          <a:xfrm>
            <a:off x="1963070" y="2017752"/>
            <a:ext cx="14757808" cy="2717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indent="-352425" algn="l">
              <a:lnSpc>
                <a:spcPct val="150000"/>
              </a:lnSpc>
            </a:pP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5. Demostración del conflicto controlado: 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Ejecutamos un intento de unión con git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merge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entre dos ramas previamente preparadas que modificaron exactamente la misma línea de un archivo.</a:t>
            </a:r>
          </a:p>
          <a:p>
            <a:pPr marL="352425" indent="-352425" algn="l">
              <a:lnSpc>
                <a:spcPct val="150000"/>
              </a:lnSpc>
            </a:pP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6. Solución en vivo: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Se muestra el mensaje de error en la terminal,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esplicación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 solución</a:t>
            </a:r>
          </a:p>
          <a:p>
            <a:pPr marL="352425" indent="-352425" algn="l">
              <a:lnSpc>
                <a:spcPct val="150000"/>
              </a:lnSpc>
            </a:pP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7. Sincronización final: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Diferencia y el uso de git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fetch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 git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pull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para explicar cómo el equipo descargaría la solución del conflicto a sus computadoras.</a:t>
            </a:r>
            <a:endParaRPr lang="en-US" sz="2400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AE9479B-E768-21C7-E67E-8338EA5B20E1}"/>
              </a:ext>
            </a:extLst>
          </p:cNvPr>
          <p:cNvSpPr txBox="1"/>
          <p:nvPr/>
        </p:nvSpPr>
        <p:spPr>
          <a:xfrm>
            <a:off x="3048000" y="652959"/>
            <a:ext cx="11638327" cy="137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 dirty="0" err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Ejercicio</a:t>
            </a:r>
            <a:endParaRPr lang="en-US" sz="916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</p:spTree>
    <p:extLst>
      <p:ext uri="{BB962C8B-B14F-4D97-AF65-F5344CB8AC3E}">
        <p14:creationId xmlns:p14="http://schemas.microsoft.com/office/powerpoint/2010/main" val="179535350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12220</TotalTime>
  <Words>2896</Words>
  <Application>Microsoft Office PowerPoint</Application>
  <PresentationFormat>Personalizado</PresentationFormat>
  <Paragraphs>375</Paragraphs>
  <Slides>45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56" baseType="lpstr">
      <vt:lpstr>Roboto</vt:lpstr>
      <vt:lpstr>Arial</vt:lpstr>
      <vt:lpstr>Garet Bold</vt:lpstr>
      <vt:lpstr>Poppins Bold</vt:lpstr>
      <vt:lpstr>Aptos</vt:lpstr>
      <vt:lpstr>Lato</vt:lpstr>
      <vt:lpstr>Lato Bold</vt:lpstr>
      <vt:lpstr>Poppins Medium</vt:lpstr>
      <vt:lpstr>Poppins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Git | Curies</dc:title>
  <cp:lastModifiedBy>Aranza Alondra Munoz Chavez</cp:lastModifiedBy>
  <cp:revision>4</cp:revision>
  <cp:lastPrinted>2026-08-05T16:41:54Z</cp:lastPrinted>
  <dcterms:created xsi:type="dcterms:W3CDTF">2006-08-16T00:00:00Z</dcterms:created>
  <dcterms:modified xsi:type="dcterms:W3CDTF">2026-08-06T04:51:17Z</dcterms:modified>
  <dc:identifier>DAHOyYaJYPo</dc:identifier>
</cp:coreProperties>
</file>