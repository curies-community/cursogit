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89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8" r:id="rId12"/>
    <p:sldId id="267" r:id="rId13"/>
    <p:sldId id="308" r:id="rId14"/>
    <p:sldId id="269" r:id="rId15"/>
    <p:sldId id="270" r:id="rId16"/>
    <p:sldId id="273" r:id="rId17"/>
    <p:sldId id="274" r:id="rId18"/>
    <p:sldId id="285" r:id="rId19"/>
    <p:sldId id="286" r:id="rId20"/>
    <p:sldId id="289" r:id="rId21"/>
    <p:sldId id="296" r:id="rId22"/>
    <p:sldId id="298" r:id="rId23"/>
    <p:sldId id="295" r:id="rId24"/>
    <p:sldId id="290" r:id="rId25"/>
    <p:sldId id="294" r:id="rId26"/>
    <p:sldId id="297" r:id="rId27"/>
    <p:sldId id="299" r:id="rId28"/>
    <p:sldId id="301" r:id="rId29"/>
    <p:sldId id="360" r:id="rId30"/>
    <p:sldId id="302" r:id="rId31"/>
    <p:sldId id="305" r:id="rId32"/>
    <p:sldId id="304" r:id="rId33"/>
    <p:sldId id="315" r:id="rId34"/>
    <p:sldId id="310" r:id="rId35"/>
    <p:sldId id="314" r:id="rId36"/>
    <p:sldId id="316" r:id="rId37"/>
    <p:sldId id="317" r:id="rId38"/>
    <p:sldId id="318" r:id="rId39"/>
    <p:sldId id="319" r:id="rId40"/>
    <p:sldId id="323" r:id="rId41"/>
    <p:sldId id="306" r:id="rId42"/>
    <p:sldId id="344" r:id="rId43"/>
    <p:sldId id="349" r:id="rId44"/>
    <p:sldId id="350" r:id="rId45"/>
    <p:sldId id="361" r:id="rId46"/>
    <p:sldId id="352" r:id="rId47"/>
    <p:sldId id="353" r:id="rId48"/>
    <p:sldId id="354" r:id="rId49"/>
    <p:sldId id="355" r:id="rId50"/>
    <p:sldId id="356" r:id="rId51"/>
    <p:sldId id="321" r:id="rId52"/>
    <p:sldId id="287" r:id="rId53"/>
    <p:sldId id="326" r:id="rId54"/>
    <p:sldId id="325" r:id="rId55"/>
    <p:sldId id="327" r:id="rId56"/>
    <p:sldId id="329" r:id="rId57"/>
    <p:sldId id="330" r:id="rId58"/>
    <p:sldId id="307" r:id="rId59"/>
    <p:sldId id="332" r:id="rId60"/>
    <p:sldId id="333" r:id="rId61"/>
    <p:sldId id="347" r:id="rId62"/>
    <p:sldId id="363" r:id="rId63"/>
    <p:sldId id="364" r:id="rId64"/>
    <p:sldId id="365" r:id="rId65"/>
    <p:sldId id="366" r:id="rId66"/>
    <p:sldId id="367" r:id="rId67"/>
    <p:sldId id="328" r:id="rId68"/>
    <p:sldId id="362" r:id="rId69"/>
    <p:sldId id="334" r:id="rId70"/>
    <p:sldId id="335" r:id="rId71"/>
    <p:sldId id="340" r:id="rId72"/>
    <p:sldId id="343" r:id="rId73"/>
    <p:sldId id="348" r:id="rId74"/>
    <p:sldId id="358" r:id="rId75"/>
    <p:sldId id="359" r:id="rId76"/>
    <p:sldId id="346" r:id="rId77"/>
    <p:sldId id="345" r:id="rId78"/>
    <p:sldId id="322" r:id="rId79"/>
    <p:sldId id="336" r:id="rId80"/>
    <p:sldId id="337" r:id="rId81"/>
    <p:sldId id="338" r:id="rId82"/>
    <p:sldId id="339" r:id="rId83"/>
    <p:sldId id="309" r:id="rId84"/>
    <p:sldId id="257" r:id="rId85"/>
    <p:sldId id="291" r:id="rId86"/>
    <p:sldId id="292" r:id="rId87"/>
    <p:sldId id="293" r:id="rId88"/>
  </p:sldIdLst>
  <p:sldSz cx="18288000" cy="10287000"/>
  <p:notesSz cx="6858000" cy="9144000"/>
  <p:embeddedFontLst>
    <p:embeddedFont>
      <p:font typeface="Garet Bold" panose="020B0604020202020204" charset="0"/>
      <p:regular r:id="rId90"/>
    </p:embeddedFont>
    <p:embeddedFont>
      <p:font typeface="Lato" panose="020F0502020204030203" pitchFamily="34" charset="0"/>
      <p:regular r:id="rId91"/>
      <p:bold r:id="rId92"/>
      <p:italic r:id="rId93"/>
      <p:boldItalic r:id="rId94"/>
    </p:embeddedFont>
    <p:embeddedFont>
      <p:font typeface="Lato Bold" panose="020F0502020204030203" charset="0"/>
      <p:regular r:id="rId95"/>
    </p:embeddedFont>
    <p:embeddedFont>
      <p:font typeface="Poppins" panose="00000500000000000000" pitchFamily="2" charset="0"/>
      <p:regular r:id="rId96"/>
      <p:bold r:id="rId97"/>
      <p:italic r:id="rId98"/>
      <p:boldItalic r:id="rId99"/>
    </p:embeddedFont>
    <p:embeddedFont>
      <p:font typeface="Poppins Bold" panose="00000800000000000000" charset="0"/>
      <p:regular r:id="rId100"/>
    </p:embeddedFont>
    <p:embeddedFont>
      <p:font typeface="Poppins Italics" panose="020B0604020202020204" charset="0"/>
      <p:regular r:id="rId101"/>
    </p:embeddedFont>
    <p:embeddedFont>
      <p:font typeface="Poppins Medium" panose="00000600000000000000" pitchFamily="2" charset="0"/>
      <p:regular r:id="rId102"/>
      <p:italic r:id="rId103"/>
    </p:embeddedFont>
    <p:embeddedFont>
      <p:font typeface="Roboto" panose="02000000000000000000" pitchFamily="2" charset="0"/>
      <p:regular r:id="rId104"/>
      <p:bold r:id="rId105"/>
      <p:italic r:id="rId106"/>
      <p:boldItalic r:id="rId10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C0DF"/>
    <a:srgbClr val="FF0066"/>
    <a:srgbClr val="1B1F23"/>
    <a:srgbClr val="F15226"/>
    <a:srgbClr val="060F20"/>
    <a:srgbClr val="CB6CE6"/>
    <a:srgbClr val="66CCFF"/>
    <a:srgbClr val="409AA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3" autoAdjust="0"/>
    <p:restoredTop sz="94622" autoAdjust="0"/>
  </p:normalViewPr>
  <p:slideViewPr>
    <p:cSldViewPr>
      <p:cViewPr varScale="1">
        <p:scale>
          <a:sx n="66" d="100"/>
          <a:sy n="66" d="100"/>
        </p:scale>
        <p:origin x="408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notesMaster" Target="notesMasters/notesMaster1.xml"/><Relationship Id="rId16" Type="http://schemas.openxmlformats.org/officeDocument/2006/relationships/slide" Target="slides/slide15.xml"/><Relationship Id="rId107" Type="http://schemas.openxmlformats.org/officeDocument/2006/relationships/font" Target="fonts/font18.fntdata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font" Target="fonts/font13.fntdata"/><Relationship Id="rId5" Type="http://schemas.openxmlformats.org/officeDocument/2006/relationships/slide" Target="slides/slide4.xml"/><Relationship Id="rId90" Type="http://schemas.openxmlformats.org/officeDocument/2006/relationships/font" Target="fonts/font1.fntdata"/><Relationship Id="rId95" Type="http://schemas.openxmlformats.org/officeDocument/2006/relationships/font" Target="fonts/font6.fntdata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font" Target="fonts/font14.fntdata"/><Relationship Id="rId108" Type="http://schemas.openxmlformats.org/officeDocument/2006/relationships/presProps" Target="presProp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font" Target="fonts/font2.fntdata"/><Relationship Id="rId96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font" Target="fonts/font17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font" Target="fonts/font5.fntdata"/><Relationship Id="rId99" Type="http://schemas.openxmlformats.org/officeDocument/2006/relationships/font" Target="fonts/font10.fntdata"/><Relationship Id="rId101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viewProps" Target="viewProps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font" Target="fonts/font8.fntdata"/><Relationship Id="rId104" Type="http://schemas.openxmlformats.org/officeDocument/2006/relationships/font" Target="fonts/font15.fntdata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font" Target="fonts/font3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font" Target="fonts/font11.fntdata"/><Relationship Id="rId105" Type="http://schemas.openxmlformats.org/officeDocument/2006/relationships/font" Target="fonts/font16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font" Target="fonts/font4.fntdata"/><Relationship Id="rId98" Type="http://schemas.openxmlformats.org/officeDocument/2006/relationships/font" Target="fonts/font9.fntdata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539741-EA90-40F1-8F69-A982E86F8F0D}" type="datetimeFigureOut">
              <a:rPr lang="es-MX" smtClean="0"/>
              <a:t>04/08/2026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23BC2B-1F62-4E43-A4AA-9EA4DC9C783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955465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23BC2B-1F62-4E43-A4AA-9EA4DC9C783E}" type="slidenum">
              <a:rPr lang="es-MX" smtClean="0"/>
              <a:t>16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045048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AC1B8-2C2F-C037-DB7C-0846ED225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24CC2A6-3721-129C-42F4-D594D4D6CE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9A96C15-E99B-0669-FA78-0632D86526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1573A4B-4110-0F43-069A-BFBD147636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23BC2B-1F62-4E43-A4AA-9EA4DC9C783E}" type="slidenum">
              <a:rPr lang="es-MX" smtClean="0"/>
              <a:t>35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753302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D75FE4-5203-2C01-CD27-8D9E3DF85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757AD78-959C-3A9C-C9D2-C34CF33C61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6452379-E518-EEBA-FF7E-90652DEE92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AE9D042-8AAD-8168-C076-A2D06C0138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23BC2B-1F62-4E43-A4AA-9EA4DC9C783E}" type="slidenum">
              <a:rPr lang="es-MX" smtClean="0"/>
              <a:t>36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902195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429668-1A6B-A0BB-5118-FFFC57773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351A58B-BF70-8292-2D76-0B6A1A3234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FE25B5B-AB98-2E13-6506-079329FB84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C0115D9-AD0E-19C9-287E-5186081C37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23BC2B-1F62-4E43-A4AA-9EA4DC9C783E}" type="slidenum">
              <a:rPr lang="es-MX" smtClean="0"/>
              <a:t>37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031443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653772-17A3-0ADE-EFCE-6B9BE511B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D7F4346-B383-8435-AD92-2513006D12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D6743CC-FB8A-6532-70EC-9918A51A3A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2999890-8B43-8B56-27B6-DEAD7FDF25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23BC2B-1F62-4E43-A4AA-9EA4DC9C783E}" type="slidenum">
              <a:rPr lang="es-MX" smtClean="0"/>
              <a:t>38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643223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4E2DC-1762-CE93-66B3-7A610B12A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B41E077-4BF0-0CE1-734F-6B988A273C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8E9843D-3668-6D5F-BEA5-F00F3C3417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CD50D4D-CC67-84E9-EDED-87D319E162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23BC2B-1F62-4E43-A4AA-9EA4DC9C783E}" type="slidenum">
              <a:rPr lang="es-MX" smtClean="0"/>
              <a:t>39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732507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Terminal:</a:t>
            </a:r>
            <a:br>
              <a:rPr lang="es-MX" dirty="0"/>
            </a:br>
            <a:r>
              <a:rPr lang="es-MX" dirty="0"/>
              <a:t>1. Hacer </a:t>
            </a:r>
            <a:r>
              <a:rPr lang="es-MX" dirty="0" err="1"/>
              <a:t>git</a:t>
            </a:r>
            <a:r>
              <a:rPr lang="es-MX" dirty="0"/>
              <a:t> </a:t>
            </a:r>
            <a:r>
              <a:rPr lang="es-MX" dirty="0" err="1"/>
              <a:t>add</a:t>
            </a:r>
            <a:r>
              <a:rPr lang="es-MX" dirty="0"/>
              <a:t> y </a:t>
            </a:r>
            <a:r>
              <a:rPr lang="es-MX" dirty="0" err="1"/>
              <a:t>git</a:t>
            </a:r>
            <a:r>
              <a:rPr lang="es-MX" dirty="0"/>
              <a:t> </a:t>
            </a:r>
            <a:r>
              <a:rPr lang="es-MX" dirty="0" err="1"/>
              <a:t>add</a:t>
            </a:r>
            <a:r>
              <a:rPr lang="es-MX" dirty="0"/>
              <a:t> 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23BC2B-1F62-4E43-A4AA-9EA4DC9C783E}" type="slidenum">
              <a:rPr lang="es-MX" smtClean="0"/>
              <a:t>41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757901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Abrir terminal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23BC2B-1F62-4E43-A4AA-9EA4DC9C783E}" type="slidenum">
              <a:rPr lang="es-MX" smtClean="0"/>
              <a:t>50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248880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s-MX" b="1" dirty="0"/>
              <a:t>El identificador (Hash):</a:t>
            </a:r>
            <a:r>
              <a:rPr lang="es-MX" dirty="0"/>
              <a:t> </a:t>
            </a:r>
            <a:r>
              <a:rPr lang="es-MX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commit</a:t>
            </a:r>
            <a:r>
              <a:rPr lang="es-MX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4f8a9b2c...</a:t>
            </a:r>
            <a:r>
              <a:rPr lang="es-MX" dirty="0"/>
              <a:t> -&gt; Es el código alfanumérico único e irrepetible que Git le asigna a tu respaldo (como el folio o DNI de la fotografía).</a:t>
            </a:r>
          </a:p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23BC2B-1F62-4E43-A4AA-9EA4DC9C783E}" type="slidenum">
              <a:rPr lang="es-MX" smtClean="0"/>
              <a:t>63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868531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s-MX" b="1" dirty="0"/>
              <a:t>El Autor:</a:t>
            </a:r>
            <a:r>
              <a:rPr lang="es-MX" dirty="0"/>
              <a:t> </a:t>
            </a:r>
            <a:r>
              <a:rPr lang="es-MX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Author: </a:t>
            </a:r>
            <a:r>
              <a:rPr lang="es-MX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Curies</a:t>
            </a:r>
            <a:r>
              <a:rPr lang="es-MX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&lt;curies@correo.com&gt;</a:t>
            </a:r>
            <a:r>
              <a:rPr lang="es-MX" dirty="0"/>
              <a:t> -&gt; Registra exactamente quién realizó el cambio y su correo electrónico configurado.</a:t>
            </a:r>
          </a:p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23BC2B-1F62-4E43-A4AA-9EA4DC9C783E}" type="slidenum">
              <a:rPr lang="es-MX" smtClean="0"/>
              <a:t>64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676250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s-MX" b="1" dirty="0"/>
              <a:t>La Fecha:</a:t>
            </a:r>
            <a:r>
              <a:rPr lang="es-MX" dirty="0"/>
              <a:t> </a:t>
            </a:r>
            <a:r>
              <a:rPr lang="es-MX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Date: Tue Jul 14 20:15:00 2026</a:t>
            </a:r>
            <a:r>
              <a:rPr lang="es-MX" dirty="0"/>
              <a:t> -&gt; La marca de tiempo exacta del momento en que se ejecutó el comando </a:t>
            </a:r>
            <a:r>
              <a:rPr lang="es-MX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commit</a:t>
            </a:r>
            <a:r>
              <a:rPr lang="es-MX" dirty="0"/>
              <a:t>.</a:t>
            </a:r>
          </a:p>
          <a:p>
            <a:pPr lvl="0"/>
            <a:r>
              <a:rPr lang="es-MX" b="1" dirty="0"/>
              <a:t>El Mensaje:</a:t>
            </a:r>
            <a:r>
              <a:rPr lang="es-MX" dirty="0"/>
              <a:t> </a:t>
            </a:r>
            <a:r>
              <a:rPr lang="es-MX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feat</a:t>
            </a:r>
            <a:r>
              <a:rPr lang="es-MX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agregar </a:t>
            </a:r>
            <a:r>
              <a:rPr lang="es-MX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cancion</a:t>
            </a:r>
            <a:r>
              <a:rPr lang="es-MX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cielito lindo</a:t>
            </a:r>
            <a:r>
              <a:rPr lang="es-MX" dirty="0"/>
              <a:t> -&gt; La nota descriptiva que adjuntamos con la opción </a:t>
            </a:r>
            <a:r>
              <a:rPr lang="es-MX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-m</a:t>
            </a:r>
            <a:r>
              <a:rPr lang="es-MX" dirty="0"/>
              <a:t>.</a:t>
            </a:r>
          </a:p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23BC2B-1F62-4E43-A4AA-9EA4DC9C783E}" type="slidenum">
              <a:rPr lang="es-MX" smtClean="0"/>
              <a:t>65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69539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Terminal:</a:t>
            </a:r>
          </a:p>
          <a:p>
            <a:r>
              <a:rPr lang="es-MX" dirty="0"/>
              <a:t>Hacer un </a:t>
            </a:r>
            <a:r>
              <a:rPr lang="es-MX" dirty="0" err="1"/>
              <a:t>commit</a:t>
            </a:r>
            <a:r>
              <a:rPr lang="es-MX" dirty="0"/>
              <a:t> y verificar con </a:t>
            </a:r>
            <a:r>
              <a:rPr lang="es-MX" dirty="0" err="1"/>
              <a:t>git</a:t>
            </a:r>
            <a:r>
              <a:rPr lang="es-MX" dirty="0"/>
              <a:t> log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23BC2B-1F62-4E43-A4AA-9EA4DC9C783E}" type="slidenum">
              <a:rPr lang="es-MX" smtClean="0"/>
              <a:t>66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426182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svg"/><Relationship Id="rId7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svg"/><Relationship Id="rId7" Type="http://schemas.openxmlformats.org/officeDocument/2006/relationships/image" Target="../media/image1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svg"/><Relationship Id="rId7" Type="http://schemas.openxmlformats.org/officeDocument/2006/relationships/image" Target="../media/image1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svg"/><Relationship Id="rId7" Type="http://schemas.openxmlformats.org/officeDocument/2006/relationships/image" Target="../media/image1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svg"/><Relationship Id="rId5" Type="http://schemas.openxmlformats.org/officeDocument/2006/relationships/image" Target="../media/image30.svg"/><Relationship Id="rId4" Type="http://schemas.openxmlformats.org/officeDocument/2006/relationships/image" Target="../media/image2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svg"/><Relationship Id="rId7" Type="http://schemas.openxmlformats.org/officeDocument/2006/relationships/image" Target="../media/image34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svg"/><Relationship Id="rId7" Type="http://schemas.openxmlformats.org/officeDocument/2006/relationships/image" Target="../media/image34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microsoft.com/office/2007/relationships/hdphoto" Target="../media/hdphoto1.wdp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svg"/><Relationship Id="rId7" Type="http://schemas.openxmlformats.org/officeDocument/2006/relationships/image" Target="../media/image34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svg"/><Relationship Id="rId7" Type="http://schemas.openxmlformats.org/officeDocument/2006/relationships/image" Target="../media/image34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42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svg"/><Relationship Id="rId7" Type="http://schemas.openxmlformats.org/officeDocument/2006/relationships/image" Target="../media/image4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svg"/><Relationship Id="rId5" Type="http://schemas.microsoft.com/office/2007/relationships/hdphoto" Target="../media/hdphoto1.wdp"/><Relationship Id="rId4" Type="http://schemas.openxmlformats.org/officeDocument/2006/relationships/image" Target="../media/image37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svg"/><Relationship Id="rId7" Type="http://schemas.openxmlformats.org/officeDocument/2006/relationships/image" Target="../media/image4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svg"/><Relationship Id="rId5" Type="http://schemas.microsoft.com/office/2007/relationships/hdphoto" Target="../media/hdphoto1.wdp"/><Relationship Id="rId4" Type="http://schemas.openxmlformats.org/officeDocument/2006/relationships/image" Target="../media/image3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2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6.png"/><Relationship Id="rId7" Type="http://schemas.microsoft.com/office/2007/relationships/hdphoto" Target="../media/hdphoto1.wdp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9.png"/><Relationship Id="rId4" Type="http://schemas.openxmlformats.org/officeDocument/2006/relationships/image" Target="../media/image2.svg"/><Relationship Id="rId9" Type="http://schemas.openxmlformats.org/officeDocument/2006/relationships/image" Target="../media/image43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6.png"/><Relationship Id="rId7" Type="http://schemas.microsoft.com/office/2007/relationships/hdphoto" Target="../media/hdphoto1.wdp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9.png"/><Relationship Id="rId4" Type="http://schemas.openxmlformats.org/officeDocument/2006/relationships/image" Target="../media/image2.svg"/><Relationship Id="rId9" Type="http://schemas.openxmlformats.org/officeDocument/2006/relationships/image" Target="../media/image43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6.png"/><Relationship Id="rId7" Type="http://schemas.microsoft.com/office/2007/relationships/hdphoto" Target="../media/hdphoto1.wdp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9.png"/><Relationship Id="rId4" Type="http://schemas.openxmlformats.org/officeDocument/2006/relationships/image" Target="../media/image2.svg"/><Relationship Id="rId9" Type="http://schemas.openxmlformats.org/officeDocument/2006/relationships/image" Target="../media/image43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6.png"/><Relationship Id="rId7" Type="http://schemas.microsoft.com/office/2007/relationships/hdphoto" Target="../media/hdphoto1.wdp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9.png"/><Relationship Id="rId4" Type="http://schemas.openxmlformats.org/officeDocument/2006/relationships/image" Target="../media/image2.svg"/><Relationship Id="rId9" Type="http://schemas.openxmlformats.org/officeDocument/2006/relationships/image" Target="../media/image43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6.png"/><Relationship Id="rId7" Type="http://schemas.microsoft.com/office/2007/relationships/hdphoto" Target="../media/hdphoto1.wdp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9.png"/><Relationship Id="rId4" Type="http://schemas.openxmlformats.org/officeDocument/2006/relationships/image" Target="../media/image2.svg"/><Relationship Id="rId9" Type="http://schemas.openxmlformats.org/officeDocument/2006/relationships/image" Target="../media/image43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svg"/><Relationship Id="rId7" Type="http://schemas.openxmlformats.org/officeDocument/2006/relationships/image" Target="../media/image4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svg"/><Relationship Id="rId5" Type="http://schemas.microsoft.com/office/2007/relationships/hdphoto" Target="../media/hdphoto1.wdp"/><Relationship Id="rId4" Type="http://schemas.openxmlformats.org/officeDocument/2006/relationships/image" Target="../media/image37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44.png"/><Relationship Id="rId4" Type="http://schemas.openxmlformats.org/officeDocument/2006/relationships/image" Target="../media/image2.sv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2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5.png"/><Relationship Id="rId4" Type="http://schemas.openxmlformats.org/officeDocument/2006/relationships/image" Target="../media/image9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6.png"/><Relationship Id="rId4" Type="http://schemas.openxmlformats.org/officeDocument/2006/relationships/image" Target="../media/image9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7.png"/><Relationship Id="rId4" Type="http://schemas.openxmlformats.org/officeDocument/2006/relationships/image" Target="../media/image9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8.png"/><Relationship Id="rId4" Type="http://schemas.openxmlformats.org/officeDocument/2006/relationships/image" Target="../media/image9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9.png"/><Relationship Id="rId4" Type="http://schemas.openxmlformats.org/officeDocument/2006/relationships/image" Target="../media/image9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png"/><Relationship Id="rId5" Type="http://schemas.openxmlformats.org/officeDocument/2006/relationships/image" Target="../media/image9.png"/><Relationship Id="rId4" Type="http://schemas.openxmlformats.org/officeDocument/2006/relationships/image" Target="../media/image2.sv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2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31.sv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31.sv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svg"/><Relationship Id="rId4" Type="http://schemas.openxmlformats.org/officeDocument/2006/relationships/image" Target="../media/image9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svg"/><Relationship Id="rId7" Type="http://schemas.openxmlformats.org/officeDocument/2006/relationships/image" Target="../media/image4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svg"/><Relationship Id="rId5" Type="http://schemas.microsoft.com/office/2007/relationships/hdphoto" Target="../media/hdphoto1.wdp"/><Relationship Id="rId4" Type="http://schemas.openxmlformats.org/officeDocument/2006/relationships/image" Target="../media/image37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2.svg"/><Relationship Id="rId7" Type="http://schemas.openxmlformats.org/officeDocument/2006/relationships/image" Target="../media/image4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svg"/><Relationship Id="rId5" Type="http://schemas.microsoft.com/office/2007/relationships/hdphoto" Target="../media/hdphoto1.wdp"/><Relationship Id="rId4" Type="http://schemas.openxmlformats.org/officeDocument/2006/relationships/image" Target="../media/image37.png"/><Relationship Id="rId9" Type="http://schemas.openxmlformats.org/officeDocument/2006/relationships/image" Target="../media/image9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52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1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1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2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png"/><Relationship Id="rId5" Type="http://schemas.openxmlformats.org/officeDocument/2006/relationships/image" Target="../media/image9.png"/><Relationship Id="rId4" Type="http://schemas.openxmlformats.org/officeDocument/2006/relationships/image" Target="../media/image2.sv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4.png"/><Relationship Id="rId5" Type="http://schemas.openxmlformats.org/officeDocument/2006/relationships/image" Target="../media/image9.png"/><Relationship Id="rId4" Type="http://schemas.openxmlformats.org/officeDocument/2006/relationships/image" Target="../media/image2.sv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png"/><Relationship Id="rId5" Type="http://schemas.openxmlformats.org/officeDocument/2006/relationships/image" Target="../media/image9.png"/><Relationship Id="rId4" Type="http://schemas.openxmlformats.org/officeDocument/2006/relationships/image" Target="../media/image2.sv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.png"/><Relationship Id="rId5" Type="http://schemas.openxmlformats.org/officeDocument/2006/relationships/image" Target="../media/image9.png"/><Relationship Id="rId4" Type="http://schemas.openxmlformats.org/officeDocument/2006/relationships/image" Target="../media/image2.sv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2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2.svg"/><Relationship Id="rId7" Type="http://schemas.openxmlformats.org/officeDocument/2006/relationships/image" Target="../media/image33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svg"/><Relationship Id="rId4" Type="http://schemas.openxmlformats.org/officeDocument/2006/relationships/image" Target="../media/image9.png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2.svg"/><Relationship Id="rId7" Type="http://schemas.openxmlformats.org/officeDocument/2006/relationships/image" Target="../media/image33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svg"/><Relationship Id="rId4" Type="http://schemas.openxmlformats.org/officeDocument/2006/relationships/image" Target="../media/image9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2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hyperlink" Target="https://forms.gle/ebsK6gJvXguPZeEm6" TargetMode="External"/><Relationship Id="rId4" Type="http://schemas.openxmlformats.org/officeDocument/2006/relationships/image" Target="../media/image57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2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2.svg"/><Relationship Id="rId7" Type="http://schemas.openxmlformats.org/officeDocument/2006/relationships/image" Target="../media/image33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svg"/><Relationship Id="rId4" Type="http://schemas.openxmlformats.org/officeDocument/2006/relationships/image" Target="../media/image9.png"/></Relationships>
</file>

<file path=ppt/slides/_rels/slide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2.svg"/><Relationship Id="rId7" Type="http://schemas.openxmlformats.org/officeDocument/2006/relationships/image" Target="../media/image33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svg"/><Relationship Id="rId4" Type="http://schemas.openxmlformats.org/officeDocument/2006/relationships/image" Target="../media/image9.png"/></Relationships>
</file>

<file path=ppt/slides/_rels/slide8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2.svg"/><Relationship Id="rId7" Type="http://schemas.openxmlformats.org/officeDocument/2006/relationships/image" Target="../media/image33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svg"/><Relationship Id="rId4" Type="http://schemas.openxmlformats.org/officeDocument/2006/relationships/image" Target="../media/image9.png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2.svg"/><Relationship Id="rId7" Type="http://schemas.openxmlformats.org/officeDocument/2006/relationships/image" Target="../media/image33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svg"/><Relationship Id="rId4" Type="http://schemas.openxmlformats.org/officeDocument/2006/relationships/image" Target="../media/image9.png"/></Relationships>
</file>

<file path=ppt/slides/_rels/slide8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2.svg"/><Relationship Id="rId7" Type="http://schemas.openxmlformats.org/officeDocument/2006/relationships/image" Target="../media/image33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svg"/><Relationship Id="rId4" Type="http://schemas.openxmlformats.org/officeDocument/2006/relationships/image" Target="../media/image9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hyperlink" Target="https://forms.gle/7UScrwTwCwN1wkGZ7" TargetMode="External"/><Relationship Id="rId4" Type="http://schemas.openxmlformats.org/officeDocument/2006/relationships/image" Target="../media/image58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0335" y="0"/>
            <a:ext cx="18308335" cy="10268856"/>
          </a:xfrm>
          <a:custGeom>
            <a:avLst/>
            <a:gdLst/>
            <a:ahLst/>
            <a:cxnLst/>
            <a:rect l="l" t="t" r="r" b="b"/>
            <a:pathLst>
              <a:path w="18308335" h="10268856">
                <a:moveTo>
                  <a:pt x="0" y="0"/>
                </a:moveTo>
                <a:lnTo>
                  <a:pt x="18308335" y="0"/>
                </a:lnTo>
                <a:lnTo>
                  <a:pt x="18308335" y="10268856"/>
                </a:lnTo>
                <a:lnTo>
                  <a:pt x="0" y="10268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</a:blip>
            <a:stretch>
              <a:fillRect t="-15203" r="-7382" b="-12430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" name="Freeform 3"/>
          <p:cNvSpPr/>
          <p:nvPr/>
        </p:nvSpPr>
        <p:spPr>
          <a:xfrm>
            <a:off x="15382950" y="-454626"/>
            <a:ext cx="2905050" cy="4827122"/>
          </a:xfrm>
          <a:custGeom>
            <a:avLst/>
            <a:gdLst/>
            <a:ahLst/>
            <a:cxnLst/>
            <a:rect l="l" t="t" r="r" b="b"/>
            <a:pathLst>
              <a:path w="2905050" h="4827122">
                <a:moveTo>
                  <a:pt x="0" y="0"/>
                </a:moveTo>
                <a:lnTo>
                  <a:pt x="2905050" y="0"/>
                </a:lnTo>
                <a:lnTo>
                  <a:pt x="2905050" y="4827123"/>
                </a:lnTo>
                <a:lnTo>
                  <a:pt x="0" y="48271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" name="Freeform 4"/>
          <p:cNvSpPr/>
          <p:nvPr/>
        </p:nvSpPr>
        <p:spPr>
          <a:xfrm>
            <a:off x="15382950" y="634629"/>
            <a:ext cx="2905050" cy="4827122"/>
          </a:xfrm>
          <a:custGeom>
            <a:avLst/>
            <a:gdLst/>
            <a:ahLst/>
            <a:cxnLst/>
            <a:rect l="l" t="t" r="r" b="b"/>
            <a:pathLst>
              <a:path w="2905050" h="4827122">
                <a:moveTo>
                  <a:pt x="0" y="0"/>
                </a:moveTo>
                <a:lnTo>
                  <a:pt x="2905050" y="0"/>
                </a:lnTo>
                <a:lnTo>
                  <a:pt x="2905050" y="4827122"/>
                </a:lnTo>
                <a:lnTo>
                  <a:pt x="0" y="48271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5" name="Freeform 5"/>
          <p:cNvSpPr/>
          <p:nvPr/>
        </p:nvSpPr>
        <p:spPr>
          <a:xfrm flipH="1">
            <a:off x="15754" y="0"/>
            <a:ext cx="2905050" cy="4827122"/>
          </a:xfrm>
          <a:custGeom>
            <a:avLst/>
            <a:gdLst/>
            <a:ahLst/>
            <a:cxnLst/>
            <a:rect l="l" t="t" r="r" b="b"/>
            <a:pathLst>
              <a:path w="2905050" h="4827122">
                <a:moveTo>
                  <a:pt x="2905050" y="0"/>
                </a:moveTo>
                <a:lnTo>
                  <a:pt x="0" y="0"/>
                </a:lnTo>
                <a:lnTo>
                  <a:pt x="0" y="4827122"/>
                </a:lnTo>
                <a:lnTo>
                  <a:pt x="2905050" y="4827122"/>
                </a:lnTo>
                <a:lnTo>
                  <a:pt x="290505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6" name="Freeform 6"/>
          <p:cNvSpPr/>
          <p:nvPr/>
        </p:nvSpPr>
        <p:spPr>
          <a:xfrm flipH="1">
            <a:off x="15754" y="1167173"/>
            <a:ext cx="2905050" cy="4827122"/>
          </a:xfrm>
          <a:custGeom>
            <a:avLst/>
            <a:gdLst/>
            <a:ahLst/>
            <a:cxnLst/>
            <a:rect l="l" t="t" r="r" b="b"/>
            <a:pathLst>
              <a:path w="2905050" h="4827122">
                <a:moveTo>
                  <a:pt x="2905050" y="0"/>
                </a:moveTo>
                <a:lnTo>
                  <a:pt x="0" y="0"/>
                </a:lnTo>
                <a:lnTo>
                  <a:pt x="0" y="4827123"/>
                </a:lnTo>
                <a:lnTo>
                  <a:pt x="2905050" y="4827123"/>
                </a:lnTo>
                <a:lnTo>
                  <a:pt x="290505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7" name="Group 7"/>
          <p:cNvGrpSpPr/>
          <p:nvPr/>
        </p:nvGrpSpPr>
        <p:grpSpPr>
          <a:xfrm>
            <a:off x="2920804" y="1349508"/>
            <a:ext cx="5714206" cy="3061070"/>
            <a:chOff x="0" y="0"/>
            <a:chExt cx="1504976" cy="80620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504976" cy="806208"/>
            </a:xfrm>
            <a:custGeom>
              <a:avLst/>
              <a:gdLst/>
              <a:ahLst/>
              <a:cxnLst/>
              <a:rect l="l" t="t" r="r" b="b"/>
              <a:pathLst>
                <a:path w="1504976" h="806208">
                  <a:moveTo>
                    <a:pt x="135485" y="0"/>
                  </a:moveTo>
                  <a:lnTo>
                    <a:pt x="1369491" y="0"/>
                  </a:lnTo>
                  <a:cubicBezTo>
                    <a:pt x="1405424" y="0"/>
                    <a:pt x="1439885" y="14274"/>
                    <a:pt x="1465293" y="39683"/>
                  </a:cubicBezTo>
                  <a:cubicBezTo>
                    <a:pt x="1490702" y="65091"/>
                    <a:pt x="1504976" y="99552"/>
                    <a:pt x="1504976" y="135485"/>
                  </a:cubicBezTo>
                  <a:lnTo>
                    <a:pt x="1504976" y="670722"/>
                  </a:lnTo>
                  <a:cubicBezTo>
                    <a:pt x="1504976" y="706655"/>
                    <a:pt x="1490702" y="741117"/>
                    <a:pt x="1465293" y="766525"/>
                  </a:cubicBezTo>
                  <a:cubicBezTo>
                    <a:pt x="1439885" y="791934"/>
                    <a:pt x="1405424" y="806208"/>
                    <a:pt x="1369491" y="806208"/>
                  </a:cubicBezTo>
                  <a:lnTo>
                    <a:pt x="135485" y="806208"/>
                  </a:lnTo>
                  <a:cubicBezTo>
                    <a:pt x="99552" y="806208"/>
                    <a:pt x="65091" y="791934"/>
                    <a:pt x="39683" y="766525"/>
                  </a:cubicBezTo>
                  <a:cubicBezTo>
                    <a:pt x="14274" y="741117"/>
                    <a:pt x="0" y="706655"/>
                    <a:pt x="0" y="670722"/>
                  </a:cubicBezTo>
                  <a:lnTo>
                    <a:pt x="0" y="135485"/>
                  </a:lnTo>
                  <a:cubicBezTo>
                    <a:pt x="0" y="99552"/>
                    <a:pt x="14274" y="65091"/>
                    <a:pt x="39683" y="39683"/>
                  </a:cubicBezTo>
                  <a:cubicBezTo>
                    <a:pt x="65091" y="14274"/>
                    <a:pt x="99552" y="0"/>
                    <a:pt x="135485" y="0"/>
                  </a:cubicBez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1504976" cy="8252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234949" y="6571869"/>
            <a:ext cx="5148001" cy="2735686"/>
            <a:chOff x="0" y="0"/>
            <a:chExt cx="1355852" cy="72051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355852" cy="720510"/>
            </a:xfrm>
            <a:custGeom>
              <a:avLst/>
              <a:gdLst/>
              <a:ahLst/>
              <a:cxnLst/>
              <a:rect l="l" t="t" r="r" b="b"/>
              <a:pathLst>
                <a:path w="1355852" h="720510">
                  <a:moveTo>
                    <a:pt x="150387" y="0"/>
                  </a:moveTo>
                  <a:lnTo>
                    <a:pt x="1205465" y="0"/>
                  </a:lnTo>
                  <a:cubicBezTo>
                    <a:pt x="1245350" y="0"/>
                    <a:pt x="1283602" y="15844"/>
                    <a:pt x="1311805" y="44047"/>
                  </a:cubicBezTo>
                  <a:cubicBezTo>
                    <a:pt x="1340008" y="72250"/>
                    <a:pt x="1355852" y="110502"/>
                    <a:pt x="1355852" y="150387"/>
                  </a:cubicBezTo>
                  <a:lnTo>
                    <a:pt x="1355852" y="570123"/>
                  </a:lnTo>
                  <a:cubicBezTo>
                    <a:pt x="1355852" y="653179"/>
                    <a:pt x="1288522" y="720510"/>
                    <a:pt x="1205465" y="720510"/>
                  </a:cubicBezTo>
                  <a:lnTo>
                    <a:pt x="150387" y="720510"/>
                  </a:lnTo>
                  <a:cubicBezTo>
                    <a:pt x="67331" y="720510"/>
                    <a:pt x="0" y="653179"/>
                    <a:pt x="0" y="570123"/>
                  </a:cubicBezTo>
                  <a:lnTo>
                    <a:pt x="0" y="150387"/>
                  </a:lnTo>
                  <a:cubicBezTo>
                    <a:pt x="0" y="67331"/>
                    <a:pt x="67331" y="0"/>
                    <a:pt x="150387" y="0"/>
                  </a:cubicBez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1355852" cy="7395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3268790" y="1789947"/>
            <a:ext cx="2180194" cy="2180194"/>
          </a:xfrm>
          <a:custGeom>
            <a:avLst/>
            <a:gdLst/>
            <a:ahLst/>
            <a:cxnLst/>
            <a:rect l="l" t="t" r="r" b="b"/>
            <a:pathLst>
              <a:path w="2180194" h="2180194">
                <a:moveTo>
                  <a:pt x="0" y="0"/>
                </a:moveTo>
                <a:lnTo>
                  <a:pt x="2180194" y="0"/>
                </a:lnTo>
                <a:lnTo>
                  <a:pt x="2180194" y="2180193"/>
                </a:lnTo>
                <a:lnTo>
                  <a:pt x="0" y="21801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4" name="Freeform 14"/>
          <p:cNvSpPr/>
          <p:nvPr/>
        </p:nvSpPr>
        <p:spPr>
          <a:xfrm>
            <a:off x="13665684" y="7320164"/>
            <a:ext cx="1266733" cy="1239096"/>
          </a:xfrm>
          <a:custGeom>
            <a:avLst/>
            <a:gdLst/>
            <a:ahLst/>
            <a:cxnLst/>
            <a:rect l="l" t="t" r="r" b="b"/>
            <a:pathLst>
              <a:path w="1266733" h="1239096">
                <a:moveTo>
                  <a:pt x="0" y="0"/>
                </a:moveTo>
                <a:lnTo>
                  <a:pt x="1266733" y="0"/>
                </a:lnTo>
                <a:lnTo>
                  <a:pt x="1266733" y="1239096"/>
                </a:lnTo>
                <a:lnTo>
                  <a:pt x="0" y="12390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5" name="TextBox 15"/>
          <p:cNvSpPr txBox="1"/>
          <p:nvPr/>
        </p:nvSpPr>
        <p:spPr>
          <a:xfrm>
            <a:off x="5214928" y="805223"/>
            <a:ext cx="3420082" cy="3242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34"/>
              </a:lnSpc>
            </a:pPr>
            <a:r>
              <a:rPr lang="en-US" sz="18953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git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668475" y="4457583"/>
            <a:ext cx="4930715" cy="19523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100"/>
              </a:lnSpc>
            </a:pPr>
            <a:r>
              <a:rPr lang="en-US" sz="10785" b="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DESDE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660452" y="6867909"/>
            <a:ext cx="4722498" cy="1924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726"/>
              </a:lnSpc>
            </a:pPr>
            <a:r>
              <a:rPr lang="en-US" sz="11232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CER</a:t>
            </a:r>
          </a:p>
        </p:txBody>
      </p:sp>
      <p:grpSp>
        <p:nvGrpSpPr>
          <p:cNvPr id="29" name="Group 10">
            <a:extLst>
              <a:ext uri="{FF2B5EF4-FFF2-40B4-BE49-F238E27FC236}">
                <a16:creationId xmlns:a16="http://schemas.microsoft.com/office/drawing/2014/main" id="{901E32DD-86FB-468D-373B-3E19D788561C}"/>
              </a:ext>
            </a:extLst>
          </p:cNvPr>
          <p:cNvGrpSpPr/>
          <p:nvPr/>
        </p:nvGrpSpPr>
        <p:grpSpPr>
          <a:xfrm>
            <a:off x="-228601" y="8792440"/>
            <a:ext cx="2905050" cy="1773321"/>
            <a:chOff x="0" y="0"/>
            <a:chExt cx="1355852" cy="720510"/>
          </a:xfrm>
        </p:grpSpPr>
        <p:sp>
          <p:nvSpPr>
            <p:cNvPr id="30" name="Freeform 11">
              <a:extLst>
                <a:ext uri="{FF2B5EF4-FFF2-40B4-BE49-F238E27FC236}">
                  <a16:creationId xmlns:a16="http://schemas.microsoft.com/office/drawing/2014/main" id="{5E8C71BB-113D-DF10-2B3C-233DEEA0F287}"/>
                </a:ext>
              </a:extLst>
            </p:cNvPr>
            <p:cNvSpPr/>
            <p:nvPr/>
          </p:nvSpPr>
          <p:spPr>
            <a:xfrm>
              <a:off x="0" y="0"/>
              <a:ext cx="1355852" cy="720510"/>
            </a:xfrm>
            <a:custGeom>
              <a:avLst/>
              <a:gdLst/>
              <a:ahLst/>
              <a:cxnLst/>
              <a:rect l="l" t="t" r="r" b="b"/>
              <a:pathLst>
                <a:path w="1355852" h="720510">
                  <a:moveTo>
                    <a:pt x="150387" y="0"/>
                  </a:moveTo>
                  <a:lnTo>
                    <a:pt x="1205465" y="0"/>
                  </a:lnTo>
                  <a:cubicBezTo>
                    <a:pt x="1245350" y="0"/>
                    <a:pt x="1283602" y="15844"/>
                    <a:pt x="1311805" y="44047"/>
                  </a:cubicBezTo>
                  <a:cubicBezTo>
                    <a:pt x="1340008" y="72250"/>
                    <a:pt x="1355852" y="110502"/>
                    <a:pt x="1355852" y="150387"/>
                  </a:cubicBezTo>
                  <a:lnTo>
                    <a:pt x="1355852" y="570123"/>
                  </a:lnTo>
                  <a:cubicBezTo>
                    <a:pt x="1355852" y="653179"/>
                    <a:pt x="1288522" y="720510"/>
                    <a:pt x="1205465" y="720510"/>
                  </a:cubicBezTo>
                  <a:lnTo>
                    <a:pt x="150387" y="720510"/>
                  </a:lnTo>
                  <a:cubicBezTo>
                    <a:pt x="67331" y="720510"/>
                    <a:pt x="0" y="653179"/>
                    <a:pt x="0" y="570123"/>
                  </a:cubicBezTo>
                  <a:lnTo>
                    <a:pt x="0" y="150387"/>
                  </a:lnTo>
                  <a:cubicBezTo>
                    <a:pt x="0" y="67331"/>
                    <a:pt x="67331" y="0"/>
                    <a:pt x="150387" y="0"/>
                  </a:cubicBezTo>
                  <a:close/>
                </a:path>
              </a:pathLst>
            </a:custGeom>
            <a:solidFill>
              <a:schemeClr val="bg1"/>
            </a:solidFill>
          </p:spPr>
          <p:txBody>
            <a:bodyPr/>
            <a:lstStyle/>
            <a:p>
              <a:endParaRPr lang="es-MX" dirty="0"/>
            </a:p>
          </p:txBody>
        </p:sp>
        <p:sp>
          <p:nvSpPr>
            <p:cNvPr id="31" name="TextBox 12">
              <a:extLst>
                <a:ext uri="{FF2B5EF4-FFF2-40B4-BE49-F238E27FC236}">
                  <a16:creationId xmlns:a16="http://schemas.microsoft.com/office/drawing/2014/main" id="{67F9D129-80CB-D9C8-22FF-36E468E3C590}"/>
                </a:ext>
              </a:extLst>
            </p:cNvPr>
            <p:cNvSpPr txBox="1"/>
            <p:nvPr/>
          </p:nvSpPr>
          <p:spPr>
            <a:xfrm>
              <a:off x="0" y="-19050"/>
              <a:ext cx="1355852" cy="7395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pic>
        <p:nvPicPr>
          <p:cNvPr id="19" name="Imagen 18">
            <a:extLst>
              <a:ext uri="{FF2B5EF4-FFF2-40B4-BE49-F238E27FC236}">
                <a16:creationId xmlns:a16="http://schemas.microsoft.com/office/drawing/2014/main" id="{9C5DF83D-061F-D6A4-6266-63FE9B9E464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077" y="8559260"/>
            <a:ext cx="1901694" cy="190169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/>
          <p:cNvGrpSpPr/>
          <p:nvPr/>
        </p:nvGrpSpPr>
        <p:grpSpPr>
          <a:xfrm>
            <a:off x="7983646" y="-1996091"/>
            <a:ext cx="11728201" cy="14279182"/>
            <a:chOff x="0" y="0"/>
            <a:chExt cx="3088909" cy="376077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088909" cy="3760772"/>
            </a:xfrm>
            <a:custGeom>
              <a:avLst/>
              <a:gdLst/>
              <a:ahLst/>
              <a:cxnLst/>
              <a:rect l="l" t="t" r="r" b="b"/>
              <a:pathLst>
                <a:path w="3088909" h="3760772">
                  <a:moveTo>
                    <a:pt x="0" y="0"/>
                  </a:moveTo>
                  <a:lnTo>
                    <a:pt x="3088909" y="0"/>
                  </a:lnTo>
                  <a:lnTo>
                    <a:pt x="3088909" y="3760772"/>
                  </a:lnTo>
                  <a:lnTo>
                    <a:pt x="0" y="3760772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3088909" cy="37798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196292" y="2424175"/>
            <a:ext cx="9908441" cy="3015100"/>
            <a:chOff x="0" y="0"/>
            <a:chExt cx="3685615" cy="112151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685615" cy="1121518"/>
            </a:xfrm>
            <a:custGeom>
              <a:avLst/>
              <a:gdLst/>
              <a:ahLst/>
              <a:cxnLst/>
              <a:rect l="l" t="t" r="r" b="b"/>
              <a:pathLst>
                <a:path w="3685615" h="1121518">
                  <a:moveTo>
                    <a:pt x="17971" y="0"/>
                  </a:moveTo>
                  <a:lnTo>
                    <a:pt x="3667644" y="0"/>
                  </a:lnTo>
                  <a:cubicBezTo>
                    <a:pt x="3672410" y="0"/>
                    <a:pt x="3676981" y="1893"/>
                    <a:pt x="3680351" y="5264"/>
                  </a:cubicBezTo>
                  <a:cubicBezTo>
                    <a:pt x="3683722" y="8634"/>
                    <a:pt x="3685615" y="13205"/>
                    <a:pt x="3685615" y="17971"/>
                  </a:cubicBezTo>
                  <a:lnTo>
                    <a:pt x="3685615" y="1103547"/>
                  </a:lnTo>
                  <a:cubicBezTo>
                    <a:pt x="3685615" y="1113473"/>
                    <a:pt x="3677569" y="1121518"/>
                    <a:pt x="3667644" y="1121518"/>
                  </a:cubicBezTo>
                  <a:lnTo>
                    <a:pt x="17971" y="1121518"/>
                  </a:lnTo>
                  <a:cubicBezTo>
                    <a:pt x="13205" y="1121518"/>
                    <a:pt x="8634" y="1119625"/>
                    <a:pt x="5264" y="1116255"/>
                  </a:cubicBezTo>
                  <a:cubicBezTo>
                    <a:pt x="1893" y="1112885"/>
                    <a:pt x="0" y="1108314"/>
                    <a:pt x="0" y="1103547"/>
                  </a:cubicBezTo>
                  <a:lnTo>
                    <a:pt x="0" y="17971"/>
                  </a:lnTo>
                  <a:cubicBezTo>
                    <a:pt x="0" y="13205"/>
                    <a:pt x="1893" y="8634"/>
                    <a:pt x="5264" y="5264"/>
                  </a:cubicBezTo>
                  <a:cubicBezTo>
                    <a:pt x="8634" y="1893"/>
                    <a:pt x="13205" y="0"/>
                    <a:pt x="17971" y="0"/>
                  </a:cubicBezTo>
                  <a:close/>
                </a:path>
              </a:pathLst>
            </a:custGeom>
            <a:blipFill>
              <a:blip r:embed="rId3"/>
              <a:stretch>
                <a:fillRect t="-817" b="-817"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28700" y="1047750"/>
            <a:ext cx="7552018" cy="27209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17"/>
              </a:lnSpc>
            </a:pPr>
            <a:r>
              <a:rPr lang="en-US" sz="9160" b="1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¿QUÉ ES LA TERMINAL?</a:t>
            </a:r>
          </a:p>
        </p:txBody>
      </p:sp>
      <p:sp>
        <p:nvSpPr>
          <p:cNvPr id="9" name="Freeform 9"/>
          <p:cNvSpPr/>
          <p:nvPr/>
        </p:nvSpPr>
        <p:spPr>
          <a:xfrm>
            <a:off x="5383534" y="-935059"/>
            <a:ext cx="1743088" cy="2896370"/>
          </a:xfrm>
          <a:custGeom>
            <a:avLst/>
            <a:gdLst/>
            <a:ahLst/>
            <a:cxnLst/>
            <a:rect l="l" t="t" r="r" b="b"/>
            <a:pathLst>
              <a:path w="1743088" h="2896370">
                <a:moveTo>
                  <a:pt x="0" y="0"/>
                </a:moveTo>
                <a:lnTo>
                  <a:pt x="1743088" y="0"/>
                </a:lnTo>
                <a:lnTo>
                  <a:pt x="1743088" y="2896369"/>
                </a:lnTo>
                <a:lnTo>
                  <a:pt x="0" y="289636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0" name="Freeform 10"/>
          <p:cNvSpPr/>
          <p:nvPr/>
        </p:nvSpPr>
        <p:spPr>
          <a:xfrm>
            <a:off x="6453204" y="-935059"/>
            <a:ext cx="1743088" cy="2896370"/>
          </a:xfrm>
          <a:custGeom>
            <a:avLst/>
            <a:gdLst/>
            <a:ahLst/>
            <a:cxnLst/>
            <a:rect l="l" t="t" r="r" b="b"/>
            <a:pathLst>
              <a:path w="1743088" h="2896370">
                <a:moveTo>
                  <a:pt x="0" y="0"/>
                </a:moveTo>
                <a:lnTo>
                  <a:pt x="1743088" y="0"/>
                </a:lnTo>
                <a:lnTo>
                  <a:pt x="1743088" y="2896369"/>
                </a:lnTo>
                <a:lnTo>
                  <a:pt x="0" y="289636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1" name="Group 11"/>
          <p:cNvGrpSpPr/>
          <p:nvPr/>
        </p:nvGrpSpPr>
        <p:grpSpPr>
          <a:xfrm>
            <a:off x="8225671" y="6686923"/>
            <a:ext cx="9879062" cy="2137287"/>
            <a:chOff x="0" y="0"/>
            <a:chExt cx="5183932" cy="112151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183932" cy="1121518"/>
            </a:xfrm>
            <a:custGeom>
              <a:avLst/>
              <a:gdLst/>
              <a:ahLst/>
              <a:cxnLst/>
              <a:rect l="l" t="t" r="r" b="b"/>
              <a:pathLst>
                <a:path w="5183932" h="1121518">
                  <a:moveTo>
                    <a:pt x="18024" y="0"/>
                  </a:moveTo>
                  <a:lnTo>
                    <a:pt x="5165908" y="0"/>
                  </a:lnTo>
                  <a:cubicBezTo>
                    <a:pt x="5170688" y="0"/>
                    <a:pt x="5175273" y="1899"/>
                    <a:pt x="5178653" y="5279"/>
                  </a:cubicBezTo>
                  <a:cubicBezTo>
                    <a:pt x="5182033" y="8659"/>
                    <a:pt x="5183932" y="13244"/>
                    <a:pt x="5183932" y="18024"/>
                  </a:cubicBezTo>
                  <a:lnTo>
                    <a:pt x="5183932" y="1103494"/>
                  </a:lnTo>
                  <a:cubicBezTo>
                    <a:pt x="5183932" y="1108274"/>
                    <a:pt x="5182033" y="1112859"/>
                    <a:pt x="5178653" y="1116239"/>
                  </a:cubicBezTo>
                  <a:cubicBezTo>
                    <a:pt x="5175273" y="1119619"/>
                    <a:pt x="5170688" y="1121518"/>
                    <a:pt x="5165908" y="1121518"/>
                  </a:cubicBezTo>
                  <a:lnTo>
                    <a:pt x="18024" y="1121518"/>
                  </a:lnTo>
                  <a:cubicBezTo>
                    <a:pt x="13244" y="1121518"/>
                    <a:pt x="8659" y="1119619"/>
                    <a:pt x="5279" y="1116239"/>
                  </a:cubicBezTo>
                  <a:cubicBezTo>
                    <a:pt x="1899" y="1112859"/>
                    <a:pt x="0" y="1108274"/>
                    <a:pt x="0" y="1103494"/>
                  </a:cubicBezTo>
                  <a:lnTo>
                    <a:pt x="0" y="18024"/>
                  </a:lnTo>
                  <a:cubicBezTo>
                    <a:pt x="0" y="13244"/>
                    <a:pt x="1899" y="8659"/>
                    <a:pt x="5279" y="5279"/>
                  </a:cubicBezTo>
                  <a:cubicBezTo>
                    <a:pt x="8659" y="1899"/>
                    <a:pt x="13244" y="0"/>
                    <a:pt x="18024" y="0"/>
                  </a:cubicBezTo>
                  <a:close/>
                </a:path>
              </a:pathLst>
            </a:custGeom>
            <a:blipFill>
              <a:blip r:embed="rId5"/>
              <a:stretch>
                <a:fillRect t="-2195" b="-2195"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028700" y="4621639"/>
            <a:ext cx="6673602" cy="1500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799" u="none" strike="noStrike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 </a:t>
            </a:r>
            <a:r>
              <a:rPr lang="en-US" sz="2799" u="none" strike="noStrike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una</a:t>
            </a:r>
            <a:r>
              <a:rPr lang="en-US" sz="2799" u="none" strike="noStrike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u="none" strike="noStrike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interfaz</a:t>
            </a:r>
            <a:r>
              <a:rPr lang="en-US" sz="2799" u="none" strike="noStrike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2799" u="none" strike="noStrike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línea</a:t>
            </a:r>
            <a:r>
              <a:rPr lang="en-US" sz="2799" u="none" strike="noStrike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2799" u="none" strike="noStrike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comandos</a:t>
            </a:r>
            <a:r>
              <a:rPr lang="en-US" sz="2799" u="none" strike="noStrike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u="none" strike="noStrike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que</a:t>
            </a:r>
            <a:r>
              <a:rPr lang="en-US" sz="2799" u="none" strike="noStrike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u="none" strike="noStrike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permite</a:t>
            </a:r>
            <a:r>
              <a:rPr lang="en-US" sz="2799" u="none" strike="noStrike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u="none" strike="noStrike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dar</a:t>
            </a:r>
            <a:r>
              <a:rPr lang="en-US" sz="2799" u="none" strike="noStrike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u="none" strike="noStrike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instrucciones</a:t>
            </a:r>
            <a:r>
              <a:rPr lang="en-US" sz="2799" u="none" strike="noStrike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u="none" strike="noStrike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directas</a:t>
            </a:r>
            <a:r>
              <a:rPr lang="en-US" sz="2799" u="none" strike="noStrike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al </a:t>
            </a:r>
            <a:r>
              <a:rPr lang="en-US" sz="2799" u="none" strike="noStrike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sistema</a:t>
            </a:r>
            <a:r>
              <a:rPr lang="en-US" sz="2799" u="none" strike="noStrike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u="none" strike="noStrike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operativo</a:t>
            </a:r>
            <a:r>
              <a:rPr lang="en-US" sz="2799" u="none" strike="noStrike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u="none" strike="noStrike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mediante</a:t>
            </a:r>
            <a:r>
              <a:rPr lang="en-US" sz="2799" u="none" strike="noStrike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u="none" strike="noStrike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texto</a:t>
            </a:r>
            <a:r>
              <a:rPr lang="en-US" sz="2799" u="none" strike="noStrike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7101790"/>
            <a:ext cx="6673602" cy="1005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n-US" sz="2799" b="1" spc="-55">
                <a:solidFill>
                  <a:srgbClr val="0CC0DF"/>
                </a:solidFill>
                <a:latin typeface="Poppins Bold"/>
                <a:ea typeface="Poppins Bold"/>
                <a:cs typeface="Poppins Bold"/>
                <a:sym typeface="Poppins Bold"/>
              </a:rPr>
              <a:t>E</a:t>
            </a:r>
            <a:r>
              <a:rPr lang="en-US" sz="2799" b="1" u="none" strike="noStrike" spc="-55">
                <a:solidFill>
                  <a:srgbClr val="0CC0DF"/>
                </a:solidFill>
                <a:latin typeface="Poppins Bold"/>
                <a:ea typeface="Poppins Bold"/>
                <a:cs typeface="Poppins Bold"/>
                <a:sym typeface="Poppins Bold"/>
              </a:rPr>
              <a:t>s el entorno nativo y más estable para ejecutar comandos de Git.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225671" y="1766400"/>
            <a:ext cx="6673602" cy="4578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639"/>
              </a:lnSpc>
            </a:pPr>
            <a:r>
              <a:rPr lang="en-US" sz="2599" spc="-7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Windows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225671" y="5858826"/>
            <a:ext cx="6673602" cy="4578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639"/>
              </a:lnSpc>
            </a:pPr>
            <a:r>
              <a:rPr lang="en-US" sz="2599" spc="-7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Linux (Ubuntu)</a:t>
            </a: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/>
          <p:cNvGrpSpPr/>
          <p:nvPr/>
        </p:nvGrpSpPr>
        <p:grpSpPr>
          <a:xfrm>
            <a:off x="-698849" y="9575651"/>
            <a:ext cx="19685699" cy="2666805"/>
            <a:chOff x="0" y="0"/>
            <a:chExt cx="5184711" cy="70236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698849" y="-1923855"/>
            <a:ext cx="19685699" cy="2666805"/>
            <a:chOff x="0" y="0"/>
            <a:chExt cx="5184711" cy="70236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5872392" y="2091327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0" name="Freeform 10"/>
          <p:cNvSpPr/>
          <p:nvPr/>
        </p:nvSpPr>
        <p:spPr>
          <a:xfrm>
            <a:off x="16901092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1" name="Freeform 11"/>
          <p:cNvSpPr/>
          <p:nvPr/>
        </p:nvSpPr>
        <p:spPr>
          <a:xfrm flipH="1">
            <a:off x="-1389129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2" name="Freeform 12"/>
          <p:cNvSpPr/>
          <p:nvPr/>
        </p:nvSpPr>
        <p:spPr>
          <a:xfrm flipH="1">
            <a:off x="-360429" y="2459791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3" name="TextBox 13"/>
          <p:cNvSpPr txBox="1"/>
          <p:nvPr/>
        </p:nvSpPr>
        <p:spPr>
          <a:xfrm>
            <a:off x="2190449" y="4678596"/>
            <a:ext cx="13907101" cy="2491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spc="-7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799" u="none" strike="noStrike" spc="-7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ntes de ejecutar comandos de Git, es indispensable saber en qué carpeta estás posicionado. </a:t>
            </a:r>
          </a:p>
          <a:p>
            <a:pPr algn="l">
              <a:lnSpc>
                <a:spcPts val="3919"/>
              </a:lnSpc>
            </a:pPr>
            <a:endParaRPr lang="en-US" sz="2799" u="none" strike="noStrike" spc="-75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1" indent="0" algn="l">
              <a:lnSpc>
                <a:spcPts val="3919"/>
              </a:lnSpc>
            </a:pPr>
            <a:r>
              <a:rPr lang="en-US" sz="2799" u="none" strike="noStrike" spc="-7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Los </a:t>
            </a:r>
            <a:r>
              <a:rPr lang="en-US" sz="2799" b="1" u="none" strike="noStrike" spc="-75">
                <a:solidFill>
                  <a:srgbClr val="0CC0DF"/>
                </a:solidFill>
                <a:latin typeface="Poppins Bold"/>
                <a:ea typeface="Poppins Bold"/>
                <a:cs typeface="Poppins Bold"/>
                <a:sym typeface="Poppins Bold"/>
              </a:rPr>
              <a:t>comandos varían </a:t>
            </a:r>
            <a:r>
              <a:rPr lang="en-US" sz="2799" u="none" strike="noStrike" spc="-7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ligeramente entre sistemas operativos, pero la </a:t>
            </a:r>
            <a:r>
              <a:rPr lang="en-US" sz="2799" b="1" u="none" strike="noStrike" spc="-75">
                <a:solidFill>
                  <a:srgbClr val="0CC0DF"/>
                </a:solidFill>
                <a:latin typeface="Poppins Bold"/>
                <a:ea typeface="Poppins Bold"/>
                <a:cs typeface="Poppins Bold"/>
                <a:sym typeface="Poppins Bold"/>
              </a:rPr>
              <a:t>lógica </a:t>
            </a:r>
            <a:r>
              <a:rPr lang="en-US" sz="2799" u="none" strike="noStrike" spc="-7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 </a:t>
            </a:r>
            <a:r>
              <a:rPr lang="en-US" sz="2799" b="1" u="none" strike="noStrike" spc="-75">
                <a:solidFill>
                  <a:srgbClr val="0CC0DF"/>
                </a:solidFill>
                <a:latin typeface="Poppins Bold"/>
                <a:ea typeface="Poppins Bold"/>
                <a:cs typeface="Poppins Bold"/>
                <a:sym typeface="Poppins Bold"/>
              </a:rPr>
              <a:t>idéntica</a:t>
            </a:r>
            <a:r>
              <a:rPr lang="en-US" sz="2799" u="none" strike="noStrike" spc="-7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055238" y="924585"/>
            <a:ext cx="11638327" cy="27209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717"/>
              </a:lnSpc>
            </a:pPr>
            <a:r>
              <a:rPr lang="en-US" sz="9160" b="1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NAVEGACIÓN BÁSICA</a:t>
            </a:r>
          </a:p>
        </p:txBody>
      </p:sp>
      <p:grpSp>
        <p:nvGrpSpPr>
          <p:cNvPr id="21" name="Grupo 20">
            <a:extLst>
              <a:ext uri="{FF2B5EF4-FFF2-40B4-BE49-F238E27FC236}">
                <a16:creationId xmlns:a16="http://schemas.microsoft.com/office/drawing/2014/main" id="{76049660-19B9-620A-93C8-7BA9F7BD2ED2}"/>
              </a:ext>
            </a:extLst>
          </p:cNvPr>
          <p:cNvGrpSpPr/>
          <p:nvPr/>
        </p:nvGrpSpPr>
        <p:grpSpPr>
          <a:xfrm>
            <a:off x="-228601" y="-478361"/>
            <a:ext cx="2905050" cy="1476032"/>
            <a:chOff x="-228601" y="-478361"/>
            <a:chExt cx="2905050" cy="1476032"/>
          </a:xfrm>
        </p:grpSpPr>
        <p:grpSp>
          <p:nvGrpSpPr>
            <p:cNvPr id="22" name="Group 10">
              <a:extLst>
                <a:ext uri="{FF2B5EF4-FFF2-40B4-BE49-F238E27FC236}">
                  <a16:creationId xmlns:a16="http://schemas.microsoft.com/office/drawing/2014/main" id="{DDB22D10-C53A-40C1-BDB5-1E31ACBBF9AC}"/>
                </a:ext>
              </a:extLst>
            </p:cNvPr>
            <p:cNvGrpSpPr/>
            <p:nvPr/>
          </p:nvGrpSpPr>
          <p:grpSpPr>
            <a:xfrm>
              <a:off x="-228601" y="-478361"/>
              <a:ext cx="2905050" cy="1221311"/>
              <a:chOff x="0" y="0"/>
              <a:chExt cx="1355852" cy="720510"/>
            </a:xfrm>
          </p:grpSpPr>
          <p:sp>
            <p:nvSpPr>
              <p:cNvPr id="24" name="Freeform 11">
                <a:extLst>
                  <a:ext uri="{FF2B5EF4-FFF2-40B4-BE49-F238E27FC236}">
                    <a16:creationId xmlns:a16="http://schemas.microsoft.com/office/drawing/2014/main" id="{A8FBC23E-8CE1-9B8D-7F86-BA5C69ECB8AB}"/>
                  </a:ext>
                </a:extLst>
              </p:cNvPr>
              <p:cNvSpPr/>
              <p:nvPr/>
            </p:nvSpPr>
            <p:spPr>
              <a:xfrm>
                <a:off x="0" y="0"/>
                <a:ext cx="1355852" cy="720510"/>
              </a:xfrm>
              <a:custGeom>
                <a:avLst/>
                <a:gdLst/>
                <a:ahLst/>
                <a:cxnLst/>
                <a:rect l="l" t="t" r="r" b="b"/>
                <a:pathLst>
                  <a:path w="1355852" h="720510">
                    <a:moveTo>
                      <a:pt x="150387" y="0"/>
                    </a:moveTo>
                    <a:lnTo>
                      <a:pt x="1205465" y="0"/>
                    </a:lnTo>
                    <a:cubicBezTo>
                      <a:pt x="1245350" y="0"/>
                      <a:pt x="1283602" y="15844"/>
                      <a:pt x="1311805" y="44047"/>
                    </a:cubicBezTo>
                    <a:cubicBezTo>
                      <a:pt x="1340008" y="72250"/>
                      <a:pt x="1355852" y="110502"/>
                      <a:pt x="1355852" y="150387"/>
                    </a:cubicBezTo>
                    <a:lnTo>
                      <a:pt x="1355852" y="570123"/>
                    </a:lnTo>
                    <a:cubicBezTo>
                      <a:pt x="1355852" y="653179"/>
                      <a:pt x="1288522" y="720510"/>
                      <a:pt x="1205465" y="720510"/>
                    </a:cubicBezTo>
                    <a:lnTo>
                      <a:pt x="150387" y="720510"/>
                    </a:lnTo>
                    <a:cubicBezTo>
                      <a:pt x="67331" y="720510"/>
                      <a:pt x="0" y="653179"/>
                      <a:pt x="0" y="570123"/>
                    </a:cubicBezTo>
                    <a:lnTo>
                      <a:pt x="0" y="150387"/>
                    </a:lnTo>
                    <a:cubicBezTo>
                      <a:pt x="0" y="67331"/>
                      <a:pt x="67331" y="0"/>
                      <a:pt x="150387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25" name="TextBox 12">
                <a:extLst>
                  <a:ext uri="{FF2B5EF4-FFF2-40B4-BE49-F238E27FC236}">
                    <a16:creationId xmlns:a16="http://schemas.microsoft.com/office/drawing/2014/main" id="{31DE0939-041C-D1D2-D61E-7CFBFA6FECED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5852" cy="739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pic>
          <p:nvPicPr>
            <p:cNvPr id="23" name="Imagen 22">
              <a:extLst>
                <a:ext uri="{FF2B5EF4-FFF2-40B4-BE49-F238E27FC236}">
                  <a16:creationId xmlns:a16="http://schemas.microsoft.com/office/drawing/2014/main" id="{619422DC-4603-6C91-E21A-793787767D1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1" y="-375754"/>
              <a:ext cx="1373425" cy="1373425"/>
            </a:xfrm>
            <a:prstGeom prst="rect">
              <a:avLst/>
            </a:prstGeom>
          </p:spPr>
        </p:pic>
      </p:grp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/>
          <p:cNvGrpSpPr/>
          <p:nvPr/>
        </p:nvGrpSpPr>
        <p:grpSpPr>
          <a:xfrm>
            <a:off x="-698849" y="9575651"/>
            <a:ext cx="19685699" cy="2666805"/>
            <a:chOff x="0" y="0"/>
            <a:chExt cx="5184711" cy="70236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698849" y="-1923855"/>
            <a:ext cx="19685699" cy="2666805"/>
            <a:chOff x="0" y="0"/>
            <a:chExt cx="5184711" cy="70236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5872392" y="2091327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0" name="Freeform 10"/>
          <p:cNvSpPr/>
          <p:nvPr/>
        </p:nvSpPr>
        <p:spPr>
          <a:xfrm>
            <a:off x="16901092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1" name="Freeform 11"/>
          <p:cNvSpPr/>
          <p:nvPr/>
        </p:nvSpPr>
        <p:spPr>
          <a:xfrm flipH="1">
            <a:off x="-1389129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2" name="Freeform 12"/>
          <p:cNvSpPr/>
          <p:nvPr/>
        </p:nvSpPr>
        <p:spPr>
          <a:xfrm flipH="1">
            <a:off x="-360429" y="2459791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3" name="AutoShape 13"/>
          <p:cNvSpPr/>
          <p:nvPr/>
        </p:nvSpPr>
        <p:spPr>
          <a:xfrm flipV="1">
            <a:off x="4495621" y="4767763"/>
            <a:ext cx="8757562" cy="27870"/>
          </a:xfrm>
          <a:prstGeom prst="line">
            <a:avLst/>
          </a:prstGeom>
          <a:ln w="57150" cap="flat">
            <a:solidFill>
              <a:srgbClr val="F15226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grpSp>
        <p:nvGrpSpPr>
          <p:cNvPr id="14" name="Group 14"/>
          <p:cNvGrpSpPr/>
          <p:nvPr/>
        </p:nvGrpSpPr>
        <p:grpSpPr>
          <a:xfrm>
            <a:off x="2575111" y="3835378"/>
            <a:ext cx="1920510" cy="1920510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  <a:ln w="85725" cap="sq">
              <a:solidFill>
                <a:srgbClr val="F15226"/>
              </a:solidFill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3253183" y="3807508"/>
            <a:ext cx="1920510" cy="1920510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  <a:ln w="85725" cap="sq">
              <a:solidFill>
                <a:srgbClr val="F15226"/>
              </a:solidFill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18" name="Freeform 18"/>
          <p:cNvSpPr/>
          <p:nvPr/>
        </p:nvSpPr>
        <p:spPr>
          <a:xfrm>
            <a:off x="10498618" y="7570418"/>
            <a:ext cx="7429640" cy="1999077"/>
          </a:xfrm>
          <a:custGeom>
            <a:avLst/>
            <a:gdLst/>
            <a:ahLst/>
            <a:cxnLst/>
            <a:rect l="l" t="t" r="r" b="b"/>
            <a:pathLst>
              <a:path w="7429640" h="1999077">
                <a:moveTo>
                  <a:pt x="0" y="0"/>
                </a:moveTo>
                <a:lnTo>
                  <a:pt x="7429640" y="0"/>
                </a:lnTo>
                <a:lnTo>
                  <a:pt x="7429640" y="1999077"/>
                </a:lnTo>
                <a:lnTo>
                  <a:pt x="0" y="199907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9" name="Freeform 19"/>
          <p:cNvSpPr/>
          <p:nvPr/>
        </p:nvSpPr>
        <p:spPr>
          <a:xfrm>
            <a:off x="1026479" y="7608160"/>
            <a:ext cx="7602060" cy="1923593"/>
          </a:xfrm>
          <a:custGeom>
            <a:avLst/>
            <a:gdLst/>
            <a:ahLst/>
            <a:cxnLst/>
            <a:rect l="l" t="t" r="r" b="b"/>
            <a:pathLst>
              <a:path w="7602060" h="1923593">
                <a:moveTo>
                  <a:pt x="0" y="0"/>
                </a:moveTo>
                <a:lnTo>
                  <a:pt x="7602061" y="0"/>
                </a:lnTo>
                <a:lnTo>
                  <a:pt x="7602061" y="1923594"/>
                </a:lnTo>
                <a:lnTo>
                  <a:pt x="0" y="192359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137" b="-137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20" name="TextBox 20"/>
          <p:cNvSpPr txBox="1"/>
          <p:nvPr/>
        </p:nvSpPr>
        <p:spPr>
          <a:xfrm>
            <a:off x="5547126" y="4101578"/>
            <a:ext cx="6673602" cy="523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4199"/>
              </a:lnSpc>
            </a:pPr>
            <a:r>
              <a:rPr lang="en-US" sz="2999" i="1" spc="-80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¿Dónde estoy?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475935" y="6649403"/>
            <a:ext cx="2796933" cy="578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4615"/>
              </a:lnSpc>
              <a:spcBef>
                <a:spcPct val="0"/>
              </a:spcBef>
            </a:pPr>
            <a:r>
              <a:rPr lang="en-US" sz="3577" spc="14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pwd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686246" y="5090974"/>
            <a:ext cx="6673602" cy="12631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3359"/>
              </a:lnSpc>
            </a:pPr>
            <a:r>
              <a:rPr lang="en-US" sz="2400" spc="-6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Mue</a:t>
            </a:r>
            <a:r>
              <a:rPr lang="en-US" sz="2400" u="none" strike="noStrike" spc="-6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stra la ubicación exacta o ruta de la carpeta en la que estás posicionado dentro del sistema.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28700" y="9672751"/>
            <a:ext cx="11304075" cy="4578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639"/>
              </a:lnSpc>
            </a:pPr>
            <a:r>
              <a:rPr lang="en-US" sz="2599" spc="-7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No</a:t>
            </a:r>
            <a:r>
              <a:rPr lang="en-US" sz="2599" u="none" strike="noStrike" spc="-7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ta: En la terminal CMD de Windows se utiliza </a:t>
            </a:r>
            <a:r>
              <a:rPr lang="en-US" sz="2599" i="1" u="none" strike="noStrike" spc="-70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cd </a:t>
            </a:r>
            <a:r>
              <a:rPr lang="en-US" sz="2599" u="none" strike="noStrike" spc="-7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sin argumentos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055238" y="924585"/>
            <a:ext cx="11638327" cy="27209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717"/>
              </a:lnSpc>
            </a:pPr>
            <a:r>
              <a:rPr lang="en-US" sz="9160" b="1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NAVEGACIÓN BÁSICA</a:t>
            </a:r>
          </a:p>
        </p:txBody>
      </p:sp>
      <p:grpSp>
        <p:nvGrpSpPr>
          <p:cNvPr id="29" name="Grupo 28">
            <a:extLst>
              <a:ext uri="{FF2B5EF4-FFF2-40B4-BE49-F238E27FC236}">
                <a16:creationId xmlns:a16="http://schemas.microsoft.com/office/drawing/2014/main" id="{5E47A413-E0C2-E3DF-866E-525E7F361C4F}"/>
              </a:ext>
            </a:extLst>
          </p:cNvPr>
          <p:cNvGrpSpPr/>
          <p:nvPr/>
        </p:nvGrpSpPr>
        <p:grpSpPr>
          <a:xfrm>
            <a:off x="-228601" y="-478361"/>
            <a:ext cx="2905050" cy="1476032"/>
            <a:chOff x="-228601" y="-478361"/>
            <a:chExt cx="2905050" cy="1476032"/>
          </a:xfrm>
        </p:grpSpPr>
        <p:grpSp>
          <p:nvGrpSpPr>
            <p:cNvPr id="25" name="Group 10">
              <a:extLst>
                <a:ext uri="{FF2B5EF4-FFF2-40B4-BE49-F238E27FC236}">
                  <a16:creationId xmlns:a16="http://schemas.microsoft.com/office/drawing/2014/main" id="{3790981B-2F0C-A6C6-ECFA-C88A8A1C5E9E}"/>
                </a:ext>
              </a:extLst>
            </p:cNvPr>
            <p:cNvGrpSpPr/>
            <p:nvPr/>
          </p:nvGrpSpPr>
          <p:grpSpPr>
            <a:xfrm>
              <a:off x="-228601" y="-478361"/>
              <a:ext cx="2905050" cy="1221311"/>
              <a:chOff x="0" y="0"/>
              <a:chExt cx="1355852" cy="720510"/>
            </a:xfrm>
          </p:grpSpPr>
          <p:sp>
            <p:nvSpPr>
              <p:cNvPr id="26" name="Freeform 11">
                <a:extLst>
                  <a:ext uri="{FF2B5EF4-FFF2-40B4-BE49-F238E27FC236}">
                    <a16:creationId xmlns:a16="http://schemas.microsoft.com/office/drawing/2014/main" id="{AA98A324-9608-0E07-D695-B5E3B623D4EF}"/>
                  </a:ext>
                </a:extLst>
              </p:cNvPr>
              <p:cNvSpPr/>
              <p:nvPr/>
            </p:nvSpPr>
            <p:spPr>
              <a:xfrm>
                <a:off x="0" y="0"/>
                <a:ext cx="1355852" cy="720510"/>
              </a:xfrm>
              <a:custGeom>
                <a:avLst/>
                <a:gdLst/>
                <a:ahLst/>
                <a:cxnLst/>
                <a:rect l="l" t="t" r="r" b="b"/>
                <a:pathLst>
                  <a:path w="1355852" h="720510">
                    <a:moveTo>
                      <a:pt x="150387" y="0"/>
                    </a:moveTo>
                    <a:lnTo>
                      <a:pt x="1205465" y="0"/>
                    </a:lnTo>
                    <a:cubicBezTo>
                      <a:pt x="1245350" y="0"/>
                      <a:pt x="1283602" y="15844"/>
                      <a:pt x="1311805" y="44047"/>
                    </a:cubicBezTo>
                    <a:cubicBezTo>
                      <a:pt x="1340008" y="72250"/>
                      <a:pt x="1355852" y="110502"/>
                      <a:pt x="1355852" y="150387"/>
                    </a:cubicBezTo>
                    <a:lnTo>
                      <a:pt x="1355852" y="570123"/>
                    </a:lnTo>
                    <a:cubicBezTo>
                      <a:pt x="1355852" y="653179"/>
                      <a:pt x="1288522" y="720510"/>
                      <a:pt x="1205465" y="720510"/>
                    </a:cubicBezTo>
                    <a:lnTo>
                      <a:pt x="150387" y="720510"/>
                    </a:lnTo>
                    <a:cubicBezTo>
                      <a:pt x="67331" y="720510"/>
                      <a:pt x="0" y="653179"/>
                      <a:pt x="0" y="570123"/>
                    </a:cubicBezTo>
                    <a:lnTo>
                      <a:pt x="0" y="150387"/>
                    </a:lnTo>
                    <a:cubicBezTo>
                      <a:pt x="0" y="67331"/>
                      <a:pt x="67331" y="0"/>
                      <a:pt x="150387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27" name="TextBox 12">
                <a:extLst>
                  <a:ext uri="{FF2B5EF4-FFF2-40B4-BE49-F238E27FC236}">
                    <a16:creationId xmlns:a16="http://schemas.microsoft.com/office/drawing/2014/main" id="{4D33F655-67BB-5827-DF9F-BCB650D73204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5852" cy="739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pic>
          <p:nvPicPr>
            <p:cNvPr id="28" name="Imagen 27">
              <a:extLst>
                <a:ext uri="{FF2B5EF4-FFF2-40B4-BE49-F238E27FC236}">
                  <a16:creationId xmlns:a16="http://schemas.microsoft.com/office/drawing/2014/main" id="{E9F804DB-F6FF-8AC2-5AD4-D278C0A7136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1" y="-375754"/>
              <a:ext cx="1373425" cy="1373425"/>
            </a:xfrm>
            <a:prstGeom prst="rect">
              <a:avLst/>
            </a:prstGeom>
          </p:spPr>
        </p:pic>
      </p:grp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/>
          <p:cNvGrpSpPr/>
          <p:nvPr/>
        </p:nvGrpSpPr>
        <p:grpSpPr>
          <a:xfrm>
            <a:off x="-698849" y="9575651"/>
            <a:ext cx="19685699" cy="2666805"/>
            <a:chOff x="0" y="0"/>
            <a:chExt cx="5184711" cy="70236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698849" y="-1923855"/>
            <a:ext cx="19685699" cy="2666805"/>
            <a:chOff x="0" y="0"/>
            <a:chExt cx="5184711" cy="70236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5872392" y="2091327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0" name="Freeform 10"/>
          <p:cNvSpPr/>
          <p:nvPr/>
        </p:nvSpPr>
        <p:spPr>
          <a:xfrm>
            <a:off x="16901092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1" name="Freeform 11"/>
          <p:cNvSpPr/>
          <p:nvPr/>
        </p:nvSpPr>
        <p:spPr>
          <a:xfrm flipH="1">
            <a:off x="-1389129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2" name="Freeform 12"/>
          <p:cNvSpPr/>
          <p:nvPr/>
        </p:nvSpPr>
        <p:spPr>
          <a:xfrm flipH="1">
            <a:off x="-360429" y="2459791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3" name="AutoShape 13"/>
          <p:cNvSpPr/>
          <p:nvPr/>
        </p:nvSpPr>
        <p:spPr>
          <a:xfrm flipV="1">
            <a:off x="4495621" y="4767763"/>
            <a:ext cx="8757562" cy="27870"/>
          </a:xfrm>
          <a:prstGeom prst="line">
            <a:avLst/>
          </a:prstGeom>
          <a:ln w="57150" cap="flat">
            <a:solidFill>
              <a:srgbClr val="F15226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grpSp>
        <p:nvGrpSpPr>
          <p:cNvPr id="14" name="Group 14"/>
          <p:cNvGrpSpPr/>
          <p:nvPr/>
        </p:nvGrpSpPr>
        <p:grpSpPr>
          <a:xfrm>
            <a:off x="2575111" y="3835378"/>
            <a:ext cx="1920510" cy="1920510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  <a:ln w="85725" cap="sq">
              <a:solidFill>
                <a:srgbClr val="F15226"/>
              </a:solidFill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3253183" y="3807508"/>
            <a:ext cx="1920510" cy="1920510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  <a:ln w="85725" cap="sq">
              <a:solidFill>
                <a:srgbClr val="F15226"/>
              </a:solidFill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18" name="Freeform 18"/>
          <p:cNvSpPr/>
          <p:nvPr/>
        </p:nvSpPr>
        <p:spPr>
          <a:xfrm>
            <a:off x="188750" y="7068850"/>
            <a:ext cx="7904833" cy="2394288"/>
          </a:xfrm>
          <a:custGeom>
            <a:avLst/>
            <a:gdLst/>
            <a:ahLst/>
            <a:cxnLst/>
            <a:rect l="l" t="t" r="r" b="b"/>
            <a:pathLst>
              <a:path w="7904833" h="2394288">
                <a:moveTo>
                  <a:pt x="0" y="0"/>
                </a:moveTo>
                <a:lnTo>
                  <a:pt x="7904833" y="0"/>
                </a:lnTo>
                <a:lnTo>
                  <a:pt x="7904833" y="2394288"/>
                </a:lnTo>
                <a:lnTo>
                  <a:pt x="0" y="239428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9" name="Freeform 19"/>
          <p:cNvSpPr/>
          <p:nvPr/>
        </p:nvSpPr>
        <p:spPr>
          <a:xfrm>
            <a:off x="10587666" y="6989393"/>
            <a:ext cx="7251544" cy="2406829"/>
          </a:xfrm>
          <a:custGeom>
            <a:avLst/>
            <a:gdLst/>
            <a:ahLst/>
            <a:cxnLst/>
            <a:rect l="l" t="t" r="r" b="b"/>
            <a:pathLst>
              <a:path w="7251544" h="2406829">
                <a:moveTo>
                  <a:pt x="0" y="0"/>
                </a:moveTo>
                <a:lnTo>
                  <a:pt x="7251543" y="0"/>
                </a:lnTo>
                <a:lnTo>
                  <a:pt x="7251543" y="2406830"/>
                </a:lnTo>
                <a:lnTo>
                  <a:pt x="0" y="240683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20" name="TextBox 20"/>
          <p:cNvSpPr txBox="1"/>
          <p:nvPr/>
        </p:nvSpPr>
        <p:spPr>
          <a:xfrm>
            <a:off x="3055238" y="924585"/>
            <a:ext cx="11638327" cy="27209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717"/>
              </a:lnSpc>
            </a:pPr>
            <a:r>
              <a:rPr lang="en-US" sz="9160" b="1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NAVEGACIÓN BÁSICA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537601" y="4101013"/>
            <a:ext cx="6673602" cy="523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4199"/>
              </a:lnSpc>
            </a:pPr>
            <a:r>
              <a:rPr lang="en-US" sz="2999" i="1" spc="-80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¿Qué hay en esta carpeta?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136899" y="5988910"/>
            <a:ext cx="2796933" cy="578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4615"/>
              </a:lnSpc>
              <a:spcBef>
                <a:spcPct val="0"/>
              </a:spcBef>
            </a:pPr>
            <a:r>
              <a:rPr lang="en-US" sz="3577" spc="14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dir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814971" y="5988910"/>
            <a:ext cx="2796933" cy="578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4615"/>
              </a:lnSpc>
              <a:spcBef>
                <a:spcPct val="0"/>
              </a:spcBef>
            </a:pPr>
            <a:r>
              <a:rPr lang="en-US" sz="3577" spc="14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387279" y="5252910"/>
            <a:ext cx="7044911" cy="12631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3359"/>
              </a:lnSpc>
            </a:pPr>
            <a:r>
              <a:rPr lang="en-US" sz="2400" spc="-6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Mue</a:t>
            </a:r>
            <a:r>
              <a:rPr lang="en-US" sz="2400" u="none" strike="noStrike" spc="-6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stra una lista con todos los archivos y subcarpetas que se encuentran dentro del directorio actual.</a:t>
            </a:r>
          </a:p>
        </p:txBody>
      </p:sp>
      <p:grpSp>
        <p:nvGrpSpPr>
          <p:cNvPr id="25" name="Grupo 24">
            <a:extLst>
              <a:ext uri="{FF2B5EF4-FFF2-40B4-BE49-F238E27FC236}">
                <a16:creationId xmlns:a16="http://schemas.microsoft.com/office/drawing/2014/main" id="{41EEE82E-D4A6-5AE1-BB3F-F6398AB898E7}"/>
              </a:ext>
            </a:extLst>
          </p:cNvPr>
          <p:cNvGrpSpPr/>
          <p:nvPr/>
        </p:nvGrpSpPr>
        <p:grpSpPr>
          <a:xfrm>
            <a:off x="-228601" y="-478361"/>
            <a:ext cx="2905050" cy="1476032"/>
            <a:chOff x="-228601" y="-478361"/>
            <a:chExt cx="2905050" cy="1476032"/>
          </a:xfrm>
        </p:grpSpPr>
        <p:grpSp>
          <p:nvGrpSpPr>
            <p:cNvPr id="26" name="Group 10">
              <a:extLst>
                <a:ext uri="{FF2B5EF4-FFF2-40B4-BE49-F238E27FC236}">
                  <a16:creationId xmlns:a16="http://schemas.microsoft.com/office/drawing/2014/main" id="{B05EB9FD-4BE0-AEF0-CF66-DA6A676A12FF}"/>
                </a:ext>
              </a:extLst>
            </p:cNvPr>
            <p:cNvGrpSpPr/>
            <p:nvPr/>
          </p:nvGrpSpPr>
          <p:grpSpPr>
            <a:xfrm>
              <a:off x="-228601" y="-478361"/>
              <a:ext cx="2905050" cy="1221311"/>
              <a:chOff x="0" y="0"/>
              <a:chExt cx="1355852" cy="720510"/>
            </a:xfrm>
          </p:grpSpPr>
          <p:sp>
            <p:nvSpPr>
              <p:cNvPr id="28" name="Freeform 11">
                <a:extLst>
                  <a:ext uri="{FF2B5EF4-FFF2-40B4-BE49-F238E27FC236}">
                    <a16:creationId xmlns:a16="http://schemas.microsoft.com/office/drawing/2014/main" id="{F619BB99-F684-B934-506A-0373EEA40F29}"/>
                  </a:ext>
                </a:extLst>
              </p:cNvPr>
              <p:cNvSpPr/>
              <p:nvPr/>
            </p:nvSpPr>
            <p:spPr>
              <a:xfrm>
                <a:off x="0" y="0"/>
                <a:ext cx="1355852" cy="720510"/>
              </a:xfrm>
              <a:custGeom>
                <a:avLst/>
                <a:gdLst/>
                <a:ahLst/>
                <a:cxnLst/>
                <a:rect l="l" t="t" r="r" b="b"/>
                <a:pathLst>
                  <a:path w="1355852" h="720510">
                    <a:moveTo>
                      <a:pt x="150387" y="0"/>
                    </a:moveTo>
                    <a:lnTo>
                      <a:pt x="1205465" y="0"/>
                    </a:lnTo>
                    <a:cubicBezTo>
                      <a:pt x="1245350" y="0"/>
                      <a:pt x="1283602" y="15844"/>
                      <a:pt x="1311805" y="44047"/>
                    </a:cubicBezTo>
                    <a:cubicBezTo>
                      <a:pt x="1340008" y="72250"/>
                      <a:pt x="1355852" y="110502"/>
                      <a:pt x="1355852" y="150387"/>
                    </a:cubicBezTo>
                    <a:lnTo>
                      <a:pt x="1355852" y="570123"/>
                    </a:lnTo>
                    <a:cubicBezTo>
                      <a:pt x="1355852" y="653179"/>
                      <a:pt x="1288522" y="720510"/>
                      <a:pt x="1205465" y="720510"/>
                    </a:cubicBezTo>
                    <a:lnTo>
                      <a:pt x="150387" y="720510"/>
                    </a:lnTo>
                    <a:cubicBezTo>
                      <a:pt x="67331" y="720510"/>
                      <a:pt x="0" y="653179"/>
                      <a:pt x="0" y="570123"/>
                    </a:cubicBezTo>
                    <a:lnTo>
                      <a:pt x="0" y="150387"/>
                    </a:lnTo>
                    <a:cubicBezTo>
                      <a:pt x="0" y="67331"/>
                      <a:pt x="67331" y="0"/>
                      <a:pt x="150387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29" name="TextBox 12">
                <a:extLst>
                  <a:ext uri="{FF2B5EF4-FFF2-40B4-BE49-F238E27FC236}">
                    <a16:creationId xmlns:a16="http://schemas.microsoft.com/office/drawing/2014/main" id="{FA6B16DA-1F96-B4F5-0A70-CC0C6DF6B655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5852" cy="739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pic>
          <p:nvPicPr>
            <p:cNvPr id="27" name="Imagen 26">
              <a:extLst>
                <a:ext uri="{FF2B5EF4-FFF2-40B4-BE49-F238E27FC236}">
                  <a16:creationId xmlns:a16="http://schemas.microsoft.com/office/drawing/2014/main" id="{C46567BC-4F57-F972-50AE-F081E58A39A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1" y="-375754"/>
              <a:ext cx="1373425" cy="1373425"/>
            </a:xfrm>
            <a:prstGeom prst="rect">
              <a:avLst/>
            </a:prstGeom>
          </p:spPr>
        </p:pic>
      </p:grp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/>
          <p:cNvGrpSpPr/>
          <p:nvPr/>
        </p:nvGrpSpPr>
        <p:grpSpPr>
          <a:xfrm>
            <a:off x="-698849" y="9575651"/>
            <a:ext cx="19685699" cy="2666805"/>
            <a:chOff x="0" y="0"/>
            <a:chExt cx="5184711" cy="70236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698849" y="-1923855"/>
            <a:ext cx="19685699" cy="2666805"/>
            <a:chOff x="0" y="0"/>
            <a:chExt cx="5184711" cy="70236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5872392" y="2091327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0" name="Freeform 10"/>
          <p:cNvSpPr/>
          <p:nvPr/>
        </p:nvSpPr>
        <p:spPr>
          <a:xfrm>
            <a:off x="16901092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1" name="Freeform 11"/>
          <p:cNvSpPr/>
          <p:nvPr/>
        </p:nvSpPr>
        <p:spPr>
          <a:xfrm flipH="1">
            <a:off x="-1389129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2" name="Freeform 12"/>
          <p:cNvSpPr/>
          <p:nvPr/>
        </p:nvSpPr>
        <p:spPr>
          <a:xfrm flipH="1">
            <a:off x="-360429" y="2459791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3" name="AutoShape 13"/>
          <p:cNvSpPr/>
          <p:nvPr/>
        </p:nvSpPr>
        <p:spPr>
          <a:xfrm flipV="1">
            <a:off x="4495621" y="4767763"/>
            <a:ext cx="8757562" cy="27870"/>
          </a:xfrm>
          <a:prstGeom prst="line">
            <a:avLst/>
          </a:prstGeom>
          <a:ln w="57150" cap="flat">
            <a:solidFill>
              <a:srgbClr val="F15226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grpSp>
        <p:nvGrpSpPr>
          <p:cNvPr id="14" name="Group 14"/>
          <p:cNvGrpSpPr/>
          <p:nvPr/>
        </p:nvGrpSpPr>
        <p:grpSpPr>
          <a:xfrm>
            <a:off x="2575111" y="3835378"/>
            <a:ext cx="1920510" cy="1920510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  <a:ln w="85725" cap="sq">
              <a:solidFill>
                <a:srgbClr val="F15226"/>
              </a:solidFill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3253183" y="3807508"/>
            <a:ext cx="1920510" cy="1920510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  <a:ln w="85725" cap="sq">
              <a:solidFill>
                <a:srgbClr val="F15226"/>
              </a:solidFill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18" name="Freeform 18"/>
          <p:cNvSpPr/>
          <p:nvPr/>
        </p:nvSpPr>
        <p:spPr>
          <a:xfrm>
            <a:off x="474620" y="7745125"/>
            <a:ext cx="9043763" cy="1756433"/>
          </a:xfrm>
          <a:custGeom>
            <a:avLst/>
            <a:gdLst/>
            <a:ahLst/>
            <a:cxnLst/>
            <a:rect l="l" t="t" r="r" b="b"/>
            <a:pathLst>
              <a:path w="9043763" h="1756433">
                <a:moveTo>
                  <a:pt x="0" y="0"/>
                </a:moveTo>
                <a:lnTo>
                  <a:pt x="9043764" y="0"/>
                </a:lnTo>
                <a:lnTo>
                  <a:pt x="9043764" y="1756434"/>
                </a:lnTo>
                <a:lnTo>
                  <a:pt x="0" y="175643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9" name="Freeform 19"/>
          <p:cNvSpPr/>
          <p:nvPr/>
        </p:nvSpPr>
        <p:spPr>
          <a:xfrm>
            <a:off x="10591299" y="7403322"/>
            <a:ext cx="7244278" cy="2098237"/>
          </a:xfrm>
          <a:custGeom>
            <a:avLst/>
            <a:gdLst/>
            <a:ahLst/>
            <a:cxnLst/>
            <a:rect l="l" t="t" r="r" b="b"/>
            <a:pathLst>
              <a:path w="7244278" h="2098237">
                <a:moveTo>
                  <a:pt x="0" y="0"/>
                </a:moveTo>
                <a:lnTo>
                  <a:pt x="7244278" y="0"/>
                </a:lnTo>
                <a:lnTo>
                  <a:pt x="7244278" y="2098237"/>
                </a:lnTo>
                <a:lnTo>
                  <a:pt x="0" y="209823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20" name="TextBox 20"/>
          <p:cNvSpPr txBox="1"/>
          <p:nvPr/>
        </p:nvSpPr>
        <p:spPr>
          <a:xfrm>
            <a:off x="3055238" y="924585"/>
            <a:ext cx="11638327" cy="27209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717"/>
              </a:lnSpc>
            </a:pPr>
            <a:r>
              <a:rPr lang="en-US" sz="9160" b="1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NAVEGACIÓN BÁSICA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537601" y="4095819"/>
            <a:ext cx="6673602" cy="523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4199"/>
              </a:lnSpc>
            </a:pPr>
            <a:r>
              <a:rPr lang="en-US" sz="2999" i="1" spc="-80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Entrar a una carpeta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937710" y="6394826"/>
            <a:ext cx="5873383" cy="489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3841"/>
              </a:lnSpc>
              <a:spcBef>
                <a:spcPct val="0"/>
              </a:spcBef>
            </a:pPr>
            <a:r>
              <a:rPr lang="en-US" sz="2977" spc="11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cd [nombre/ubicación-carpeta]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438596" y="4919458"/>
            <a:ext cx="6871612" cy="12631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3359"/>
              </a:lnSpc>
            </a:pPr>
            <a:r>
              <a:rPr lang="en-US" sz="2400" spc="-6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Cambi</a:t>
            </a:r>
            <a:r>
              <a:rPr lang="en-US" sz="2400" u="none" strike="noStrike" spc="-6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 la ubicación de la terminal hacia la carpeta que se haya especificado en el comando.</a:t>
            </a:r>
          </a:p>
        </p:txBody>
      </p:sp>
      <p:grpSp>
        <p:nvGrpSpPr>
          <p:cNvPr id="24" name="Grupo 23">
            <a:extLst>
              <a:ext uri="{FF2B5EF4-FFF2-40B4-BE49-F238E27FC236}">
                <a16:creationId xmlns:a16="http://schemas.microsoft.com/office/drawing/2014/main" id="{8CB05690-5798-C1D9-3A93-FF5610193E03}"/>
              </a:ext>
            </a:extLst>
          </p:cNvPr>
          <p:cNvGrpSpPr/>
          <p:nvPr/>
        </p:nvGrpSpPr>
        <p:grpSpPr>
          <a:xfrm>
            <a:off x="-228601" y="-478361"/>
            <a:ext cx="2905050" cy="1476032"/>
            <a:chOff x="-228601" y="-478361"/>
            <a:chExt cx="2905050" cy="1476032"/>
          </a:xfrm>
        </p:grpSpPr>
        <p:grpSp>
          <p:nvGrpSpPr>
            <p:cNvPr id="25" name="Group 10">
              <a:extLst>
                <a:ext uri="{FF2B5EF4-FFF2-40B4-BE49-F238E27FC236}">
                  <a16:creationId xmlns:a16="http://schemas.microsoft.com/office/drawing/2014/main" id="{CCEEDEA4-7EA3-6498-1FEE-FE49CFFD4172}"/>
                </a:ext>
              </a:extLst>
            </p:cNvPr>
            <p:cNvGrpSpPr/>
            <p:nvPr/>
          </p:nvGrpSpPr>
          <p:grpSpPr>
            <a:xfrm>
              <a:off x="-228601" y="-478361"/>
              <a:ext cx="2905050" cy="1221311"/>
              <a:chOff x="0" y="0"/>
              <a:chExt cx="1355852" cy="720510"/>
            </a:xfrm>
          </p:grpSpPr>
          <p:sp>
            <p:nvSpPr>
              <p:cNvPr id="27" name="Freeform 11">
                <a:extLst>
                  <a:ext uri="{FF2B5EF4-FFF2-40B4-BE49-F238E27FC236}">
                    <a16:creationId xmlns:a16="http://schemas.microsoft.com/office/drawing/2014/main" id="{B7BA1613-9E1E-7095-3FC6-E0A431809E0A}"/>
                  </a:ext>
                </a:extLst>
              </p:cNvPr>
              <p:cNvSpPr/>
              <p:nvPr/>
            </p:nvSpPr>
            <p:spPr>
              <a:xfrm>
                <a:off x="0" y="0"/>
                <a:ext cx="1355852" cy="720510"/>
              </a:xfrm>
              <a:custGeom>
                <a:avLst/>
                <a:gdLst/>
                <a:ahLst/>
                <a:cxnLst/>
                <a:rect l="l" t="t" r="r" b="b"/>
                <a:pathLst>
                  <a:path w="1355852" h="720510">
                    <a:moveTo>
                      <a:pt x="150387" y="0"/>
                    </a:moveTo>
                    <a:lnTo>
                      <a:pt x="1205465" y="0"/>
                    </a:lnTo>
                    <a:cubicBezTo>
                      <a:pt x="1245350" y="0"/>
                      <a:pt x="1283602" y="15844"/>
                      <a:pt x="1311805" y="44047"/>
                    </a:cubicBezTo>
                    <a:cubicBezTo>
                      <a:pt x="1340008" y="72250"/>
                      <a:pt x="1355852" y="110502"/>
                      <a:pt x="1355852" y="150387"/>
                    </a:cubicBezTo>
                    <a:lnTo>
                      <a:pt x="1355852" y="570123"/>
                    </a:lnTo>
                    <a:cubicBezTo>
                      <a:pt x="1355852" y="653179"/>
                      <a:pt x="1288522" y="720510"/>
                      <a:pt x="1205465" y="720510"/>
                    </a:cubicBezTo>
                    <a:lnTo>
                      <a:pt x="150387" y="720510"/>
                    </a:lnTo>
                    <a:cubicBezTo>
                      <a:pt x="67331" y="720510"/>
                      <a:pt x="0" y="653179"/>
                      <a:pt x="0" y="570123"/>
                    </a:cubicBezTo>
                    <a:lnTo>
                      <a:pt x="0" y="150387"/>
                    </a:lnTo>
                    <a:cubicBezTo>
                      <a:pt x="0" y="67331"/>
                      <a:pt x="67331" y="0"/>
                      <a:pt x="150387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28" name="TextBox 12">
                <a:extLst>
                  <a:ext uri="{FF2B5EF4-FFF2-40B4-BE49-F238E27FC236}">
                    <a16:creationId xmlns:a16="http://schemas.microsoft.com/office/drawing/2014/main" id="{41E00598-9538-F705-80C6-72AC55FE5DA2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5852" cy="739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pic>
          <p:nvPicPr>
            <p:cNvPr id="26" name="Imagen 25">
              <a:extLst>
                <a:ext uri="{FF2B5EF4-FFF2-40B4-BE49-F238E27FC236}">
                  <a16:creationId xmlns:a16="http://schemas.microsoft.com/office/drawing/2014/main" id="{B7597E70-AD7D-CF5B-7DD1-512B8B3F35D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1" y="-375754"/>
              <a:ext cx="1373425" cy="1373425"/>
            </a:xfrm>
            <a:prstGeom prst="rect">
              <a:avLst/>
            </a:prstGeom>
          </p:spPr>
        </p:pic>
      </p:grp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/>
          <p:cNvGrpSpPr/>
          <p:nvPr/>
        </p:nvGrpSpPr>
        <p:grpSpPr>
          <a:xfrm>
            <a:off x="-698849" y="9575651"/>
            <a:ext cx="19685699" cy="2666805"/>
            <a:chOff x="0" y="0"/>
            <a:chExt cx="5184711" cy="70236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698849" y="-1923855"/>
            <a:ext cx="19685699" cy="2666805"/>
            <a:chOff x="0" y="0"/>
            <a:chExt cx="5184711" cy="70236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5872392" y="2091327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0" name="Freeform 10"/>
          <p:cNvSpPr/>
          <p:nvPr/>
        </p:nvSpPr>
        <p:spPr>
          <a:xfrm>
            <a:off x="16901092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1" name="Freeform 11"/>
          <p:cNvSpPr/>
          <p:nvPr/>
        </p:nvSpPr>
        <p:spPr>
          <a:xfrm flipH="1">
            <a:off x="-1389129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2" name="Freeform 12"/>
          <p:cNvSpPr/>
          <p:nvPr/>
        </p:nvSpPr>
        <p:spPr>
          <a:xfrm flipH="1">
            <a:off x="-360429" y="2459791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3" name="AutoShape 13"/>
          <p:cNvSpPr/>
          <p:nvPr/>
        </p:nvSpPr>
        <p:spPr>
          <a:xfrm flipV="1">
            <a:off x="4495621" y="4767763"/>
            <a:ext cx="8757562" cy="27870"/>
          </a:xfrm>
          <a:prstGeom prst="line">
            <a:avLst/>
          </a:prstGeom>
          <a:ln w="57150" cap="flat">
            <a:solidFill>
              <a:srgbClr val="F15226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grpSp>
        <p:nvGrpSpPr>
          <p:cNvPr id="14" name="Group 14"/>
          <p:cNvGrpSpPr/>
          <p:nvPr/>
        </p:nvGrpSpPr>
        <p:grpSpPr>
          <a:xfrm>
            <a:off x="2575111" y="3835378"/>
            <a:ext cx="1920510" cy="1920510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  <a:ln w="85725" cap="sq">
              <a:solidFill>
                <a:srgbClr val="F15226"/>
              </a:solidFill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3253183" y="3807508"/>
            <a:ext cx="1920510" cy="1920510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  <a:ln w="85725" cap="sq">
              <a:solidFill>
                <a:srgbClr val="F15226"/>
              </a:solidFill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18" name="Freeform 18"/>
          <p:cNvSpPr/>
          <p:nvPr/>
        </p:nvSpPr>
        <p:spPr>
          <a:xfrm>
            <a:off x="407232" y="7659400"/>
            <a:ext cx="9423227" cy="1830131"/>
          </a:xfrm>
          <a:custGeom>
            <a:avLst/>
            <a:gdLst/>
            <a:ahLst/>
            <a:cxnLst/>
            <a:rect l="l" t="t" r="r" b="b"/>
            <a:pathLst>
              <a:path w="9423227" h="1830131">
                <a:moveTo>
                  <a:pt x="0" y="0"/>
                </a:moveTo>
                <a:lnTo>
                  <a:pt x="9423227" y="0"/>
                </a:lnTo>
                <a:lnTo>
                  <a:pt x="9423227" y="1830131"/>
                </a:lnTo>
                <a:lnTo>
                  <a:pt x="0" y="18301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9" name="Freeform 19"/>
          <p:cNvSpPr/>
          <p:nvPr/>
        </p:nvSpPr>
        <p:spPr>
          <a:xfrm>
            <a:off x="10306491" y="7659400"/>
            <a:ext cx="7813893" cy="1767719"/>
          </a:xfrm>
          <a:custGeom>
            <a:avLst/>
            <a:gdLst/>
            <a:ahLst/>
            <a:cxnLst/>
            <a:rect l="l" t="t" r="r" b="b"/>
            <a:pathLst>
              <a:path w="7813893" h="1767719">
                <a:moveTo>
                  <a:pt x="0" y="0"/>
                </a:moveTo>
                <a:lnTo>
                  <a:pt x="7813893" y="0"/>
                </a:lnTo>
                <a:lnTo>
                  <a:pt x="7813893" y="1767719"/>
                </a:lnTo>
                <a:lnTo>
                  <a:pt x="0" y="17677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b="-26161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20" name="TextBox 20"/>
          <p:cNvSpPr txBox="1"/>
          <p:nvPr/>
        </p:nvSpPr>
        <p:spPr>
          <a:xfrm>
            <a:off x="3055238" y="924585"/>
            <a:ext cx="11638327" cy="27209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717"/>
              </a:lnSpc>
            </a:pPr>
            <a:r>
              <a:rPr lang="en-US" sz="9160" b="1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NAVEGACIÓN BÁSICA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537601" y="4095819"/>
            <a:ext cx="6673602" cy="523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4199"/>
              </a:lnSpc>
            </a:pPr>
            <a:r>
              <a:rPr lang="en-US" sz="2999" i="1" spc="-80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Salir de una carpeta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937710" y="6306459"/>
            <a:ext cx="5873383" cy="578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4618"/>
              </a:lnSpc>
              <a:spcBef>
                <a:spcPct val="0"/>
              </a:spcBef>
            </a:pPr>
            <a:r>
              <a:rPr lang="en-US" sz="3579" spc="14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cd ..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438596" y="4919458"/>
            <a:ext cx="6871612" cy="844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3359"/>
              </a:lnSpc>
            </a:pPr>
            <a:r>
              <a:rPr lang="en-US" sz="2400" spc="-6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Retrocede</a:t>
            </a:r>
            <a:r>
              <a:rPr lang="en-US" sz="2400" u="none" strike="noStrike" spc="-6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un nivel en la jerarquía de carpetas, regresando al directorio contenedor anterior.</a:t>
            </a:r>
          </a:p>
        </p:txBody>
      </p:sp>
      <p:grpSp>
        <p:nvGrpSpPr>
          <p:cNvPr id="24" name="Grupo 23">
            <a:extLst>
              <a:ext uri="{FF2B5EF4-FFF2-40B4-BE49-F238E27FC236}">
                <a16:creationId xmlns:a16="http://schemas.microsoft.com/office/drawing/2014/main" id="{6B3A6130-0FCE-6570-1F85-BE86DF603A97}"/>
              </a:ext>
            </a:extLst>
          </p:cNvPr>
          <p:cNvGrpSpPr/>
          <p:nvPr/>
        </p:nvGrpSpPr>
        <p:grpSpPr>
          <a:xfrm>
            <a:off x="-228601" y="-478361"/>
            <a:ext cx="2905050" cy="1476032"/>
            <a:chOff x="-228601" y="-478361"/>
            <a:chExt cx="2905050" cy="1476032"/>
          </a:xfrm>
        </p:grpSpPr>
        <p:grpSp>
          <p:nvGrpSpPr>
            <p:cNvPr id="25" name="Group 10">
              <a:extLst>
                <a:ext uri="{FF2B5EF4-FFF2-40B4-BE49-F238E27FC236}">
                  <a16:creationId xmlns:a16="http://schemas.microsoft.com/office/drawing/2014/main" id="{2D9565D2-D787-6943-3473-784E8C6A6352}"/>
                </a:ext>
              </a:extLst>
            </p:cNvPr>
            <p:cNvGrpSpPr/>
            <p:nvPr/>
          </p:nvGrpSpPr>
          <p:grpSpPr>
            <a:xfrm>
              <a:off x="-228601" y="-478361"/>
              <a:ext cx="2905050" cy="1221311"/>
              <a:chOff x="0" y="0"/>
              <a:chExt cx="1355852" cy="720510"/>
            </a:xfrm>
          </p:grpSpPr>
          <p:sp>
            <p:nvSpPr>
              <p:cNvPr id="27" name="Freeform 11">
                <a:extLst>
                  <a:ext uri="{FF2B5EF4-FFF2-40B4-BE49-F238E27FC236}">
                    <a16:creationId xmlns:a16="http://schemas.microsoft.com/office/drawing/2014/main" id="{C0AB3656-3B53-4BFC-221E-091AA2F968D4}"/>
                  </a:ext>
                </a:extLst>
              </p:cNvPr>
              <p:cNvSpPr/>
              <p:nvPr/>
            </p:nvSpPr>
            <p:spPr>
              <a:xfrm>
                <a:off x="0" y="0"/>
                <a:ext cx="1355852" cy="720510"/>
              </a:xfrm>
              <a:custGeom>
                <a:avLst/>
                <a:gdLst/>
                <a:ahLst/>
                <a:cxnLst/>
                <a:rect l="l" t="t" r="r" b="b"/>
                <a:pathLst>
                  <a:path w="1355852" h="720510">
                    <a:moveTo>
                      <a:pt x="150387" y="0"/>
                    </a:moveTo>
                    <a:lnTo>
                      <a:pt x="1205465" y="0"/>
                    </a:lnTo>
                    <a:cubicBezTo>
                      <a:pt x="1245350" y="0"/>
                      <a:pt x="1283602" y="15844"/>
                      <a:pt x="1311805" y="44047"/>
                    </a:cubicBezTo>
                    <a:cubicBezTo>
                      <a:pt x="1340008" y="72250"/>
                      <a:pt x="1355852" y="110502"/>
                      <a:pt x="1355852" y="150387"/>
                    </a:cubicBezTo>
                    <a:lnTo>
                      <a:pt x="1355852" y="570123"/>
                    </a:lnTo>
                    <a:cubicBezTo>
                      <a:pt x="1355852" y="653179"/>
                      <a:pt x="1288522" y="720510"/>
                      <a:pt x="1205465" y="720510"/>
                    </a:cubicBezTo>
                    <a:lnTo>
                      <a:pt x="150387" y="720510"/>
                    </a:lnTo>
                    <a:cubicBezTo>
                      <a:pt x="67331" y="720510"/>
                      <a:pt x="0" y="653179"/>
                      <a:pt x="0" y="570123"/>
                    </a:cubicBezTo>
                    <a:lnTo>
                      <a:pt x="0" y="150387"/>
                    </a:lnTo>
                    <a:cubicBezTo>
                      <a:pt x="0" y="67331"/>
                      <a:pt x="67331" y="0"/>
                      <a:pt x="150387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28" name="TextBox 12">
                <a:extLst>
                  <a:ext uri="{FF2B5EF4-FFF2-40B4-BE49-F238E27FC236}">
                    <a16:creationId xmlns:a16="http://schemas.microsoft.com/office/drawing/2014/main" id="{4EC818A2-BDFA-6E2A-0836-4E76911C96E4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5852" cy="739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pic>
          <p:nvPicPr>
            <p:cNvPr id="26" name="Imagen 25">
              <a:extLst>
                <a:ext uri="{FF2B5EF4-FFF2-40B4-BE49-F238E27FC236}">
                  <a16:creationId xmlns:a16="http://schemas.microsoft.com/office/drawing/2014/main" id="{F25ECB24-8555-1C59-DDED-B4541AA895F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1" y="-375754"/>
              <a:ext cx="1373425" cy="1373425"/>
            </a:xfrm>
            <a:prstGeom prst="rect">
              <a:avLst/>
            </a:prstGeom>
          </p:spPr>
        </p:pic>
      </p:grp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/>
          <p:cNvGrpSpPr/>
          <p:nvPr/>
        </p:nvGrpSpPr>
        <p:grpSpPr>
          <a:xfrm>
            <a:off x="-698849" y="9575651"/>
            <a:ext cx="19685699" cy="2666805"/>
            <a:chOff x="0" y="0"/>
            <a:chExt cx="5184711" cy="70236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698849" y="-1923855"/>
            <a:ext cx="19685699" cy="2666805"/>
            <a:chOff x="0" y="0"/>
            <a:chExt cx="5184711" cy="70236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5872392" y="2091327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0" name="Freeform 10"/>
          <p:cNvSpPr/>
          <p:nvPr/>
        </p:nvSpPr>
        <p:spPr>
          <a:xfrm>
            <a:off x="16901092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1" name="Freeform 11"/>
          <p:cNvSpPr/>
          <p:nvPr/>
        </p:nvSpPr>
        <p:spPr>
          <a:xfrm flipH="1">
            <a:off x="-1389129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2" name="Freeform 12"/>
          <p:cNvSpPr/>
          <p:nvPr/>
        </p:nvSpPr>
        <p:spPr>
          <a:xfrm flipH="1">
            <a:off x="-360429" y="2459791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3" name="AutoShape 13"/>
          <p:cNvSpPr/>
          <p:nvPr/>
        </p:nvSpPr>
        <p:spPr>
          <a:xfrm flipV="1">
            <a:off x="4495621" y="4767763"/>
            <a:ext cx="8757562" cy="27870"/>
          </a:xfrm>
          <a:prstGeom prst="line">
            <a:avLst/>
          </a:prstGeom>
          <a:ln w="57150" cap="flat">
            <a:solidFill>
              <a:srgbClr val="F15226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grpSp>
        <p:nvGrpSpPr>
          <p:cNvPr id="14" name="Group 14"/>
          <p:cNvGrpSpPr/>
          <p:nvPr/>
        </p:nvGrpSpPr>
        <p:grpSpPr>
          <a:xfrm>
            <a:off x="2575111" y="3835378"/>
            <a:ext cx="1920510" cy="1920510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  <a:ln w="85725" cap="sq">
              <a:solidFill>
                <a:srgbClr val="F15226"/>
              </a:solidFill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3253183" y="3807508"/>
            <a:ext cx="1920510" cy="1920510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  <a:ln w="85725" cap="sq">
              <a:solidFill>
                <a:srgbClr val="F15226"/>
              </a:solidFill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3055238" y="924585"/>
            <a:ext cx="11638327" cy="27209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717"/>
              </a:lnSpc>
            </a:pPr>
            <a:r>
              <a:rPr lang="en-US" sz="9160" b="1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NAVEGACIÓN BÁSICA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537601" y="4110538"/>
            <a:ext cx="6673602" cy="523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4199"/>
              </a:lnSpc>
            </a:pPr>
            <a:r>
              <a:rPr lang="en-US" sz="2999" i="1" spc="-80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Limpiar la pantalla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98674" y="6306459"/>
            <a:ext cx="5873383" cy="578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4618"/>
              </a:lnSpc>
              <a:spcBef>
                <a:spcPct val="0"/>
              </a:spcBef>
            </a:pPr>
            <a:r>
              <a:rPr lang="en-US" sz="3579" spc="14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cls / clear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883216" y="4919458"/>
            <a:ext cx="7674641" cy="12631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3359"/>
              </a:lnSpc>
            </a:pPr>
            <a:r>
              <a:rPr lang="en-US" sz="2400" spc="-6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Borra todo el</a:t>
            </a:r>
            <a:r>
              <a:rPr lang="en-US" sz="2400" u="none" strike="noStrike" spc="-6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texto visible en la pantalla de la terminal para mantener el área de trabajo limpia, sin alterar los archivos ni el historial.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276746" y="6249287"/>
            <a:ext cx="5873383" cy="578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4618"/>
              </a:lnSpc>
              <a:spcBef>
                <a:spcPct val="0"/>
              </a:spcBef>
            </a:pPr>
            <a:r>
              <a:rPr lang="en-US" sz="3579" spc="14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clear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28700" y="9672751"/>
            <a:ext cx="11304075" cy="4578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639"/>
              </a:lnSpc>
            </a:pPr>
            <a:r>
              <a:rPr lang="en-US" sz="2599" spc="-7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No</a:t>
            </a:r>
            <a:r>
              <a:rPr lang="en-US" sz="2599" u="none" strike="noStrike" spc="-7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ta: En la terminal CMD de Windows solo reconoce </a:t>
            </a:r>
            <a:r>
              <a:rPr lang="en-US" sz="2599" i="1" u="none" strike="noStrike" spc="-70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cls</a:t>
            </a:r>
          </a:p>
        </p:txBody>
      </p:sp>
      <p:grpSp>
        <p:nvGrpSpPr>
          <p:cNvPr id="24" name="Grupo 23">
            <a:extLst>
              <a:ext uri="{FF2B5EF4-FFF2-40B4-BE49-F238E27FC236}">
                <a16:creationId xmlns:a16="http://schemas.microsoft.com/office/drawing/2014/main" id="{3555E153-AFAF-5D2B-1643-F08463A20E43}"/>
              </a:ext>
            </a:extLst>
          </p:cNvPr>
          <p:cNvGrpSpPr/>
          <p:nvPr/>
        </p:nvGrpSpPr>
        <p:grpSpPr>
          <a:xfrm>
            <a:off x="-228601" y="-478361"/>
            <a:ext cx="2905050" cy="1476032"/>
            <a:chOff x="-228601" y="-478361"/>
            <a:chExt cx="2905050" cy="1476032"/>
          </a:xfrm>
        </p:grpSpPr>
        <p:grpSp>
          <p:nvGrpSpPr>
            <p:cNvPr id="25" name="Group 10">
              <a:extLst>
                <a:ext uri="{FF2B5EF4-FFF2-40B4-BE49-F238E27FC236}">
                  <a16:creationId xmlns:a16="http://schemas.microsoft.com/office/drawing/2014/main" id="{B90B064E-CC0D-7DF5-C66C-17E883302F94}"/>
                </a:ext>
              </a:extLst>
            </p:cNvPr>
            <p:cNvGrpSpPr/>
            <p:nvPr/>
          </p:nvGrpSpPr>
          <p:grpSpPr>
            <a:xfrm>
              <a:off x="-228601" y="-478361"/>
              <a:ext cx="2905050" cy="1221311"/>
              <a:chOff x="0" y="0"/>
              <a:chExt cx="1355852" cy="720510"/>
            </a:xfrm>
          </p:grpSpPr>
          <p:sp>
            <p:nvSpPr>
              <p:cNvPr id="27" name="Freeform 11">
                <a:extLst>
                  <a:ext uri="{FF2B5EF4-FFF2-40B4-BE49-F238E27FC236}">
                    <a16:creationId xmlns:a16="http://schemas.microsoft.com/office/drawing/2014/main" id="{5B23AD4F-FFF6-DD88-C976-EC84218EC45F}"/>
                  </a:ext>
                </a:extLst>
              </p:cNvPr>
              <p:cNvSpPr/>
              <p:nvPr/>
            </p:nvSpPr>
            <p:spPr>
              <a:xfrm>
                <a:off x="0" y="0"/>
                <a:ext cx="1355852" cy="720510"/>
              </a:xfrm>
              <a:custGeom>
                <a:avLst/>
                <a:gdLst/>
                <a:ahLst/>
                <a:cxnLst/>
                <a:rect l="l" t="t" r="r" b="b"/>
                <a:pathLst>
                  <a:path w="1355852" h="720510">
                    <a:moveTo>
                      <a:pt x="150387" y="0"/>
                    </a:moveTo>
                    <a:lnTo>
                      <a:pt x="1205465" y="0"/>
                    </a:lnTo>
                    <a:cubicBezTo>
                      <a:pt x="1245350" y="0"/>
                      <a:pt x="1283602" y="15844"/>
                      <a:pt x="1311805" y="44047"/>
                    </a:cubicBezTo>
                    <a:cubicBezTo>
                      <a:pt x="1340008" y="72250"/>
                      <a:pt x="1355852" y="110502"/>
                      <a:pt x="1355852" y="150387"/>
                    </a:cubicBezTo>
                    <a:lnTo>
                      <a:pt x="1355852" y="570123"/>
                    </a:lnTo>
                    <a:cubicBezTo>
                      <a:pt x="1355852" y="653179"/>
                      <a:pt x="1288522" y="720510"/>
                      <a:pt x="1205465" y="720510"/>
                    </a:cubicBezTo>
                    <a:lnTo>
                      <a:pt x="150387" y="720510"/>
                    </a:lnTo>
                    <a:cubicBezTo>
                      <a:pt x="67331" y="720510"/>
                      <a:pt x="0" y="653179"/>
                      <a:pt x="0" y="570123"/>
                    </a:cubicBezTo>
                    <a:lnTo>
                      <a:pt x="0" y="150387"/>
                    </a:lnTo>
                    <a:cubicBezTo>
                      <a:pt x="0" y="67331"/>
                      <a:pt x="67331" y="0"/>
                      <a:pt x="150387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28" name="TextBox 12">
                <a:extLst>
                  <a:ext uri="{FF2B5EF4-FFF2-40B4-BE49-F238E27FC236}">
                    <a16:creationId xmlns:a16="http://schemas.microsoft.com/office/drawing/2014/main" id="{71C836EE-DBC4-ACF1-2437-874FBB53C449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5852" cy="739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pic>
          <p:nvPicPr>
            <p:cNvPr id="26" name="Imagen 25">
              <a:extLst>
                <a:ext uri="{FF2B5EF4-FFF2-40B4-BE49-F238E27FC236}">
                  <a16:creationId xmlns:a16="http://schemas.microsoft.com/office/drawing/2014/main" id="{47ECAF9F-0A1C-67FF-7DD9-94D6B3072B8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1" y="-375754"/>
              <a:ext cx="1373425" cy="1373425"/>
            </a:xfrm>
            <a:prstGeom prst="rect">
              <a:avLst/>
            </a:prstGeom>
          </p:spPr>
        </p:pic>
      </p:grp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/>
          <p:cNvGrpSpPr/>
          <p:nvPr/>
        </p:nvGrpSpPr>
        <p:grpSpPr>
          <a:xfrm>
            <a:off x="8953781" y="-5222082"/>
            <a:ext cx="9375908" cy="20731164"/>
            <a:chOff x="0" y="0"/>
            <a:chExt cx="2469375" cy="546006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69375" cy="5460060"/>
            </a:xfrm>
            <a:custGeom>
              <a:avLst/>
              <a:gdLst/>
              <a:ahLst/>
              <a:cxnLst/>
              <a:rect l="l" t="t" r="r" b="b"/>
              <a:pathLst>
                <a:path w="2469375" h="5460060">
                  <a:moveTo>
                    <a:pt x="0" y="0"/>
                  </a:moveTo>
                  <a:lnTo>
                    <a:pt x="2469375" y="0"/>
                  </a:lnTo>
                  <a:lnTo>
                    <a:pt x="2469375" y="5460060"/>
                  </a:lnTo>
                  <a:lnTo>
                    <a:pt x="0" y="5460060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2469375" cy="54791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28700" y="1328932"/>
            <a:ext cx="7552018" cy="27209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17"/>
              </a:lnSpc>
            </a:pPr>
            <a:r>
              <a:rPr lang="en-US" sz="9160" b="1" dirty="0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ESCENARIO TÍPICO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5348872"/>
            <a:ext cx="6673602" cy="1500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n-US" sz="2799" spc="-7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Estas trabajando en un proyecto, todo funciona, quieres agregar una nueva funcionalidad y.... </a:t>
            </a:r>
            <a:r>
              <a:rPr lang="en-US" sz="2799" b="1" spc="-7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TODO SE ROMPIÓ</a:t>
            </a:r>
            <a:r>
              <a:rPr lang="en-US" sz="2799" spc="-7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0418983" y="2027295"/>
            <a:ext cx="6395444" cy="1358917"/>
            <a:chOff x="0" y="0"/>
            <a:chExt cx="8527259" cy="1811890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8527259" cy="1759326"/>
              <a:chOff x="0" y="0"/>
              <a:chExt cx="2031332" cy="4191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2031332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2031332" h="419100">
                    <a:moveTo>
                      <a:pt x="23643" y="0"/>
                    </a:moveTo>
                    <a:lnTo>
                      <a:pt x="2007689" y="0"/>
                    </a:lnTo>
                    <a:cubicBezTo>
                      <a:pt x="2020747" y="0"/>
                      <a:pt x="2031332" y="10585"/>
                      <a:pt x="2031332" y="23643"/>
                    </a:cubicBezTo>
                    <a:lnTo>
                      <a:pt x="2031332" y="395457"/>
                    </a:lnTo>
                    <a:cubicBezTo>
                      <a:pt x="2031332" y="401727"/>
                      <a:pt x="2028841" y="407741"/>
                      <a:pt x="2024407" y="412175"/>
                    </a:cubicBezTo>
                    <a:cubicBezTo>
                      <a:pt x="2019973" y="416609"/>
                      <a:pt x="2013959" y="419100"/>
                      <a:pt x="2007689" y="419100"/>
                    </a:cubicBezTo>
                    <a:lnTo>
                      <a:pt x="23643" y="419100"/>
                    </a:lnTo>
                    <a:cubicBezTo>
                      <a:pt x="17373" y="419100"/>
                      <a:pt x="11359" y="416609"/>
                      <a:pt x="6925" y="412175"/>
                    </a:cubicBezTo>
                    <a:cubicBezTo>
                      <a:pt x="2491" y="407741"/>
                      <a:pt x="0" y="401727"/>
                      <a:pt x="0" y="395457"/>
                    </a:cubicBezTo>
                    <a:lnTo>
                      <a:pt x="0" y="23643"/>
                    </a:lnTo>
                    <a:cubicBezTo>
                      <a:pt x="0" y="17373"/>
                      <a:pt x="2491" y="11359"/>
                      <a:pt x="6925" y="6925"/>
                    </a:cubicBezTo>
                    <a:cubicBezTo>
                      <a:pt x="11359" y="2491"/>
                      <a:pt x="17373" y="0"/>
                      <a:pt x="23643" y="0"/>
                    </a:cubicBezTo>
                    <a:close/>
                  </a:path>
                </a:pathLst>
              </a:custGeom>
              <a:solidFill>
                <a:srgbClr val="0F0E0E"/>
              </a:solidFill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47625"/>
                <a:ext cx="2031332" cy="4667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11"/>
                  </a:lnSpc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1991690" y="52564"/>
              <a:ext cx="6535569" cy="1759326"/>
              <a:chOff x="0" y="0"/>
              <a:chExt cx="1556879" cy="4191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1556879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1556879" h="419100">
                    <a:moveTo>
                      <a:pt x="30849" y="0"/>
                    </a:moveTo>
                    <a:lnTo>
                      <a:pt x="1526030" y="0"/>
                    </a:lnTo>
                    <a:cubicBezTo>
                      <a:pt x="1534212" y="0"/>
                      <a:pt x="1542058" y="3250"/>
                      <a:pt x="1547844" y="9035"/>
                    </a:cubicBezTo>
                    <a:cubicBezTo>
                      <a:pt x="1553629" y="14821"/>
                      <a:pt x="1556879" y="22667"/>
                      <a:pt x="1556879" y="30849"/>
                    </a:cubicBezTo>
                    <a:lnTo>
                      <a:pt x="1556879" y="388251"/>
                    </a:lnTo>
                    <a:cubicBezTo>
                      <a:pt x="1556879" y="396433"/>
                      <a:pt x="1553629" y="404279"/>
                      <a:pt x="1547844" y="410065"/>
                    </a:cubicBezTo>
                    <a:cubicBezTo>
                      <a:pt x="1542058" y="415850"/>
                      <a:pt x="1534212" y="419100"/>
                      <a:pt x="1526030" y="419100"/>
                    </a:cubicBezTo>
                    <a:lnTo>
                      <a:pt x="30849" y="419100"/>
                    </a:lnTo>
                    <a:cubicBezTo>
                      <a:pt x="22667" y="419100"/>
                      <a:pt x="14821" y="415850"/>
                      <a:pt x="9035" y="410065"/>
                    </a:cubicBezTo>
                    <a:cubicBezTo>
                      <a:pt x="3250" y="404279"/>
                      <a:pt x="0" y="396433"/>
                      <a:pt x="0" y="388251"/>
                    </a:cubicBezTo>
                    <a:lnTo>
                      <a:pt x="0" y="30849"/>
                    </a:lnTo>
                    <a:cubicBezTo>
                      <a:pt x="0" y="22667"/>
                      <a:pt x="3250" y="14821"/>
                      <a:pt x="9035" y="9035"/>
                    </a:cubicBezTo>
                    <a:cubicBezTo>
                      <a:pt x="14821" y="3250"/>
                      <a:pt x="22667" y="0"/>
                      <a:pt x="30849" y="0"/>
                    </a:cubicBezTo>
                    <a:close/>
                  </a:path>
                </a:pathLst>
              </a:custGeom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47625"/>
                <a:ext cx="1556879" cy="4667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3611"/>
                  </a:lnSpc>
                </a:pPr>
                <a:r>
                  <a:rPr lang="en-US" sz="2799" spc="-153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Proyecto_final</a:t>
                </a:r>
              </a:p>
            </p:txBody>
          </p:sp>
        </p:grpSp>
        <p:sp>
          <p:nvSpPr>
            <p:cNvPr id="15" name="Freeform 15"/>
            <p:cNvSpPr/>
            <p:nvPr/>
          </p:nvSpPr>
          <p:spPr>
            <a:xfrm>
              <a:off x="616631" y="464673"/>
              <a:ext cx="941214" cy="829979"/>
            </a:xfrm>
            <a:custGeom>
              <a:avLst/>
              <a:gdLst/>
              <a:ahLst/>
              <a:cxnLst/>
              <a:rect l="l" t="t" r="r" b="b"/>
              <a:pathLst>
                <a:path w="941214" h="829979">
                  <a:moveTo>
                    <a:pt x="0" y="0"/>
                  </a:moveTo>
                  <a:lnTo>
                    <a:pt x="941213" y="0"/>
                  </a:lnTo>
                  <a:lnTo>
                    <a:pt x="941213" y="829979"/>
                  </a:lnTo>
                  <a:lnTo>
                    <a:pt x="0" y="8299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418983" y="3701425"/>
            <a:ext cx="6395444" cy="1358917"/>
            <a:chOff x="0" y="0"/>
            <a:chExt cx="8527259" cy="1811890"/>
          </a:xfrm>
        </p:grpSpPr>
        <p:grpSp>
          <p:nvGrpSpPr>
            <p:cNvPr id="17" name="Group 17"/>
            <p:cNvGrpSpPr/>
            <p:nvPr/>
          </p:nvGrpSpPr>
          <p:grpSpPr>
            <a:xfrm>
              <a:off x="0" y="0"/>
              <a:ext cx="8527259" cy="1759326"/>
              <a:chOff x="0" y="0"/>
              <a:chExt cx="2031332" cy="4191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2031332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2031332" h="419100">
                    <a:moveTo>
                      <a:pt x="23643" y="0"/>
                    </a:moveTo>
                    <a:lnTo>
                      <a:pt x="2007689" y="0"/>
                    </a:lnTo>
                    <a:cubicBezTo>
                      <a:pt x="2020747" y="0"/>
                      <a:pt x="2031332" y="10585"/>
                      <a:pt x="2031332" y="23643"/>
                    </a:cubicBezTo>
                    <a:lnTo>
                      <a:pt x="2031332" y="395457"/>
                    </a:lnTo>
                    <a:cubicBezTo>
                      <a:pt x="2031332" y="401727"/>
                      <a:pt x="2028841" y="407741"/>
                      <a:pt x="2024407" y="412175"/>
                    </a:cubicBezTo>
                    <a:cubicBezTo>
                      <a:pt x="2019973" y="416609"/>
                      <a:pt x="2013959" y="419100"/>
                      <a:pt x="2007689" y="419100"/>
                    </a:cubicBezTo>
                    <a:lnTo>
                      <a:pt x="23643" y="419100"/>
                    </a:lnTo>
                    <a:cubicBezTo>
                      <a:pt x="17373" y="419100"/>
                      <a:pt x="11359" y="416609"/>
                      <a:pt x="6925" y="412175"/>
                    </a:cubicBezTo>
                    <a:cubicBezTo>
                      <a:pt x="2491" y="407741"/>
                      <a:pt x="0" y="401727"/>
                      <a:pt x="0" y="395457"/>
                    </a:cubicBezTo>
                    <a:lnTo>
                      <a:pt x="0" y="23643"/>
                    </a:lnTo>
                    <a:cubicBezTo>
                      <a:pt x="0" y="17373"/>
                      <a:pt x="2491" y="11359"/>
                      <a:pt x="6925" y="6925"/>
                    </a:cubicBezTo>
                    <a:cubicBezTo>
                      <a:pt x="11359" y="2491"/>
                      <a:pt x="17373" y="0"/>
                      <a:pt x="23643" y="0"/>
                    </a:cubicBezTo>
                    <a:close/>
                  </a:path>
                </a:pathLst>
              </a:custGeom>
              <a:solidFill>
                <a:srgbClr val="0F0E0E"/>
              </a:solidFill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0" y="-47625"/>
                <a:ext cx="2031332" cy="4667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11"/>
                  </a:lnSpc>
                </a:pPr>
                <a:endParaRPr/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1991690" y="52564"/>
              <a:ext cx="6535569" cy="1759326"/>
              <a:chOff x="0" y="0"/>
              <a:chExt cx="1556879" cy="41910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1556879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1556879" h="419100">
                    <a:moveTo>
                      <a:pt x="30849" y="0"/>
                    </a:moveTo>
                    <a:lnTo>
                      <a:pt x="1526030" y="0"/>
                    </a:lnTo>
                    <a:cubicBezTo>
                      <a:pt x="1534212" y="0"/>
                      <a:pt x="1542058" y="3250"/>
                      <a:pt x="1547844" y="9035"/>
                    </a:cubicBezTo>
                    <a:cubicBezTo>
                      <a:pt x="1553629" y="14821"/>
                      <a:pt x="1556879" y="22667"/>
                      <a:pt x="1556879" y="30849"/>
                    </a:cubicBezTo>
                    <a:lnTo>
                      <a:pt x="1556879" y="388251"/>
                    </a:lnTo>
                    <a:cubicBezTo>
                      <a:pt x="1556879" y="396433"/>
                      <a:pt x="1553629" y="404279"/>
                      <a:pt x="1547844" y="410065"/>
                    </a:cubicBezTo>
                    <a:cubicBezTo>
                      <a:pt x="1542058" y="415850"/>
                      <a:pt x="1534212" y="419100"/>
                      <a:pt x="1526030" y="419100"/>
                    </a:cubicBezTo>
                    <a:lnTo>
                      <a:pt x="30849" y="419100"/>
                    </a:lnTo>
                    <a:cubicBezTo>
                      <a:pt x="22667" y="419100"/>
                      <a:pt x="14821" y="415850"/>
                      <a:pt x="9035" y="410065"/>
                    </a:cubicBezTo>
                    <a:cubicBezTo>
                      <a:pt x="3250" y="404279"/>
                      <a:pt x="0" y="396433"/>
                      <a:pt x="0" y="388251"/>
                    </a:cubicBezTo>
                    <a:lnTo>
                      <a:pt x="0" y="30849"/>
                    </a:lnTo>
                    <a:cubicBezTo>
                      <a:pt x="0" y="22667"/>
                      <a:pt x="3250" y="14821"/>
                      <a:pt x="9035" y="9035"/>
                    </a:cubicBezTo>
                    <a:cubicBezTo>
                      <a:pt x="14821" y="3250"/>
                      <a:pt x="22667" y="0"/>
                      <a:pt x="30849" y="0"/>
                    </a:cubicBezTo>
                    <a:close/>
                  </a:path>
                </a:pathLst>
              </a:custGeom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0" y="-47625"/>
                <a:ext cx="1556879" cy="4667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3611"/>
                  </a:lnSpc>
                </a:pPr>
                <a:r>
                  <a:rPr lang="en-US" sz="2799" spc="-153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Proyecto_final_v2</a:t>
                </a:r>
              </a:p>
            </p:txBody>
          </p:sp>
        </p:grpSp>
        <p:sp>
          <p:nvSpPr>
            <p:cNvPr id="23" name="Freeform 23"/>
            <p:cNvSpPr/>
            <p:nvPr/>
          </p:nvSpPr>
          <p:spPr>
            <a:xfrm>
              <a:off x="616631" y="464673"/>
              <a:ext cx="941214" cy="829979"/>
            </a:xfrm>
            <a:custGeom>
              <a:avLst/>
              <a:gdLst/>
              <a:ahLst/>
              <a:cxnLst/>
              <a:rect l="l" t="t" r="r" b="b"/>
              <a:pathLst>
                <a:path w="941214" h="829979">
                  <a:moveTo>
                    <a:pt x="0" y="0"/>
                  </a:moveTo>
                  <a:lnTo>
                    <a:pt x="941213" y="0"/>
                  </a:lnTo>
                  <a:lnTo>
                    <a:pt x="941213" y="829979"/>
                  </a:lnTo>
                  <a:lnTo>
                    <a:pt x="0" y="8299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0418983" y="5375554"/>
            <a:ext cx="6395444" cy="1358917"/>
            <a:chOff x="0" y="0"/>
            <a:chExt cx="8527259" cy="1811890"/>
          </a:xfrm>
        </p:grpSpPr>
        <p:grpSp>
          <p:nvGrpSpPr>
            <p:cNvPr id="25" name="Group 25"/>
            <p:cNvGrpSpPr/>
            <p:nvPr/>
          </p:nvGrpSpPr>
          <p:grpSpPr>
            <a:xfrm>
              <a:off x="0" y="0"/>
              <a:ext cx="8527259" cy="1759326"/>
              <a:chOff x="0" y="0"/>
              <a:chExt cx="2031332" cy="41910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2031332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2031332" h="419100">
                    <a:moveTo>
                      <a:pt x="23643" y="0"/>
                    </a:moveTo>
                    <a:lnTo>
                      <a:pt x="2007689" y="0"/>
                    </a:lnTo>
                    <a:cubicBezTo>
                      <a:pt x="2020747" y="0"/>
                      <a:pt x="2031332" y="10585"/>
                      <a:pt x="2031332" y="23643"/>
                    </a:cubicBezTo>
                    <a:lnTo>
                      <a:pt x="2031332" y="395457"/>
                    </a:lnTo>
                    <a:cubicBezTo>
                      <a:pt x="2031332" y="401727"/>
                      <a:pt x="2028841" y="407741"/>
                      <a:pt x="2024407" y="412175"/>
                    </a:cubicBezTo>
                    <a:cubicBezTo>
                      <a:pt x="2019973" y="416609"/>
                      <a:pt x="2013959" y="419100"/>
                      <a:pt x="2007689" y="419100"/>
                    </a:cubicBezTo>
                    <a:lnTo>
                      <a:pt x="23643" y="419100"/>
                    </a:lnTo>
                    <a:cubicBezTo>
                      <a:pt x="17373" y="419100"/>
                      <a:pt x="11359" y="416609"/>
                      <a:pt x="6925" y="412175"/>
                    </a:cubicBezTo>
                    <a:cubicBezTo>
                      <a:pt x="2491" y="407741"/>
                      <a:pt x="0" y="401727"/>
                      <a:pt x="0" y="395457"/>
                    </a:cubicBezTo>
                    <a:lnTo>
                      <a:pt x="0" y="23643"/>
                    </a:lnTo>
                    <a:cubicBezTo>
                      <a:pt x="0" y="17373"/>
                      <a:pt x="2491" y="11359"/>
                      <a:pt x="6925" y="6925"/>
                    </a:cubicBezTo>
                    <a:cubicBezTo>
                      <a:pt x="11359" y="2491"/>
                      <a:pt x="17373" y="0"/>
                      <a:pt x="23643" y="0"/>
                    </a:cubicBezTo>
                    <a:close/>
                  </a:path>
                </a:pathLst>
              </a:custGeom>
              <a:solidFill>
                <a:srgbClr val="0F0E0E"/>
              </a:solidFill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0" y="-47625"/>
                <a:ext cx="2031332" cy="4667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11"/>
                  </a:lnSpc>
                </a:pPr>
                <a:endParaRPr/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1991690" y="52564"/>
              <a:ext cx="6535569" cy="1759326"/>
              <a:chOff x="0" y="0"/>
              <a:chExt cx="1556879" cy="4191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1556879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1556879" h="419100">
                    <a:moveTo>
                      <a:pt x="30849" y="0"/>
                    </a:moveTo>
                    <a:lnTo>
                      <a:pt x="1526030" y="0"/>
                    </a:lnTo>
                    <a:cubicBezTo>
                      <a:pt x="1534212" y="0"/>
                      <a:pt x="1542058" y="3250"/>
                      <a:pt x="1547844" y="9035"/>
                    </a:cubicBezTo>
                    <a:cubicBezTo>
                      <a:pt x="1553629" y="14821"/>
                      <a:pt x="1556879" y="22667"/>
                      <a:pt x="1556879" y="30849"/>
                    </a:cubicBezTo>
                    <a:lnTo>
                      <a:pt x="1556879" y="388251"/>
                    </a:lnTo>
                    <a:cubicBezTo>
                      <a:pt x="1556879" y="396433"/>
                      <a:pt x="1553629" y="404279"/>
                      <a:pt x="1547844" y="410065"/>
                    </a:cubicBezTo>
                    <a:cubicBezTo>
                      <a:pt x="1542058" y="415850"/>
                      <a:pt x="1534212" y="419100"/>
                      <a:pt x="1526030" y="419100"/>
                    </a:cubicBezTo>
                    <a:lnTo>
                      <a:pt x="30849" y="419100"/>
                    </a:lnTo>
                    <a:cubicBezTo>
                      <a:pt x="22667" y="419100"/>
                      <a:pt x="14821" y="415850"/>
                      <a:pt x="9035" y="410065"/>
                    </a:cubicBezTo>
                    <a:cubicBezTo>
                      <a:pt x="3250" y="404279"/>
                      <a:pt x="0" y="396433"/>
                      <a:pt x="0" y="388251"/>
                    </a:cubicBezTo>
                    <a:lnTo>
                      <a:pt x="0" y="30849"/>
                    </a:lnTo>
                    <a:cubicBezTo>
                      <a:pt x="0" y="22667"/>
                      <a:pt x="3250" y="14821"/>
                      <a:pt x="9035" y="9035"/>
                    </a:cubicBezTo>
                    <a:cubicBezTo>
                      <a:pt x="14821" y="3250"/>
                      <a:pt x="22667" y="0"/>
                      <a:pt x="30849" y="0"/>
                    </a:cubicBezTo>
                    <a:close/>
                  </a:path>
                </a:pathLst>
              </a:custGeom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47625"/>
                <a:ext cx="1556879" cy="4667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3611"/>
                  </a:lnSpc>
                </a:pPr>
                <a:r>
                  <a:rPr lang="en-US" sz="2799" spc="-153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Proyecto_final_v2_final</a:t>
                </a:r>
              </a:p>
            </p:txBody>
          </p:sp>
        </p:grpSp>
        <p:sp>
          <p:nvSpPr>
            <p:cNvPr id="31" name="Freeform 31"/>
            <p:cNvSpPr/>
            <p:nvPr/>
          </p:nvSpPr>
          <p:spPr>
            <a:xfrm>
              <a:off x="616631" y="464673"/>
              <a:ext cx="941214" cy="829979"/>
            </a:xfrm>
            <a:custGeom>
              <a:avLst/>
              <a:gdLst/>
              <a:ahLst/>
              <a:cxnLst/>
              <a:rect l="l" t="t" r="r" b="b"/>
              <a:pathLst>
                <a:path w="941214" h="829979">
                  <a:moveTo>
                    <a:pt x="0" y="0"/>
                  </a:moveTo>
                  <a:lnTo>
                    <a:pt x="941213" y="0"/>
                  </a:lnTo>
                  <a:lnTo>
                    <a:pt x="941213" y="829979"/>
                  </a:lnTo>
                  <a:lnTo>
                    <a:pt x="0" y="8299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0418983" y="7049683"/>
            <a:ext cx="6395444" cy="1358917"/>
            <a:chOff x="0" y="0"/>
            <a:chExt cx="8527259" cy="1811890"/>
          </a:xfrm>
        </p:grpSpPr>
        <p:grpSp>
          <p:nvGrpSpPr>
            <p:cNvPr id="33" name="Group 33"/>
            <p:cNvGrpSpPr/>
            <p:nvPr/>
          </p:nvGrpSpPr>
          <p:grpSpPr>
            <a:xfrm>
              <a:off x="0" y="0"/>
              <a:ext cx="8527259" cy="1759326"/>
              <a:chOff x="0" y="0"/>
              <a:chExt cx="2031332" cy="41910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2031332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2031332" h="419100">
                    <a:moveTo>
                      <a:pt x="23643" y="0"/>
                    </a:moveTo>
                    <a:lnTo>
                      <a:pt x="2007689" y="0"/>
                    </a:lnTo>
                    <a:cubicBezTo>
                      <a:pt x="2020747" y="0"/>
                      <a:pt x="2031332" y="10585"/>
                      <a:pt x="2031332" y="23643"/>
                    </a:cubicBezTo>
                    <a:lnTo>
                      <a:pt x="2031332" y="395457"/>
                    </a:lnTo>
                    <a:cubicBezTo>
                      <a:pt x="2031332" y="401727"/>
                      <a:pt x="2028841" y="407741"/>
                      <a:pt x="2024407" y="412175"/>
                    </a:cubicBezTo>
                    <a:cubicBezTo>
                      <a:pt x="2019973" y="416609"/>
                      <a:pt x="2013959" y="419100"/>
                      <a:pt x="2007689" y="419100"/>
                    </a:cubicBezTo>
                    <a:lnTo>
                      <a:pt x="23643" y="419100"/>
                    </a:lnTo>
                    <a:cubicBezTo>
                      <a:pt x="17373" y="419100"/>
                      <a:pt x="11359" y="416609"/>
                      <a:pt x="6925" y="412175"/>
                    </a:cubicBezTo>
                    <a:cubicBezTo>
                      <a:pt x="2491" y="407741"/>
                      <a:pt x="0" y="401727"/>
                      <a:pt x="0" y="395457"/>
                    </a:cubicBezTo>
                    <a:lnTo>
                      <a:pt x="0" y="23643"/>
                    </a:lnTo>
                    <a:cubicBezTo>
                      <a:pt x="0" y="17373"/>
                      <a:pt x="2491" y="11359"/>
                      <a:pt x="6925" y="6925"/>
                    </a:cubicBezTo>
                    <a:cubicBezTo>
                      <a:pt x="11359" y="2491"/>
                      <a:pt x="17373" y="0"/>
                      <a:pt x="23643" y="0"/>
                    </a:cubicBezTo>
                    <a:close/>
                  </a:path>
                </a:pathLst>
              </a:custGeom>
              <a:solidFill>
                <a:srgbClr val="0F0E0E"/>
              </a:solidFill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0" y="-47625"/>
                <a:ext cx="2031332" cy="4667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11"/>
                  </a:lnSpc>
                </a:pPr>
                <a:endParaRPr/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1991690" y="52564"/>
              <a:ext cx="6535569" cy="1759326"/>
              <a:chOff x="0" y="0"/>
              <a:chExt cx="1556879" cy="41910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0" y="0"/>
                <a:ext cx="1556879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1556879" h="419100">
                    <a:moveTo>
                      <a:pt x="30849" y="0"/>
                    </a:moveTo>
                    <a:lnTo>
                      <a:pt x="1526030" y="0"/>
                    </a:lnTo>
                    <a:cubicBezTo>
                      <a:pt x="1534212" y="0"/>
                      <a:pt x="1542058" y="3250"/>
                      <a:pt x="1547844" y="9035"/>
                    </a:cubicBezTo>
                    <a:cubicBezTo>
                      <a:pt x="1553629" y="14821"/>
                      <a:pt x="1556879" y="22667"/>
                      <a:pt x="1556879" y="30849"/>
                    </a:cubicBezTo>
                    <a:lnTo>
                      <a:pt x="1556879" y="388251"/>
                    </a:lnTo>
                    <a:cubicBezTo>
                      <a:pt x="1556879" y="396433"/>
                      <a:pt x="1553629" y="404279"/>
                      <a:pt x="1547844" y="410065"/>
                    </a:cubicBezTo>
                    <a:cubicBezTo>
                      <a:pt x="1542058" y="415850"/>
                      <a:pt x="1534212" y="419100"/>
                      <a:pt x="1526030" y="419100"/>
                    </a:cubicBezTo>
                    <a:lnTo>
                      <a:pt x="30849" y="419100"/>
                    </a:lnTo>
                    <a:cubicBezTo>
                      <a:pt x="22667" y="419100"/>
                      <a:pt x="14821" y="415850"/>
                      <a:pt x="9035" y="410065"/>
                    </a:cubicBezTo>
                    <a:cubicBezTo>
                      <a:pt x="3250" y="404279"/>
                      <a:pt x="0" y="396433"/>
                      <a:pt x="0" y="388251"/>
                    </a:cubicBezTo>
                    <a:lnTo>
                      <a:pt x="0" y="30849"/>
                    </a:lnTo>
                    <a:cubicBezTo>
                      <a:pt x="0" y="22667"/>
                      <a:pt x="3250" y="14821"/>
                      <a:pt x="9035" y="9035"/>
                    </a:cubicBezTo>
                    <a:cubicBezTo>
                      <a:pt x="14821" y="3250"/>
                      <a:pt x="22667" y="0"/>
                      <a:pt x="30849" y="0"/>
                    </a:cubicBezTo>
                    <a:close/>
                  </a:path>
                </a:pathLst>
              </a:custGeom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0" y="-47625"/>
                <a:ext cx="1556879" cy="4667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3611"/>
                  </a:lnSpc>
                </a:pPr>
                <a:r>
                  <a:rPr lang="en-US" sz="2799" spc="-153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Proyecto_final_v2_ahora_si</a:t>
                </a:r>
              </a:p>
            </p:txBody>
          </p:sp>
        </p:grpSp>
        <p:sp>
          <p:nvSpPr>
            <p:cNvPr id="39" name="Freeform 39"/>
            <p:cNvSpPr/>
            <p:nvPr/>
          </p:nvSpPr>
          <p:spPr>
            <a:xfrm>
              <a:off x="616631" y="464673"/>
              <a:ext cx="941214" cy="829979"/>
            </a:xfrm>
            <a:custGeom>
              <a:avLst/>
              <a:gdLst/>
              <a:ahLst/>
              <a:cxnLst/>
              <a:rect l="l" t="t" r="r" b="b"/>
              <a:pathLst>
                <a:path w="941214" h="829979">
                  <a:moveTo>
                    <a:pt x="0" y="0"/>
                  </a:moveTo>
                  <a:lnTo>
                    <a:pt x="941213" y="0"/>
                  </a:lnTo>
                  <a:lnTo>
                    <a:pt x="941213" y="829979"/>
                  </a:lnTo>
                  <a:lnTo>
                    <a:pt x="0" y="8299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40" name="Grupo 39">
            <a:extLst>
              <a:ext uri="{FF2B5EF4-FFF2-40B4-BE49-F238E27FC236}">
                <a16:creationId xmlns:a16="http://schemas.microsoft.com/office/drawing/2014/main" id="{8E68D350-17C4-E2F6-D759-C1D2B2B1D4BB}"/>
              </a:ext>
            </a:extLst>
          </p:cNvPr>
          <p:cNvGrpSpPr/>
          <p:nvPr/>
        </p:nvGrpSpPr>
        <p:grpSpPr>
          <a:xfrm>
            <a:off x="-228601" y="-478361"/>
            <a:ext cx="2905050" cy="1476032"/>
            <a:chOff x="-228601" y="-478361"/>
            <a:chExt cx="2905050" cy="1476032"/>
          </a:xfrm>
        </p:grpSpPr>
        <p:grpSp>
          <p:nvGrpSpPr>
            <p:cNvPr id="41" name="Group 10">
              <a:extLst>
                <a:ext uri="{FF2B5EF4-FFF2-40B4-BE49-F238E27FC236}">
                  <a16:creationId xmlns:a16="http://schemas.microsoft.com/office/drawing/2014/main" id="{308FC795-F352-32B9-5BB4-EF78C6C710A5}"/>
                </a:ext>
              </a:extLst>
            </p:cNvPr>
            <p:cNvGrpSpPr/>
            <p:nvPr/>
          </p:nvGrpSpPr>
          <p:grpSpPr>
            <a:xfrm>
              <a:off x="-228601" y="-478361"/>
              <a:ext cx="2905050" cy="1221311"/>
              <a:chOff x="0" y="0"/>
              <a:chExt cx="1355852" cy="720510"/>
            </a:xfrm>
          </p:grpSpPr>
          <p:sp>
            <p:nvSpPr>
              <p:cNvPr id="43" name="Freeform 11">
                <a:extLst>
                  <a:ext uri="{FF2B5EF4-FFF2-40B4-BE49-F238E27FC236}">
                    <a16:creationId xmlns:a16="http://schemas.microsoft.com/office/drawing/2014/main" id="{47F56287-9283-9071-3879-952364138B96}"/>
                  </a:ext>
                </a:extLst>
              </p:cNvPr>
              <p:cNvSpPr/>
              <p:nvPr/>
            </p:nvSpPr>
            <p:spPr>
              <a:xfrm>
                <a:off x="0" y="0"/>
                <a:ext cx="1355852" cy="720510"/>
              </a:xfrm>
              <a:custGeom>
                <a:avLst/>
                <a:gdLst/>
                <a:ahLst/>
                <a:cxnLst/>
                <a:rect l="l" t="t" r="r" b="b"/>
                <a:pathLst>
                  <a:path w="1355852" h="720510">
                    <a:moveTo>
                      <a:pt x="150387" y="0"/>
                    </a:moveTo>
                    <a:lnTo>
                      <a:pt x="1205465" y="0"/>
                    </a:lnTo>
                    <a:cubicBezTo>
                      <a:pt x="1245350" y="0"/>
                      <a:pt x="1283602" y="15844"/>
                      <a:pt x="1311805" y="44047"/>
                    </a:cubicBezTo>
                    <a:cubicBezTo>
                      <a:pt x="1340008" y="72250"/>
                      <a:pt x="1355852" y="110502"/>
                      <a:pt x="1355852" y="150387"/>
                    </a:cubicBezTo>
                    <a:lnTo>
                      <a:pt x="1355852" y="570123"/>
                    </a:lnTo>
                    <a:cubicBezTo>
                      <a:pt x="1355852" y="653179"/>
                      <a:pt x="1288522" y="720510"/>
                      <a:pt x="1205465" y="720510"/>
                    </a:cubicBezTo>
                    <a:lnTo>
                      <a:pt x="150387" y="720510"/>
                    </a:lnTo>
                    <a:cubicBezTo>
                      <a:pt x="67331" y="720510"/>
                      <a:pt x="0" y="653179"/>
                      <a:pt x="0" y="570123"/>
                    </a:cubicBezTo>
                    <a:lnTo>
                      <a:pt x="0" y="150387"/>
                    </a:lnTo>
                    <a:cubicBezTo>
                      <a:pt x="0" y="67331"/>
                      <a:pt x="67331" y="0"/>
                      <a:pt x="150387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44" name="TextBox 12">
                <a:extLst>
                  <a:ext uri="{FF2B5EF4-FFF2-40B4-BE49-F238E27FC236}">
                    <a16:creationId xmlns:a16="http://schemas.microsoft.com/office/drawing/2014/main" id="{65D90AD7-0F5F-1906-7FB0-6B61E81B2DA2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5852" cy="739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pic>
          <p:nvPicPr>
            <p:cNvPr id="42" name="Imagen 41">
              <a:extLst>
                <a:ext uri="{FF2B5EF4-FFF2-40B4-BE49-F238E27FC236}">
                  <a16:creationId xmlns:a16="http://schemas.microsoft.com/office/drawing/2014/main" id="{89DDE8CA-53D6-EC38-2768-3D9A3DB52BA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1" y="-375754"/>
              <a:ext cx="1373425" cy="1373425"/>
            </a:xfrm>
            <a:prstGeom prst="rect">
              <a:avLst/>
            </a:prstGeom>
          </p:spPr>
        </p:pic>
      </p:grp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/>
          <p:cNvGrpSpPr/>
          <p:nvPr/>
        </p:nvGrpSpPr>
        <p:grpSpPr>
          <a:xfrm>
            <a:off x="8953781" y="-5222082"/>
            <a:ext cx="9375908" cy="20731164"/>
            <a:chOff x="0" y="0"/>
            <a:chExt cx="2469375" cy="546006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69375" cy="5460060"/>
            </a:xfrm>
            <a:custGeom>
              <a:avLst/>
              <a:gdLst/>
              <a:ahLst/>
              <a:cxnLst/>
              <a:rect l="l" t="t" r="r" b="b"/>
              <a:pathLst>
                <a:path w="2469375" h="5460060">
                  <a:moveTo>
                    <a:pt x="0" y="0"/>
                  </a:moveTo>
                  <a:lnTo>
                    <a:pt x="2469375" y="0"/>
                  </a:lnTo>
                  <a:lnTo>
                    <a:pt x="2469375" y="5460060"/>
                  </a:lnTo>
                  <a:lnTo>
                    <a:pt x="0" y="5460060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2469375" cy="54791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5374064" y="6831477"/>
            <a:ext cx="3206655" cy="3130138"/>
            <a:chOff x="0" y="0"/>
            <a:chExt cx="1257588" cy="122758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57588" cy="1227580"/>
            </a:xfrm>
            <a:custGeom>
              <a:avLst/>
              <a:gdLst/>
              <a:ahLst/>
              <a:cxnLst/>
              <a:rect l="l" t="t" r="r" b="b"/>
              <a:pathLst>
                <a:path w="1257588" h="1227580">
                  <a:moveTo>
                    <a:pt x="55530" y="0"/>
                  </a:moveTo>
                  <a:lnTo>
                    <a:pt x="1202058" y="0"/>
                  </a:lnTo>
                  <a:cubicBezTo>
                    <a:pt x="1216786" y="0"/>
                    <a:pt x="1230910" y="5850"/>
                    <a:pt x="1241324" y="16264"/>
                  </a:cubicBezTo>
                  <a:cubicBezTo>
                    <a:pt x="1251738" y="26678"/>
                    <a:pt x="1257588" y="40802"/>
                    <a:pt x="1257588" y="55530"/>
                  </a:cubicBezTo>
                  <a:lnTo>
                    <a:pt x="1257588" y="1172050"/>
                  </a:lnTo>
                  <a:cubicBezTo>
                    <a:pt x="1257588" y="1186777"/>
                    <a:pt x="1251738" y="1200902"/>
                    <a:pt x="1241324" y="1211316"/>
                  </a:cubicBezTo>
                  <a:cubicBezTo>
                    <a:pt x="1230910" y="1221729"/>
                    <a:pt x="1216786" y="1227580"/>
                    <a:pt x="1202058" y="1227580"/>
                  </a:cubicBezTo>
                  <a:lnTo>
                    <a:pt x="55530" y="1227580"/>
                  </a:lnTo>
                  <a:cubicBezTo>
                    <a:pt x="40802" y="1227580"/>
                    <a:pt x="26678" y="1221729"/>
                    <a:pt x="16264" y="1211316"/>
                  </a:cubicBezTo>
                  <a:cubicBezTo>
                    <a:pt x="5850" y="1200902"/>
                    <a:pt x="0" y="1186777"/>
                    <a:pt x="0" y="1172050"/>
                  </a:cubicBezTo>
                  <a:lnTo>
                    <a:pt x="0" y="55530"/>
                  </a:lnTo>
                  <a:cubicBezTo>
                    <a:pt x="0" y="40802"/>
                    <a:pt x="5850" y="26678"/>
                    <a:pt x="16264" y="16264"/>
                  </a:cubicBezTo>
                  <a:cubicBezTo>
                    <a:pt x="26678" y="5850"/>
                    <a:pt x="40802" y="0"/>
                    <a:pt x="55530" y="0"/>
                  </a:cubicBezTo>
                  <a:close/>
                </a:path>
              </a:pathLst>
            </a:custGeom>
            <a:blipFill>
              <a:blip r:embed="rId3"/>
              <a:stretch>
                <a:fillRect l="-8586" r="-86641"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304195" y="6831477"/>
            <a:ext cx="3244048" cy="3130138"/>
            <a:chOff x="0" y="0"/>
            <a:chExt cx="1272253" cy="122758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72253" cy="1227580"/>
            </a:xfrm>
            <a:custGeom>
              <a:avLst/>
              <a:gdLst/>
              <a:ahLst/>
              <a:cxnLst/>
              <a:rect l="l" t="t" r="r" b="b"/>
              <a:pathLst>
                <a:path w="1272253" h="1227580">
                  <a:moveTo>
                    <a:pt x="54889" y="0"/>
                  </a:moveTo>
                  <a:lnTo>
                    <a:pt x="1217363" y="0"/>
                  </a:lnTo>
                  <a:cubicBezTo>
                    <a:pt x="1247678" y="0"/>
                    <a:pt x="1272253" y="24575"/>
                    <a:pt x="1272253" y="54889"/>
                  </a:cubicBezTo>
                  <a:lnTo>
                    <a:pt x="1272253" y="1172690"/>
                  </a:lnTo>
                  <a:cubicBezTo>
                    <a:pt x="1272253" y="1187248"/>
                    <a:pt x="1266470" y="1201209"/>
                    <a:pt x="1256176" y="1211503"/>
                  </a:cubicBezTo>
                  <a:cubicBezTo>
                    <a:pt x="1245882" y="1221797"/>
                    <a:pt x="1231921" y="1227580"/>
                    <a:pt x="1217363" y="1227580"/>
                  </a:cubicBezTo>
                  <a:lnTo>
                    <a:pt x="54889" y="1227580"/>
                  </a:lnTo>
                  <a:cubicBezTo>
                    <a:pt x="24575" y="1227580"/>
                    <a:pt x="0" y="1203005"/>
                    <a:pt x="0" y="1172690"/>
                  </a:cubicBezTo>
                  <a:lnTo>
                    <a:pt x="0" y="54889"/>
                  </a:lnTo>
                  <a:cubicBezTo>
                    <a:pt x="0" y="24575"/>
                    <a:pt x="24575" y="0"/>
                    <a:pt x="54889" y="0"/>
                  </a:cubicBezTo>
                  <a:close/>
                </a:path>
              </a:pathLst>
            </a:custGeom>
            <a:blipFill>
              <a:blip r:embed="rId3"/>
              <a:stretch>
                <a:fillRect l="-90276" r="-2700"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028700" y="1235965"/>
            <a:ext cx="7552018" cy="1368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17"/>
              </a:lnSpc>
            </a:pPr>
            <a:r>
              <a:rPr lang="en-US" sz="9160" b="1" dirty="0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¿QUÉ ES GIT?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3148289"/>
            <a:ext cx="6673602" cy="1005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n-US" sz="2799" spc="-7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Git e</a:t>
            </a:r>
            <a:r>
              <a:rPr lang="en-US" sz="2799" u="none" strike="noStrike" spc="-7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 un sistema de control de versiones distribuido.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959958" y="1636712"/>
            <a:ext cx="7299342" cy="49678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6" lvl="1" indent="-302258" algn="l">
              <a:lnSpc>
                <a:spcPts val="3919"/>
              </a:lnSpc>
              <a:buFont typeface="Arial"/>
              <a:buChar char="•"/>
            </a:pP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Perm</a:t>
            </a:r>
            <a:r>
              <a:rPr lang="en-US" sz="2799" u="none" strike="noStrike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ite </a:t>
            </a:r>
            <a:r>
              <a:rPr lang="en-US" sz="2799" u="none" strike="noStrike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regresar</a:t>
            </a:r>
            <a:r>
              <a:rPr lang="en-US" sz="2799" u="none" strike="noStrike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a </a:t>
            </a:r>
            <a:r>
              <a:rPr lang="en-US" sz="2799" u="none" strike="noStrike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versiones</a:t>
            </a:r>
            <a:r>
              <a:rPr lang="en-US" sz="2799" u="none" strike="noStrike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u="none" strike="noStrike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anteriores</a:t>
            </a:r>
            <a:r>
              <a:rPr lang="en-US" sz="2799" u="none" strike="noStrike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del </a:t>
            </a:r>
            <a:r>
              <a:rPr lang="en-US" sz="2799" u="none" strike="noStrike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código</a:t>
            </a:r>
            <a:r>
              <a:rPr lang="en-US" sz="2799" u="none" strike="noStrike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de forma </a:t>
            </a:r>
            <a:r>
              <a:rPr lang="en-US" sz="2799" u="none" strike="noStrike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segura</a:t>
            </a:r>
            <a:r>
              <a:rPr lang="en-US" sz="2799" u="none" strike="noStrike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algn="l">
              <a:lnSpc>
                <a:spcPts val="3919"/>
              </a:lnSpc>
            </a:pPr>
            <a:endParaRPr lang="en-US" sz="2799" u="none" strike="noStrike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604516" lvl="1" indent="-302258" algn="l">
              <a:lnSpc>
                <a:spcPts val="3919"/>
              </a:lnSpc>
              <a:buFont typeface="Arial"/>
              <a:buChar char="•"/>
            </a:pPr>
            <a:r>
              <a:rPr lang="en-US" sz="2799" u="none" strike="noStrike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Facilita</a:t>
            </a:r>
            <a:r>
              <a:rPr lang="en-US" sz="2799" u="none" strike="noStrike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u="none" strike="noStrike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trabajar</a:t>
            </a:r>
            <a:r>
              <a:rPr lang="en-US" sz="2799" u="none" strike="noStrike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u="none" strike="noStrike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</a:t>
            </a:r>
            <a:r>
              <a:rPr lang="en-US" sz="2799" u="none" strike="noStrike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u="none" strike="noStrike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distintas</a:t>
            </a:r>
            <a:r>
              <a:rPr lang="en-US" sz="2799" u="none" strike="noStrike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u="none" strike="noStrike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características</a:t>
            </a:r>
            <a:r>
              <a:rPr lang="en-US" sz="2799" u="none" strike="noStrike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del </a:t>
            </a:r>
            <a:r>
              <a:rPr lang="en-US" sz="2799" u="none" strike="noStrike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proyecto</a:t>
            </a:r>
            <a:r>
              <a:rPr lang="en-US" sz="2799" u="none" strike="noStrike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2799" u="none" strike="noStrike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manera</a:t>
            </a:r>
            <a:r>
              <a:rPr lang="en-US" sz="2799" u="none" strike="noStrike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u="none" strike="noStrike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aislada</a:t>
            </a:r>
            <a:r>
              <a:rPr lang="en-US" sz="2799" u="none" strike="noStrike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(</a:t>
            </a:r>
            <a:r>
              <a:rPr lang="en-US" sz="2799" u="none" strike="noStrike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mediante</a:t>
            </a:r>
            <a:r>
              <a:rPr lang="en-US" sz="2799" u="none" strike="noStrike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u="none" strike="noStrike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ramas</a:t>
            </a:r>
            <a:r>
              <a:rPr lang="en-US" sz="2799" u="none" strike="noStrike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).</a:t>
            </a:r>
          </a:p>
          <a:p>
            <a:pPr algn="l">
              <a:lnSpc>
                <a:spcPts val="3919"/>
              </a:lnSpc>
            </a:pPr>
            <a:endParaRPr lang="en-US" sz="2799" u="none" strike="noStrike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604516" lvl="1" indent="-302258" algn="l">
              <a:lnSpc>
                <a:spcPts val="3919"/>
              </a:lnSpc>
              <a:buFont typeface="Arial"/>
              <a:buChar char="•"/>
            </a:pPr>
            <a:r>
              <a:rPr lang="en-US" sz="2799" u="none" strike="noStrike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Ayuda a </a:t>
            </a:r>
            <a:r>
              <a:rPr lang="en-US" sz="2799" u="none" strike="noStrike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combinar</a:t>
            </a:r>
            <a:r>
              <a:rPr lang="en-US" sz="2799" u="none" strike="noStrike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u="none" strike="noStrike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cambios</a:t>
            </a:r>
            <a:r>
              <a:rPr lang="en-US" sz="2799" u="none" strike="noStrike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2799" u="none" strike="noStrike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múltiples</a:t>
            </a:r>
            <a:r>
              <a:rPr lang="en-US" sz="2799" u="none" strike="noStrike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personas</a:t>
            </a:r>
          </a:p>
          <a:p>
            <a:pPr algn="l">
              <a:lnSpc>
                <a:spcPts val="3919"/>
              </a:lnSpc>
            </a:pPr>
            <a:endParaRPr lang="en-US" sz="2799" u="none" strike="noStrike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28700" y="4807065"/>
            <a:ext cx="7074075" cy="1500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n-US" sz="2799" b="1" u="none" strike="noStrike" spc="-55">
                <a:solidFill>
                  <a:srgbClr val="0CC0DF"/>
                </a:solidFill>
                <a:latin typeface="Poppins Bold"/>
                <a:ea typeface="Poppins Bold"/>
                <a:cs typeface="Poppins Bold"/>
                <a:sym typeface="Poppins Bold"/>
              </a:rPr>
              <a:t>Su función es registrar el historial de cambios en los archivos de un proyecto a lo largo del tiempo.</a:t>
            </a:r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29CCAA85-153A-FD9E-85B2-5001EAAE2D93}"/>
              </a:ext>
            </a:extLst>
          </p:cNvPr>
          <p:cNvGrpSpPr/>
          <p:nvPr/>
        </p:nvGrpSpPr>
        <p:grpSpPr>
          <a:xfrm>
            <a:off x="-228601" y="-478361"/>
            <a:ext cx="2905050" cy="1476032"/>
            <a:chOff x="-228601" y="-478361"/>
            <a:chExt cx="2905050" cy="1476032"/>
          </a:xfrm>
        </p:grpSpPr>
        <p:grpSp>
          <p:nvGrpSpPr>
            <p:cNvPr id="15" name="Group 10">
              <a:extLst>
                <a:ext uri="{FF2B5EF4-FFF2-40B4-BE49-F238E27FC236}">
                  <a16:creationId xmlns:a16="http://schemas.microsoft.com/office/drawing/2014/main" id="{E0585BB4-3AC4-D039-7F76-4C9D16510CAD}"/>
                </a:ext>
              </a:extLst>
            </p:cNvPr>
            <p:cNvGrpSpPr/>
            <p:nvPr/>
          </p:nvGrpSpPr>
          <p:grpSpPr>
            <a:xfrm>
              <a:off x="-228601" y="-478361"/>
              <a:ext cx="2905050" cy="1221311"/>
              <a:chOff x="0" y="0"/>
              <a:chExt cx="1355852" cy="720510"/>
            </a:xfrm>
          </p:grpSpPr>
          <p:sp>
            <p:nvSpPr>
              <p:cNvPr id="17" name="Freeform 11">
                <a:extLst>
                  <a:ext uri="{FF2B5EF4-FFF2-40B4-BE49-F238E27FC236}">
                    <a16:creationId xmlns:a16="http://schemas.microsoft.com/office/drawing/2014/main" id="{0CAC4A7D-75F3-668B-C809-3EB78CA5AD10}"/>
                  </a:ext>
                </a:extLst>
              </p:cNvPr>
              <p:cNvSpPr/>
              <p:nvPr/>
            </p:nvSpPr>
            <p:spPr>
              <a:xfrm>
                <a:off x="0" y="0"/>
                <a:ext cx="1355852" cy="720510"/>
              </a:xfrm>
              <a:custGeom>
                <a:avLst/>
                <a:gdLst/>
                <a:ahLst/>
                <a:cxnLst/>
                <a:rect l="l" t="t" r="r" b="b"/>
                <a:pathLst>
                  <a:path w="1355852" h="720510">
                    <a:moveTo>
                      <a:pt x="150387" y="0"/>
                    </a:moveTo>
                    <a:lnTo>
                      <a:pt x="1205465" y="0"/>
                    </a:lnTo>
                    <a:cubicBezTo>
                      <a:pt x="1245350" y="0"/>
                      <a:pt x="1283602" y="15844"/>
                      <a:pt x="1311805" y="44047"/>
                    </a:cubicBezTo>
                    <a:cubicBezTo>
                      <a:pt x="1340008" y="72250"/>
                      <a:pt x="1355852" y="110502"/>
                      <a:pt x="1355852" y="150387"/>
                    </a:cubicBezTo>
                    <a:lnTo>
                      <a:pt x="1355852" y="570123"/>
                    </a:lnTo>
                    <a:cubicBezTo>
                      <a:pt x="1355852" y="653179"/>
                      <a:pt x="1288522" y="720510"/>
                      <a:pt x="1205465" y="720510"/>
                    </a:cubicBezTo>
                    <a:lnTo>
                      <a:pt x="150387" y="720510"/>
                    </a:lnTo>
                    <a:cubicBezTo>
                      <a:pt x="67331" y="720510"/>
                      <a:pt x="0" y="653179"/>
                      <a:pt x="0" y="570123"/>
                    </a:cubicBezTo>
                    <a:lnTo>
                      <a:pt x="0" y="150387"/>
                    </a:lnTo>
                    <a:cubicBezTo>
                      <a:pt x="0" y="67331"/>
                      <a:pt x="67331" y="0"/>
                      <a:pt x="150387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18" name="TextBox 12">
                <a:extLst>
                  <a:ext uri="{FF2B5EF4-FFF2-40B4-BE49-F238E27FC236}">
                    <a16:creationId xmlns:a16="http://schemas.microsoft.com/office/drawing/2014/main" id="{765F4816-2659-EAFB-CEB9-4F7CA6D13D5D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5852" cy="739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pic>
          <p:nvPicPr>
            <p:cNvPr id="16" name="Imagen 15">
              <a:extLst>
                <a:ext uri="{FF2B5EF4-FFF2-40B4-BE49-F238E27FC236}">
                  <a16:creationId xmlns:a16="http://schemas.microsoft.com/office/drawing/2014/main" id="{FFBB01A7-F8C4-AC86-78B9-70FC6159C1C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1" y="-375754"/>
              <a:ext cx="1373425" cy="1373425"/>
            </a:xfrm>
            <a:prstGeom prst="rect">
              <a:avLst/>
            </a:prstGeom>
          </p:spPr>
        </p:pic>
      </p:grp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/>
          <p:cNvGrpSpPr/>
          <p:nvPr/>
        </p:nvGrpSpPr>
        <p:grpSpPr>
          <a:xfrm>
            <a:off x="-698849" y="9575651"/>
            <a:ext cx="19685699" cy="2666805"/>
            <a:chOff x="0" y="0"/>
            <a:chExt cx="5184711" cy="70236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698849" y="-1923855"/>
            <a:ext cx="19685699" cy="2666805"/>
            <a:chOff x="0" y="0"/>
            <a:chExt cx="5184711" cy="70236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5872392" y="2091327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0" name="Freeform 10"/>
          <p:cNvSpPr/>
          <p:nvPr/>
        </p:nvSpPr>
        <p:spPr>
          <a:xfrm>
            <a:off x="16901092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1" name="Freeform 11"/>
          <p:cNvSpPr/>
          <p:nvPr/>
        </p:nvSpPr>
        <p:spPr>
          <a:xfrm flipH="1">
            <a:off x="-1389129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2" name="Freeform 12"/>
          <p:cNvSpPr/>
          <p:nvPr/>
        </p:nvSpPr>
        <p:spPr>
          <a:xfrm flipH="1">
            <a:off x="-360429" y="2459791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3" name="AutoShape 13"/>
          <p:cNvSpPr/>
          <p:nvPr/>
        </p:nvSpPr>
        <p:spPr>
          <a:xfrm flipV="1">
            <a:off x="4725631" y="5356112"/>
            <a:ext cx="8757562" cy="27870"/>
          </a:xfrm>
          <a:prstGeom prst="line">
            <a:avLst/>
          </a:prstGeom>
          <a:ln w="57150" cap="flat">
            <a:solidFill>
              <a:srgbClr val="F15226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grpSp>
        <p:nvGrpSpPr>
          <p:cNvPr id="14" name="Group 14"/>
          <p:cNvGrpSpPr/>
          <p:nvPr/>
        </p:nvGrpSpPr>
        <p:grpSpPr>
          <a:xfrm>
            <a:off x="2805121" y="4423727"/>
            <a:ext cx="1920510" cy="1920510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t="-15639" r="-109670" b="-15405"/>
              </a:stretch>
            </a:blipFill>
            <a:ln w="85725" cap="sq">
              <a:solidFill>
                <a:srgbClr val="F15226"/>
              </a:solidFill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3483193" y="4395857"/>
            <a:ext cx="1920510" cy="1920510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  <a:ln w="85725" cap="sq">
              <a:solidFill>
                <a:srgbClr val="F15226"/>
              </a:solidFill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5178498" y="1047750"/>
            <a:ext cx="7383298" cy="27209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717"/>
              </a:lnSpc>
            </a:pPr>
            <a:r>
              <a:rPr lang="en-US" sz="9160" b="1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¿CUÁL ES LA DIFERENCIA?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533346" y="4688121"/>
            <a:ext cx="6673602" cy="523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4199"/>
              </a:lnSpc>
            </a:pPr>
            <a:r>
              <a:rPr lang="en-US" sz="2999" i="1" spc="-80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Git vs Github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58710" y="6625913"/>
            <a:ext cx="5171683" cy="2095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4199"/>
              </a:lnSpc>
            </a:pPr>
            <a:r>
              <a:rPr lang="en-US" sz="2999" spc="-8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 el</a:t>
            </a:r>
            <a:r>
              <a:rPr lang="en-US" sz="2999" u="none" strike="noStrike" spc="-8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software de línea de comandos que </a:t>
            </a:r>
            <a:r>
              <a:rPr lang="en-US" sz="2999" b="1" u="none" strike="noStrike" spc="-80">
                <a:solidFill>
                  <a:srgbClr val="0CC0DF"/>
                </a:solidFill>
                <a:latin typeface="Poppins Bold"/>
                <a:ea typeface="Poppins Bold"/>
                <a:cs typeface="Poppins Bold"/>
                <a:sym typeface="Poppins Bold"/>
              </a:rPr>
              <a:t>gestiona el control de versiones</a:t>
            </a:r>
            <a:r>
              <a:rPr lang="en-US" sz="2999" u="none" strike="noStrike" spc="-8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localmente en tu equipo.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857607" y="6571349"/>
            <a:ext cx="5171683" cy="2095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4199"/>
              </a:lnSpc>
            </a:pPr>
            <a:r>
              <a:rPr lang="en-US" sz="2999" spc="-8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 el</a:t>
            </a:r>
            <a:r>
              <a:rPr lang="en-US" sz="2999" u="none" strike="noStrike" spc="-8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servicio web que </a:t>
            </a:r>
            <a:r>
              <a:rPr lang="en-US" sz="2999" b="1" u="none" strike="noStrike" spc="-80">
                <a:solidFill>
                  <a:srgbClr val="0CC0DF"/>
                </a:solidFill>
                <a:latin typeface="Poppins Bold"/>
                <a:ea typeface="Poppins Bold"/>
                <a:cs typeface="Poppins Bold"/>
                <a:sym typeface="Poppins Bold"/>
              </a:rPr>
              <a:t>almacena los proyectos de Git</a:t>
            </a:r>
            <a:r>
              <a:rPr lang="en-US" sz="2999" u="none" strike="noStrike" spc="-8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para su distribución y trabajo en equipo.</a:t>
            </a:r>
          </a:p>
        </p:txBody>
      </p:sp>
      <p:grpSp>
        <p:nvGrpSpPr>
          <p:cNvPr id="22" name="Grupo 21">
            <a:extLst>
              <a:ext uri="{FF2B5EF4-FFF2-40B4-BE49-F238E27FC236}">
                <a16:creationId xmlns:a16="http://schemas.microsoft.com/office/drawing/2014/main" id="{DF99E422-1B46-F316-A975-EF0886547852}"/>
              </a:ext>
            </a:extLst>
          </p:cNvPr>
          <p:cNvGrpSpPr/>
          <p:nvPr/>
        </p:nvGrpSpPr>
        <p:grpSpPr>
          <a:xfrm>
            <a:off x="-228601" y="-478361"/>
            <a:ext cx="2905050" cy="1476032"/>
            <a:chOff x="-228601" y="-478361"/>
            <a:chExt cx="2905050" cy="1476032"/>
          </a:xfrm>
        </p:grpSpPr>
        <p:grpSp>
          <p:nvGrpSpPr>
            <p:cNvPr id="23" name="Group 10">
              <a:extLst>
                <a:ext uri="{FF2B5EF4-FFF2-40B4-BE49-F238E27FC236}">
                  <a16:creationId xmlns:a16="http://schemas.microsoft.com/office/drawing/2014/main" id="{D78B04C2-573E-A5EF-D1AD-5FA2F74C3DCD}"/>
                </a:ext>
              </a:extLst>
            </p:cNvPr>
            <p:cNvGrpSpPr/>
            <p:nvPr/>
          </p:nvGrpSpPr>
          <p:grpSpPr>
            <a:xfrm>
              <a:off x="-228601" y="-478361"/>
              <a:ext cx="2905050" cy="1221311"/>
              <a:chOff x="0" y="0"/>
              <a:chExt cx="1355852" cy="720510"/>
            </a:xfrm>
          </p:grpSpPr>
          <p:sp>
            <p:nvSpPr>
              <p:cNvPr id="25" name="Freeform 11">
                <a:extLst>
                  <a:ext uri="{FF2B5EF4-FFF2-40B4-BE49-F238E27FC236}">
                    <a16:creationId xmlns:a16="http://schemas.microsoft.com/office/drawing/2014/main" id="{14F9D490-D524-798F-0369-0BF5628CD9FB}"/>
                  </a:ext>
                </a:extLst>
              </p:cNvPr>
              <p:cNvSpPr/>
              <p:nvPr/>
            </p:nvSpPr>
            <p:spPr>
              <a:xfrm>
                <a:off x="0" y="0"/>
                <a:ext cx="1355852" cy="720510"/>
              </a:xfrm>
              <a:custGeom>
                <a:avLst/>
                <a:gdLst/>
                <a:ahLst/>
                <a:cxnLst/>
                <a:rect l="l" t="t" r="r" b="b"/>
                <a:pathLst>
                  <a:path w="1355852" h="720510">
                    <a:moveTo>
                      <a:pt x="150387" y="0"/>
                    </a:moveTo>
                    <a:lnTo>
                      <a:pt x="1205465" y="0"/>
                    </a:lnTo>
                    <a:cubicBezTo>
                      <a:pt x="1245350" y="0"/>
                      <a:pt x="1283602" y="15844"/>
                      <a:pt x="1311805" y="44047"/>
                    </a:cubicBezTo>
                    <a:cubicBezTo>
                      <a:pt x="1340008" y="72250"/>
                      <a:pt x="1355852" y="110502"/>
                      <a:pt x="1355852" y="150387"/>
                    </a:cubicBezTo>
                    <a:lnTo>
                      <a:pt x="1355852" y="570123"/>
                    </a:lnTo>
                    <a:cubicBezTo>
                      <a:pt x="1355852" y="653179"/>
                      <a:pt x="1288522" y="720510"/>
                      <a:pt x="1205465" y="720510"/>
                    </a:cubicBezTo>
                    <a:lnTo>
                      <a:pt x="150387" y="720510"/>
                    </a:lnTo>
                    <a:cubicBezTo>
                      <a:pt x="67331" y="720510"/>
                      <a:pt x="0" y="653179"/>
                      <a:pt x="0" y="570123"/>
                    </a:cubicBezTo>
                    <a:lnTo>
                      <a:pt x="0" y="150387"/>
                    </a:lnTo>
                    <a:cubicBezTo>
                      <a:pt x="0" y="67331"/>
                      <a:pt x="67331" y="0"/>
                      <a:pt x="150387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26" name="TextBox 12">
                <a:extLst>
                  <a:ext uri="{FF2B5EF4-FFF2-40B4-BE49-F238E27FC236}">
                    <a16:creationId xmlns:a16="http://schemas.microsoft.com/office/drawing/2014/main" id="{EB7CC338-1851-C342-39A9-90B8AC3FE5DB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5852" cy="739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pic>
          <p:nvPicPr>
            <p:cNvPr id="24" name="Imagen 23">
              <a:extLst>
                <a:ext uri="{FF2B5EF4-FFF2-40B4-BE49-F238E27FC236}">
                  <a16:creationId xmlns:a16="http://schemas.microsoft.com/office/drawing/2014/main" id="{02A6F828-0917-947D-E032-EEEE196CCCA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1" y="-375754"/>
              <a:ext cx="1373425" cy="1373425"/>
            </a:xfrm>
            <a:prstGeom prst="rect">
              <a:avLst/>
            </a:prstGeom>
          </p:spPr>
        </p:pic>
      </p:grp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/>
          <p:cNvGrpSpPr/>
          <p:nvPr/>
        </p:nvGrpSpPr>
        <p:grpSpPr>
          <a:xfrm>
            <a:off x="8953781" y="-5222082"/>
            <a:ext cx="9375908" cy="20731164"/>
            <a:chOff x="0" y="0"/>
            <a:chExt cx="2469375" cy="546006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69375" cy="5460060"/>
            </a:xfrm>
            <a:custGeom>
              <a:avLst/>
              <a:gdLst/>
              <a:ahLst/>
              <a:cxnLst/>
              <a:rect l="l" t="t" r="r" b="b"/>
              <a:pathLst>
                <a:path w="2469375" h="5460060">
                  <a:moveTo>
                    <a:pt x="0" y="0"/>
                  </a:moveTo>
                  <a:lnTo>
                    <a:pt x="2469375" y="0"/>
                  </a:lnTo>
                  <a:lnTo>
                    <a:pt x="2469375" y="5460060"/>
                  </a:lnTo>
                  <a:lnTo>
                    <a:pt x="0" y="5460060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2469375" cy="54791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4365501" y="6756389"/>
            <a:ext cx="5033814" cy="3130138"/>
            <a:chOff x="0" y="0"/>
            <a:chExt cx="1974165" cy="122758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74165" cy="1227580"/>
            </a:xfrm>
            <a:custGeom>
              <a:avLst/>
              <a:gdLst/>
              <a:ahLst/>
              <a:cxnLst/>
              <a:rect l="l" t="t" r="r" b="b"/>
              <a:pathLst>
                <a:path w="1974165" h="1227580">
                  <a:moveTo>
                    <a:pt x="35374" y="0"/>
                  </a:moveTo>
                  <a:lnTo>
                    <a:pt x="1938791" y="0"/>
                  </a:lnTo>
                  <a:cubicBezTo>
                    <a:pt x="1958328" y="0"/>
                    <a:pt x="1974165" y="15837"/>
                    <a:pt x="1974165" y="35374"/>
                  </a:cubicBezTo>
                  <a:lnTo>
                    <a:pt x="1974165" y="1192206"/>
                  </a:lnTo>
                  <a:cubicBezTo>
                    <a:pt x="1974165" y="1211742"/>
                    <a:pt x="1958328" y="1227580"/>
                    <a:pt x="1938791" y="1227580"/>
                  </a:cubicBezTo>
                  <a:lnTo>
                    <a:pt x="35374" y="1227580"/>
                  </a:lnTo>
                  <a:cubicBezTo>
                    <a:pt x="15837" y="1227580"/>
                    <a:pt x="0" y="1211742"/>
                    <a:pt x="0" y="1192206"/>
                  </a:cubicBezTo>
                  <a:lnTo>
                    <a:pt x="0" y="35374"/>
                  </a:lnTo>
                  <a:cubicBezTo>
                    <a:pt x="0" y="15837"/>
                    <a:pt x="15837" y="0"/>
                    <a:pt x="35374" y="0"/>
                  </a:cubicBezTo>
                  <a:close/>
                </a:path>
              </a:pathLst>
            </a:custGeom>
            <a:blipFill>
              <a:blip r:embed="rId3"/>
              <a:stretch>
                <a:fillRect l="-5334" r="-5334"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601583" y="6756389"/>
            <a:ext cx="3244048" cy="3130138"/>
            <a:chOff x="0" y="0"/>
            <a:chExt cx="1272253" cy="122758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72253" cy="1227580"/>
            </a:xfrm>
            <a:custGeom>
              <a:avLst/>
              <a:gdLst/>
              <a:ahLst/>
              <a:cxnLst/>
              <a:rect l="l" t="t" r="r" b="b"/>
              <a:pathLst>
                <a:path w="1272253" h="1227580">
                  <a:moveTo>
                    <a:pt x="54889" y="0"/>
                  </a:moveTo>
                  <a:lnTo>
                    <a:pt x="1217363" y="0"/>
                  </a:lnTo>
                  <a:cubicBezTo>
                    <a:pt x="1247678" y="0"/>
                    <a:pt x="1272253" y="24575"/>
                    <a:pt x="1272253" y="54889"/>
                  </a:cubicBezTo>
                  <a:lnTo>
                    <a:pt x="1272253" y="1172690"/>
                  </a:lnTo>
                  <a:cubicBezTo>
                    <a:pt x="1272253" y="1187248"/>
                    <a:pt x="1266470" y="1201209"/>
                    <a:pt x="1256176" y="1211503"/>
                  </a:cubicBezTo>
                  <a:cubicBezTo>
                    <a:pt x="1245882" y="1221797"/>
                    <a:pt x="1231921" y="1227580"/>
                    <a:pt x="1217363" y="1227580"/>
                  </a:cubicBezTo>
                  <a:lnTo>
                    <a:pt x="54889" y="1227580"/>
                  </a:lnTo>
                  <a:cubicBezTo>
                    <a:pt x="24575" y="1227580"/>
                    <a:pt x="0" y="1203005"/>
                    <a:pt x="0" y="1172690"/>
                  </a:cubicBezTo>
                  <a:lnTo>
                    <a:pt x="0" y="54889"/>
                  </a:lnTo>
                  <a:cubicBezTo>
                    <a:pt x="0" y="24575"/>
                    <a:pt x="24575" y="0"/>
                    <a:pt x="54889" y="0"/>
                  </a:cubicBezTo>
                  <a:close/>
                </a:path>
              </a:pathLst>
            </a:custGeom>
            <a:blipFill>
              <a:blip r:embed="rId4"/>
              <a:stretch>
                <a:fillRect t="-1819" b="-1819"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028700" y="1047750"/>
            <a:ext cx="7552018" cy="27209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17"/>
              </a:lnSpc>
            </a:pPr>
            <a:r>
              <a:rPr lang="en-US" sz="9160" b="1" dirty="0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¿QUÉ ES GITHUB?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4077768"/>
            <a:ext cx="6673602" cy="19958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n-US" sz="2799" spc="-7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GitHub e</a:t>
            </a:r>
            <a:r>
              <a:rPr lang="en-US" sz="2799" u="none" strike="noStrike" spc="-7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 una plataforma basada en la nube diseñada para alojar repositorios de Git y facilitar la gestión de proyectos.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959958" y="1636712"/>
            <a:ext cx="7299342" cy="49678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6" lvl="1" indent="-302258" algn="l">
              <a:lnSpc>
                <a:spcPts val="3919"/>
              </a:lnSpc>
              <a:buFont typeface="Arial"/>
              <a:buChar char="•"/>
            </a:pP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Perm</a:t>
            </a:r>
            <a:r>
              <a:rPr lang="en-US" sz="2799" u="none" strike="noStrike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ite la </a:t>
            </a:r>
            <a:r>
              <a:rPr lang="en-US" sz="2799" u="none" strike="noStrike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colaboración</a:t>
            </a:r>
            <a:r>
              <a:rPr lang="en-US" sz="2799" u="none" strike="noStrike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u="none" strike="noStrike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simultánea</a:t>
            </a:r>
            <a:r>
              <a:rPr lang="en-US" sz="2799" u="none" strike="noStrike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entre </a:t>
            </a:r>
            <a:r>
              <a:rPr lang="en-US" sz="2799" u="none" strike="noStrike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múltiples</a:t>
            </a:r>
            <a:r>
              <a:rPr lang="en-US" sz="2799" u="none" strike="noStrike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u="none" strike="noStrike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desarrolladores</a:t>
            </a:r>
            <a:r>
              <a:rPr lang="en-US" sz="2799" u="none" strike="noStrike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algn="l">
              <a:lnSpc>
                <a:spcPts val="3919"/>
              </a:lnSpc>
            </a:pPr>
            <a:endParaRPr lang="en-US" sz="2799" u="none" strike="noStrike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604516" lvl="1" indent="-302258" algn="l">
              <a:lnSpc>
                <a:spcPts val="3919"/>
              </a:lnSpc>
              <a:buFont typeface="Arial"/>
              <a:buChar char="•"/>
            </a:pPr>
            <a:r>
              <a:rPr lang="en-US" sz="2799" u="none" strike="noStrike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Actúa</a:t>
            </a:r>
            <a:r>
              <a:rPr lang="en-US" sz="2799" u="none" strike="noStrike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u="none" strike="noStrike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como</a:t>
            </a:r>
            <a:r>
              <a:rPr lang="en-US" sz="2799" u="none" strike="noStrike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un </a:t>
            </a:r>
            <a:r>
              <a:rPr lang="en-US" sz="2799" u="none" strike="noStrike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respaldo</a:t>
            </a:r>
            <a:r>
              <a:rPr lang="en-US" sz="2799" u="none" strike="noStrike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u="none" strike="noStrike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remoto</a:t>
            </a:r>
            <a:r>
              <a:rPr lang="en-US" sz="2799" u="none" strike="noStrike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y </a:t>
            </a:r>
            <a:r>
              <a:rPr lang="en-US" sz="2799" u="none" strike="noStrike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centralizado</a:t>
            </a:r>
            <a:r>
              <a:rPr lang="en-US" sz="2799" u="none" strike="noStrike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del </a:t>
            </a:r>
            <a:r>
              <a:rPr lang="en-US" sz="2799" u="none" strike="noStrike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código</a:t>
            </a:r>
            <a:r>
              <a:rPr lang="en-US" sz="2799" u="none" strike="noStrike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algn="l">
              <a:lnSpc>
                <a:spcPts val="3919"/>
              </a:lnSpc>
            </a:pPr>
            <a:endParaRPr lang="en-US" sz="2799" u="none" strike="noStrike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604516" lvl="1" indent="-302258" algn="l">
              <a:lnSpc>
                <a:spcPts val="3919"/>
              </a:lnSpc>
              <a:buFont typeface="Arial"/>
              <a:buChar char="•"/>
            </a:pPr>
            <a:r>
              <a:rPr lang="en-US" sz="2799" u="none" strike="noStrike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Requiere</a:t>
            </a:r>
            <a:r>
              <a:rPr lang="en-US" sz="2799" u="none" strike="noStrike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u="none" strike="noStrike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conexión</a:t>
            </a:r>
            <a:r>
              <a:rPr lang="en-US" sz="2799" u="none" strike="noStrike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a internet para </a:t>
            </a:r>
            <a:r>
              <a:rPr lang="en-US" sz="2799" u="none" strike="noStrike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sincronizar</a:t>
            </a:r>
            <a:r>
              <a:rPr lang="en-US" sz="2799" u="none" strike="noStrike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u="none" strike="noStrike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los</a:t>
            </a:r>
            <a:r>
              <a:rPr lang="en-US" sz="2799" u="none" strike="noStrike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u="none" strike="noStrike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cambios</a:t>
            </a:r>
            <a:r>
              <a:rPr lang="en-US" sz="2799" u="none" strike="noStrike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con el </a:t>
            </a:r>
            <a:r>
              <a:rPr lang="en-US" sz="2799" u="none" strike="noStrike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entorno</a:t>
            </a:r>
            <a:r>
              <a:rPr lang="en-US" sz="2799" u="none" strike="noStrike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local.</a:t>
            </a:r>
          </a:p>
          <a:p>
            <a:pPr algn="l">
              <a:lnSpc>
                <a:spcPts val="3919"/>
              </a:lnSpc>
            </a:pPr>
            <a:endParaRPr lang="en-US" sz="2799" u="none" strike="noStrike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75A1EB50-7DB2-83F6-42D6-62F186A8CB30}"/>
              </a:ext>
            </a:extLst>
          </p:cNvPr>
          <p:cNvGrpSpPr/>
          <p:nvPr/>
        </p:nvGrpSpPr>
        <p:grpSpPr>
          <a:xfrm>
            <a:off x="-228601" y="-478361"/>
            <a:ext cx="2905050" cy="1476032"/>
            <a:chOff x="-228601" y="-478361"/>
            <a:chExt cx="2905050" cy="1476032"/>
          </a:xfrm>
        </p:grpSpPr>
        <p:grpSp>
          <p:nvGrpSpPr>
            <p:cNvPr id="16" name="Group 10">
              <a:extLst>
                <a:ext uri="{FF2B5EF4-FFF2-40B4-BE49-F238E27FC236}">
                  <a16:creationId xmlns:a16="http://schemas.microsoft.com/office/drawing/2014/main" id="{68FE5C2F-DCA6-3F25-6280-2145DAB03AF9}"/>
                </a:ext>
              </a:extLst>
            </p:cNvPr>
            <p:cNvGrpSpPr/>
            <p:nvPr/>
          </p:nvGrpSpPr>
          <p:grpSpPr>
            <a:xfrm>
              <a:off x="-228601" y="-478361"/>
              <a:ext cx="2905050" cy="1221311"/>
              <a:chOff x="0" y="0"/>
              <a:chExt cx="1355852" cy="720510"/>
            </a:xfrm>
          </p:grpSpPr>
          <p:sp>
            <p:nvSpPr>
              <p:cNvPr id="18" name="Freeform 11">
                <a:extLst>
                  <a:ext uri="{FF2B5EF4-FFF2-40B4-BE49-F238E27FC236}">
                    <a16:creationId xmlns:a16="http://schemas.microsoft.com/office/drawing/2014/main" id="{5BC7319B-DD78-D492-3F5F-544A8B4C747D}"/>
                  </a:ext>
                </a:extLst>
              </p:cNvPr>
              <p:cNvSpPr/>
              <p:nvPr/>
            </p:nvSpPr>
            <p:spPr>
              <a:xfrm>
                <a:off x="0" y="0"/>
                <a:ext cx="1355852" cy="720510"/>
              </a:xfrm>
              <a:custGeom>
                <a:avLst/>
                <a:gdLst/>
                <a:ahLst/>
                <a:cxnLst/>
                <a:rect l="l" t="t" r="r" b="b"/>
                <a:pathLst>
                  <a:path w="1355852" h="720510">
                    <a:moveTo>
                      <a:pt x="150387" y="0"/>
                    </a:moveTo>
                    <a:lnTo>
                      <a:pt x="1205465" y="0"/>
                    </a:lnTo>
                    <a:cubicBezTo>
                      <a:pt x="1245350" y="0"/>
                      <a:pt x="1283602" y="15844"/>
                      <a:pt x="1311805" y="44047"/>
                    </a:cubicBezTo>
                    <a:cubicBezTo>
                      <a:pt x="1340008" y="72250"/>
                      <a:pt x="1355852" y="110502"/>
                      <a:pt x="1355852" y="150387"/>
                    </a:cubicBezTo>
                    <a:lnTo>
                      <a:pt x="1355852" y="570123"/>
                    </a:lnTo>
                    <a:cubicBezTo>
                      <a:pt x="1355852" y="653179"/>
                      <a:pt x="1288522" y="720510"/>
                      <a:pt x="1205465" y="720510"/>
                    </a:cubicBezTo>
                    <a:lnTo>
                      <a:pt x="150387" y="720510"/>
                    </a:lnTo>
                    <a:cubicBezTo>
                      <a:pt x="67331" y="720510"/>
                      <a:pt x="0" y="653179"/>
                      <a:pt x="0" y="570123"/>
                    </a:cubicBezTo>
                    <a:lnTo>
                      <a:pt x="0" y="150387"/>
                    </a:lnTo>
                    <a:cubicBezTo>
                      <a:pt x="0" y="67331"/>
                      <a:pt x="67331" y="0"/>
                      <a:pt x="150387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19" name="TextBox 12">
                <a:extLst>
                  <a:ext uri="{FF2B5EF4-FFF2-40B4-BE49-F238E27FC236}">
                    <a16:creationId xmlns:a16="http://schemas.microsoft.com/office/drawing/2014/main" id="{A9CA32CF-2581-DB5B-3588-4D7179C69848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5852" cy="739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pic>
          <p:nvPicPr>
            <p:cNvPr id="17" name="Imagen 16">
              <a:extLst>
                <a:ext uri="{FF2B5EF4-FFF2-40B4-BE49-F238E27FC236}">
                  <a16:creationId xmlns:a16="http://schemas.microsoft.com/office/drawing/2014/main" id="{DCD0D147-C81E-464B-C0F0-B9B0F615D34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1" y="-375754"/>
              <a:ext cx="1373425" cy="1373425"/>
            </a:xfrm>
            <a:prstGeom prst="rect">
              <a:avLst/>
            </a:prstGeom>
          </p:spPr>
        </p:pic>
      </p:grp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E4433C-6C75-759A-C720-64A87F5B8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458D217-C942-8898-3A3C-D8B92AE27421}"/>
              </a:ext>
            </a:extLst>
          </p:cNvPr>
          <p:cNvSpPr/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 dirty="0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4041DAAB-72F9-5BE0-9869-F53C563D2672}"/>
              </a:ext>
            </a:extLst>
          </p:cNvPr>
          <p:cNvGrpSpPr/>
          <p:nvPr/>
        </p:nvGrpSpPr>
        <p:grpSpPr>
          <a:xfrm>
            <a:off x="8953781" y="-5222082"/>
            <a:ext cx="9375908" cy="20731164"/>
            <a:chOff x="0" y="0"/>
            <a:chExt cx="2469375" cy="5460060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EBF30E77-25D5-C067-1385-9EAB57C458C4}"/>
                </a:ext>
              </a:extLst>
            </p:cNvPr>
            <p:cNvSpPr/>
            <p:nvPr/>
          </p:nvSpPr>
          <p:spPr>
            <a:xfrm>
              <a:off x="0" y="0"/>
              <a:ext cx="2469375" cy="5460060"/>
            </a:xfrm>
            <a:custGeom>
              <a:avLst/>
              <a:gdLst/>
              <a:ahLst/>
              <a:cxnLst/>
              <a:rect l="l" t="t" r="r" b="b"/>
              <a:pathLst>
                <a:path w="2469375" h="5460060">
                  <a:moveTo>
                    <a:pt x="0" y="0"/>
                  </a:moveTo>
                  <a:lnTo>
                    <a:pt x="2469375" y="0"/>
                  </a:lnTo>
                  <a:lnTo>
                    <a:pt x="2469375" y="5460060"/>
                  </a:lnTo>
                  <a:lnTo>
                    <a:pt x="0" y="5460060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 dirty="0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BD907E90-B01C-62E2-6304-E7A81931379A}"/>
                </a:ext>
              </a:extLst>
            </p:cNvPr>
            <p:cNvSpPr txBox="1"/>
            <p:nvPr/>
          </p:nvSpPr>
          <p:spPr>
            <a:xfrm>
              <a:off x="0" y="-19050"/>
              <a:ext cx="2469375" cy="54791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2ACBE08C-79EB-AF2C-DBA8-4A812EB6AAB6}"/>
              </a:ext>
            </a:extLst>
          </p:cNvPr>
          <p:cNvGrpSpPr/>
          <p:nvPr/>
        </p:nvGrpSpPr>
        <p:grpSpPr>
          <a:xfrm>
            <a:off x="874461" y="7246244"/>
            <a:ext cx="2824565" cy="2489734"/>
            <a:chOff x="-59838" y="2299"/>
            <a:chExt cx="1272253" cy="122758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9B047DDC-8ED7-9AD0-1A37-F8829211853C}"/>
                </a:ext>
              </a:extLst>
            </p:cNvPr>
            <p:cNvSpPr/>
            <p:nvPr/>
          </p:nvSpPr>
          <p:spPr>
            <a:xfrm>
              <a:off x="-59838" y="2299"/>
              <a:ext cx="1272253" cy="1227580"/>
            </a:xfrm>
            <a:custGeom>
              <a:avLst/>
              <a:gdLst/>
              <a:ahLst/>
              <a:cxnLst/>
              <a:rect l="l" t="t" r="r" b="b"/>
              <a:pathLst>
                <a:path w="1272253" h="1227580">
                  <a:moveTo>
                    <a:pt x="54889" y="0"/>
                  </a:moveTo>
                  <a:lnTo>
                    <a:pt x="1217363" y="0"/>
                  </a:lnTo>
                  <a:cubicBezTo>
                    <a:pt x="1247678" y="0"/>
                    <a:pt x="1272253" y="24575"/>
                    <a:pt x="1272253" y="54889"/>
                  </a:cubicBezTo>
                  <a:lnTo>
                    <a:pt x="1272253" y="1172690"/>
                  </a:lnTo>
                  <a:cubicBezTo>
                    <a:pt x="1272253" y="1187248"/>
                    <a:pt x="1266470" y="1201209"/>
                    <a:pt x="1256176" y="1211503"/>
                  </a:cubicBezTo>
                  <a:cubicBezTo>
                    <a:pt x="1245882" y="1221797"/>
                    <a:pt x="1231921" y="1227580"/>
                    <a:pt x="1217363" y="1227580"/>
                  </a:cubicBezTo>
                  <a:lnTo>
                    <a:pt x="54889" y="1227580"/>
                  </a:lnTo>
                  <a:cubicBezTo>
                    <a:pt x="24575" y="1227580"/>
                    <a:pt x="0" y="1203005"/>
                    <a:pt x="0" y="1172690"/>
                  </a:cubicBezTo>
                  <a:lnTo>
                    <a:pt x="0" y="54889"/>
                  </a:lnTo>
                  <a:cubicBezTo>
                    <a:pt x="0" y="24575"/>
                    <a:pt x="24575" y="0"/>
                    <a:pt x="54889" y="0"/>
                  </a:cubicBezTo>
                  <a:close/>
                </a:path>
              </a:pathLst>
            </a:custGeom>
            <a:blipFill>
              <a:blip r:embed="rId3"/>
              <a:stretch>
                <a:fillRect t="-1819" b="-1819"/>
              </a:stretch>
            </a:blipFill>
          </p:spPr>
          <p:txBody>
            <a:bodyPr/>
            <a:lstStyle/>
            <a:p>
              <a:endParaRPr lang="es-MX" dirty="0"/>
            </a:p>
          </p:txBody>
        </p:sp>
      </p:grpSp>
      <p:sp>
        <p:nvSpPr>
          <p:cNvPr id="10" name="TextBox 10">
            <a:extLst>
              <a:ext uri="{FF2B5EF4-FFF2-40B4-BE49-F238E27FC236}">
                <a16:creationId xmlns:a16="http://schemas.microsoft.com/office/drawing/2014/main" id="{E43A23AD-F109-1DE9-6CCF-FED7974F69BE}"/>
              </a:ext>
            </a:extLst>
          </p:cNvPr>
          <p:cNvSpPr txBox="1"/>
          <p:nvPr/>
        </p:nvSpPr>
        <p:spPr>
          <a:xfrm>
            <a:off x="429885" y="1047750"/>
            <a:ext cx="7759024" cy="27443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717"/>
              </a:lnSpc>
            </a:pPr>
            <a:r>
              <a:rPr lang="en-US" sz="9160" b="1" dirty="0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¿SOLO EXISTE GITHUB?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03AAF19F-0546-5FC4-60AC-341F7D046575}"/>
              </a:ext>
            </a:extLst>
          </p:cNvPr>
          <p:cNvSpPr txBox="1"/>
          <p:nvPr/>
        </p:nvSpPr>
        <p:spPr>
          <a:xfrm>
            <a:off x="429884" y="4276291"/>
            <a:ext cx="8031406" cy="19759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Aunque GitHub es la plataforma más utilizada del mundo y el estándar en la industria,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Git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es un software libre que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puede conectarse con varios servicios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en la nube</a:t>
            </a:r>
            <a:endParaRPr lang="en-US" sz="2799" b="1" u="none" strike="noStrike" spc="-75" dirty="0">
              <a:solidFill>
                <a:srgbClr val="0CC0D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E6C9C314-9042-4E9E-8D35-3FD95800D12F}"/>
              </a:ext>
            </a:extLst>
          </p:cNvPr>
          <p:cNvSpPr txBox="1"/>
          <p:nvPr/>
        </p:nvSpPr>
        <p:spPr>
          <a:xfrm>
            <a:off x="9226163" y="1517061"/>
            <a:ext cx="8705888" cy="54769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04516" lvl="1" indent="-302258" algn="l">
              <a:lnSpc>
                <a:spcPts val="3919"/>
              </a:lnSpc>
              <a:buFont typeface="Arial"/>
              <a:buChar char="•"/>
            </a:pPr>
            <a:r>
              <a:rPr lang="es-MX" sz="2799" b="1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GitLab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: Muy popular en entornos empresariales por sus herramientas integradas de automatización y ciberseguridad.</a:t>
            </a:r>
          </a:p>
          <a:p>
            <a:pPr marL="302258" lvl="1" algn="l">
              <a:lnSpc>
                <a:spcPts val="3919"/>
              </a:lnSpc>
            </a:pPr>
            <a:endParaRPr lang="es-MX" sz="2799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604516" lvl="1" indent="-302258" algn="l">
              <a:lnSpc>
                <a:spcPts val="3919"/>
              </a:lnSpc>
              <a:buFont typeface="Arial"/>
              <a:buChar char="•"/>
            </a:pPr>
            <a:r>
              <a:rPr lang="es-MX" sz="2799" b="1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Bitbucket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: Diseñado para integrarse nativamente con herramientas de gestión laboral como Jira y Trello.</a:t>
            </a:r>
          </a:p>
          <a:p>
            <a:pPr marL="302258" lvl="1" algn="l">
              <a:lnSpc>
                <a:spcPts val="3919"/>
              </a:lnSpc>
            </a:pPr>
            <a:endParaRPr lang="es-MX" sz="2799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604516" lvl="1" indent="-302258" algn="l">
              <a:lnSpc>
                <a:spcPts val="3919"/>
              </a:lnSpc>
              <a:buFont typeface="Arial"/>
              <a:buChar char="•"/>
            </a:pPr>
            <a:r>
              <a:rPr lang="es-MX" sz="2799" b="1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Azure DevOps: 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Plataforma empresarial de Microsoft para el control de versiones y gestión de software.</a:t>
            </a:r>
            <a:endParaRPr lang="en-US" sz="2799" u="none" strike="noStrike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7" name="Grupo 16">
            <a:extLst>
              <a:ext uri="{FF2B5EF4-FFF2-40B4-BE49-F238E27FC236}">
                <a16:creationId xmlns:a16="http://schemas.microsoft.com/office/drawing/2014/main" id="{F399C245-C6AD-C6E8-E9A5-AA77A3C66112}"/>
              </a:ext>
            </a:extLst>
          </p:cNvPr>
          <p:cNvGrpSpPr/>
          <p:nvPr/>
        </p:nvGrpSpPr>
        <p:grpSpPr>
          <a:xfrm>
            <a:off x="9204737" y="7246244"/>
            <a:ext cx="4051321" cy="2513878"/>
            <a:chOff x="531165" y="6945822"/>
            <a:chExt cx="4421835" cy="2513878"/>
          </a:xfrm>
        </p:grpSpPr>
        <p:sp>
          <p:nvSpPr>
            <p:cNvPr id="16" name="Rectángulo: esquinas redondeadas 15">
              <a:extLst>
                <a:ext uri="{FF2B5EF4-FFF2-40B4-BE49-F238E27FC236}">
                  <a16:creationId xmlns:a16="http://schemas.microsoft.com/office/drawing/2014/main" id="{9638FB42-A805-3304-1ECC-4738BB67B78A}"/>
                </a:ext>
              </a:extLst>
            </p:cNvPr>
            <p:cNvSpPr/>
            <p:nvPr/>
          </p:nvSpPr>
          <p:spPr>
            <a:xfrm>
              <a:off x="534754" y="6969966"/>
              <a:ext cx="4418246" cy="2489734"/>
            </a:xfrm>
            <a:prstGeom prst="roundRect">
              <a:avLst/>
            </a:prstGeom>
            <a:solidFill>
              <a:srgbClr val="1B1F2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s-MX"/>
            </a:p>
          </p:txBody>
        </p:sp>
        <p:pic>
          <p:nvPicPr>
            <p:cNvPr id="14" name="Imagen 13" descr="Gitlab Logo and symbol, meaning, history, PNG, brand">
              <a:extLst>
                <a:ext uri="{FF2B5EF4-FFF2-40B4-BE49-F238E27FC236}">
                  <a16:creationId xmlns:a16="http://schemas.microsoft.com/office/drawing/2014/main" id="{EA1ECD02-E389-53A9-6CCB-D18DF16210A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1165" y="6945822"/>
              <a:ext cx="4416593" cy="2484334"/>
            </a:xfrm>
            <a:prstGeom prst="rect">
              <a:avLst/>
            </a:prstGeom>
          </p:spPr>
        </p:pic>
      </p:grpSp>
      <p:grpSp>
        <p:nvGrpSpPr>
          <p:cNvPr id="22" name="Grupo 21">
            <a:extLst>
              <a:ext uri="{FF2B5EF4-FFF2-40B4-BE49-F238E27FC236}">
                <a16:creationId xmlns:a16="http://schemas.microsoft.com/office/drawing/2014/main" id="{0A43EF4A-AF18-1F9B-A9A5-84AC0568F929}"/>
              </a:ext>
            </a:extLst>
          </p:cNvPr>
          <p:cNvGrpSpPr/>
          <p:nvPr/>
        </p:nvGrpSpPr>
        <p:grpSpPr>
          <a:xfrm>
            <a:off x="4035181" y="7204967"/>
            <a:ext cx="4651694" cy="2485058"/>
            <a:chOff x="9560676" y="7296449"/>
            <a:chExt cx="5450723" cy="2489734"/>
          </a:xfrm>
        </p:grpSpPr>
        <p:sp>
          <p:nvSpPr>
            <p:cNvPr id="20" name="Rectángulo: esquinas redondeadas 19">
              <a:extLst>
                <a:ext uri="{FF2B5EF4-FFF2-40B4-BE49-F238E27FC236}">
                  <a16:creationId xmlns:a16="http://schemas.microsoft.com/office/drawing/2014/main" id="{348EEC64-9081-1B62-9403-D7DAFA82AB11}"/>
                </a:ext>
              </a:extLst>
            </p:cNvPr>
            <p:cNvSpPr/>
            <p:nvPr/>
          </p:nvSpPr>
          <p:spPr>
            <a:xfrm>
              <a:off x="9560676" y="7296449"/>
              <a:ext cx="5450723" cy="2489734"/>
            </a:xfrm>
            <a:prstGeom prst="roundRect">
              <a:avLst/>
            </a:prstGeom>
            <a:solidFill>
              <a:srgbClr val="F1522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s-MX"/>
            </a:p>
          </p:txBody>
        </p:sp>
        <p:pic>
          <p:nvPicPr>
            <p:cNvPr id="18" name="Imagen 17" descr="Bitbucket official logo - Social media &amp; Logos Icons">
              <a:extLst>
                <a:ext uri="{FF2B5EF4-FFF2-40B4-BE49-F238E27FC236}">
                  <a16:creationId xmlns:a16="http://schemas.microsoft.com/office/drawing/2014/main" id="{95F4AC3E-6A81-EC0C-B962-97E083B6A2F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709019" y="7924407"/>
              <a:ext cx="4876800" cy="1209675"/>
            </a:xfrm>
            <a:prstGeom prst="rect">
              <a:avLst/>
            </a:prstGeom>
          </p:spPr>
        </p:pic>
      </p:grpSp>
      <p:grpSp>
        <p:nvGrpSpPr>
          <p:cNvPr id="29" name="Grupo 28">
            <a:extLst>
              <a:ext uri="{FF2B5EF4-FFF2-40B4-BE49-F238E27FC236}">
                <a16:creationId xmlns:a16="http://schemas.microsoft.com/office/drawing/2014/main" id="{B2405F03-347A-2BCE-0C57-7FE39942D91E}"/>
              </a:ext>
            </a:extLst>
          </p:cNvPr>
          <p:cNvGrpSpPr/>
          <p:nvPr/>
        </p:nvGrpSpPr>
        <p:grpSpPr>
          <a:xfrm>
            <a:off x="13534883" y="7194122"/>
            <a:ext cx="4418246" cy="2523590"/>
            <a:chOff x="12688935" y="7138006"/>
            <a:chExt cx="4418246" cy="2523590"/>
          </a:xfrm>
        </p:grpSpPr>
        <p:sp>
          <p:nvSpPr>
            <p:cNvPr id="26" name="Rectángulo: esquinas redondeadas 25">
              <a:extLst>
                <a:ext uri="{FF2B5EF4-FFF2-40B4-BE49-F238E27FC236}">
                  <a16:creationId xmlns:a16="http://schemas.microsoft.com/office/drawing/2014/main" id="{858E9FF6-95BE-6E66-880A-4556EDFFDFBA}"/>
                </a:ext>
              </a:extLst>
            </p:cNvPr>
            <p:cNvSpPr/>
            <p:nvPr/>
          </p:nvSpPr>
          <p:spPr>
            <a:xfrm>
              <a:off x="12688935" y="7171862"/>
              <a:ext cx="4418246" cy="2489734"/>
            </a:xfrm>
            <a:prstGeom prst="roundRect">
              <a:avLst/>
            </a:prstGeom>
            <a:solidFill>
              <a:srgbClr val="1B1F2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s-MX"/>
            </a:p>
          </p:txBody>
        </p:sp>
        <p:pic>
          <p:nvPicPr>
            <p:cNvPr id="28" name="Imagen 27" descr="Application Development with Azure DevOps">
              <a:extLst>
                <a:ext uri="{FF2B5EF4-FFF2-40B4-BE49-F238E27FC236}">
                  <a16:creationId xmlns:a16="http://schemas.microsoft.com/office/drawing/2014/main" id="{1E0DA969-6E3B-DE0A-0191-FE9B6F9C123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2710013" y="7138006"/>
              <a:ext cx="4376090" cy="2489735"/>
            </a:xfrm>
            <a:prstGeom prst="rect">
              <a:avLst/>
            </a:prstGeom>
          </p:spPr>
        </p:pic>
      </p:grpSp>
      <p:grpSp>
        <p:nvGrpSpPr>
          <p:cNvPr id="30" name="Grupo 29">
            <a:extLst>
              <a:ext uri="{FF2B5EF4-FFF2-40B4-BE49-F238E27FC236}">
                <a16:creationId xmlns:a16="http://schemas.microsoft.com/office/drawing/2014/main" id="{DBE3A329-B212-5A61-E7EA-DB1967D8795C}"/>
              </a:ext>
            </a:extLst>
          </p:cNvPr>
          <p:cNvGrpSpPr/>
          <p:nvPr/>
        </p:nvGrpSpPr>
        <p:grpSpPr>
          <a:xfrm>
            <a:off x="-228601" y="-478361"/>
            <a:ext cx="2905050" cy="1476032"/>
            <a:chOff x="-228601" y="-478361"/>
            <a:chExt cx="2905050" cy="1476032"/>
          </a:xfrm>
        </p:grpSpPr>
        <p:grpSp>
          <p:nvGrpSpPr>
            <p:cNvPr id="31" name="Group 10">
              <a:extLst>
                <a:ext uri="{FF2B5EF4-FFF2-40B4-BE49-F238E27FC236}">
                  <a16:creationId xmlns:a16="http://schemas.microsoft.com/office/drawing/2014/main" id="{993345B9-D5EE-C717-4010-E0AD9480668B}"/>
                </a:ext>
              </a:extLst>
            </p:cNvPr>
            <p:cNvGrpSpPr/>
            <p:nvPr/>
          </p:nvGrpSpPr>
          <p:grpSpPr>
            <a:xfrm>
              <a:off x="-228601" y="-478361"/>
              <a:ext cx="2905050" cy="1221311"/>
              <a:chOff x="0" y="0"/>
              <a:chExt cx="1355852" cy="720510"/>
            </a:xfrm>
          </p:grpSpPr>
          <p:sp>
            <p:nvSpPr>
              <p:cNvPr id="33" name="Freeform 11">
                <a:extLst>
                  <a:ext uri="{FF2B5EF4-FFF2-40B4-BE49-F238E27FC236}">
                    <a16:creationId xmlns:a16="http://schemas.microsoft.com/office/drawing/2014/main" id="{66CD8A4D-1A74-1318-4F3B-0FEDAB0AB2B8}"/>
                  </a:ext>
                </a:extLst>
              </p:cNvPr>
              <p:cNvSpPr/>
              <p:nvPr/>
            </p:nvSpPr>
            <p:spPr>
              <a:xfrm>
                <a:off x="0" y="0"/>
                <a:ext cx="1355852" cy="720510"/>
              </a:xfrm>
              <a:custGeom>
                <a:avLst/>
                <a:gdLst/>
                <a:ahLst/>
                <a:cxnLst/>
                <a:rect l="l" t="t" r="r" b="b"/>
                <a:pathLst>
                  <a:path w="1355852" h="720510">
                    <a:moveTo>
                      <a:pt x="150387" y="0"/>
                    </a:moveTo>
                    <a:lnTo>
                      <a:pt x="1205465" y="0"/>
                    </a:lnTo>
                    <a:cubicBezTo>
                      <a:pt x="1245350" y="0"/>
                      <a:pt x="1283602" y="15844"/>
                      <a:pt x="1311805" y="44047"/>
                    </a:cubicBezTo>
                    <a:cubicBezTo>
                      <a:pt x="1340008" y="72250"/>
                      <a:pt x="1355852" y="110502"/>
                      <a:pt x="1355852" y="150387"/>
                    </a:cubicBezTo>
                    <a:lnTo>
                      <a:pt x="1355852" y="570123"/>
                    </a:lnTo>
                    <a:cubicBezTo>
                      <a:pt x="1355852" y="653179"/>
                      <a:pt x="1288522" y="720510"/>
                      <a:pt x="1205465" y="720510"/>
                    </a:cubicBezTo>
                    <a:lnTo>
                      <a:pt x="150387" y="720510"/>
                    </a:lnTo>
                    <a:cubicBezTo>
                      <a:pt x="67331" y="720510"/>
                      <a:pt x="0" y="653179"/>
                      <a:pt x="0" y="570123"/>
                    </a:cubicBezTo>
                    <a:lnTo>
                      <a:pt x="0" y="150387"/>
                    </a:lnTo>
                    <a:cubicBezTo>
                      <a:pt x="0" y="67331"/>
                      <a:pt x="67331" y="0"/>
                      <a:pt x="150387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34" name="TextBox 12">
                <a:extLst>
                  <a:ext uri="{FF2B5EF4-FFF2-40B4-BE49-F238E27FC236}">
                    <a16:creationId xmlns:a16="http://schemas.microsoft.com/office/drawing/2014/main" id="{24728761-6BCE-58C6-9B7D-BEE41D857720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5852" cy="739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pic>
          <p:nvPicPr>
            <p:cNvPr id="32" name="Imagen 31">
              <a:extLst>
                <a:ext uri="{FF2B5EF4-FFF2-40B4-BE49-F238E27FC236}">
                  <a16:creationId xmlns:a16="http://schemas.microsoft.com/office/drawing/2014/main" id="{981388EB-7AFA-E113-B649-C1D60452120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1" y="-375754"/>
              <a:ext cx="1373425" cy="13734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50025218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" name="TextBox 3"/>
          <p:cNvSpPr txBox="1"/>
          <p:nvPr/>
        </p:nvSpPr>
        <p:spPr>
          <a:xfrm>
            <a:off x="1028700" y="4059309"/>
            <a:ext cx="10893584" cy="24160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208"/>
              </a:lnSpc>
            </a:pPr>
            <a:r>
              <a:rPr lang="en-US" sz="9901" b="1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CONFIGURACIÓN INICIAL</a:t>
            </a:r>
          </a:p>
        </p:txBody>
      </p:sp>
      <p:sp>
        <p:nvSpPr>
          <p:cNvPr id="4" name="Freeform 4"/>
          <p:cNvSpPr/>
          <p:nvPr/>
        </p:nvSpPr>
        <p:spPr>
          <a:xfrm>
            <a:off x="16591623" y="4178664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5" y="0"/>
                </a:lnTo>
                <a:lnTo>
                  <a:pt x="2773815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5" name="Freeform 5"/>
          <p:cNvSpPr/>
          <p:nvPr/>
        </p:nvSpPr>
        <p:spPr>
          <a:xfrm>
            <a:off x="16467377" y="566559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6" name="Group 6"/>
          <p:cNvGrpSpPr/>
          <p:nvPr/>
        </p:nvGrpSpPr>
        <p:grpSpPr>
          <a:xfrm>
            <a:off x="10551309" y="5708718"/>
            <a:ext cx="3549582" cy="3549582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t="-15513" r="-112750" b="-17166"/>
              </a:stretch>
            </a:blipFill>
            <a:ln w="85725" cap="sq">
              <a:solidFill>
                <a:srgbClr val="F15226"/>
              </a:solidFill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091966" y="1971108"/>
            <a:ext cx="5167334" cy="5167334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l="-39285" r="-39285"/>
              </a:stretch>
            </a:blipFill>
            <a:ln w="85725" cap="sq">
              <a:solidFill>
                <a:srgbClr val="F15226"/>
              </a:solidFill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551309" y="1028700"/>
            <a:ext cx="2741950" cy="2741950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-36513" t="-32862" r="-37426" b="-41077"/>
              </a:stretch>
            </a:blipFill>
            <a:ln w="85725" cap="sq">
              <a:solidFill>
                <a:srgbClr val="F15226"/>
              </a:solidFill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2" name="Grupo 11">
            <a:extLst>
              <a:ext uri="{FF2B5EF4-FFF2-40B4-BE49-F238E27FC236}">
                <a16:creationId xmlns:a16="http://schemas.microsoft.com/office/drawing/2014/main" id="{1C000EB6-DB66-FA6B-A3E7-9985C0828AAC}"/>
              </a:ext>
            </a:extLst>
          </p:cNvPr>
          <p:cNvGrpSpPr/>
          <p:nvPr/>
        </p:nvGrpSpPr>
        <p:grpSpPr>
          <a:xfrm>
            <a:off x="-228601" y="-478361"/>
            <a:ext cx="2905050" cy="1476032"/>
            <a:chOff x="-228601" y="-478361"/>
            <a:chExt cx="2905050" cy="1476032"/>
          </a:xfrm>
        </p:grpSpPr>
        <p:grpSp>
          <p:nvGrpSpPr>
            <p:cNvPr id="13" name="Group 10">
              <a:extLst>
                <a:ext uri="{FF2B5EF4-FFF2-40B4-BE49-F238E27FC236}">
                  <a16:creationId xmlns:a16="http://schemas.microsoft.com/office/drawing/2014/main" id="{D8C01B2A-B20F-3D10-55B1-571CCE6FF0F8}"/>
                </a:ext>
              </a:extLst>
            </p:cNvPr>
            <p:cNvGrpSpPr/>
            <p:nvPr/>
          </p:nvGrpSpPr>
          <p:grpSpPr>
            <a:xfrm>
              <a:off x="-228601" y="-478361"/>
              <a:ext cx="2905050" cy="1221311"/>
              <a:chOff x="0" y="0"/>
              <a:chExt cx="1355852" cy="720510"/>
            </a:xfrm>
          </p:grpSpPr>
          <p:sp>
            <p:nvSpPr>
              <p:cNvPr id="15" name="Freeform 11">
                <a:extLst>
                  <a:ext uri="{FF2B5EF4-FFF2-40B4-BE49-F238E27FC236}">
                    <a16:creationId xmlns:a16="http://schemas.microsoft.com/office/drawing/2014/main" id="{537EA485-01F7-6B8B-00EF-BCE220169FD2}"/>
                  </a:ext>
                </a:extLst>
              </p:cNvPr>
              <p:cNvSpPr/>
              <p:nvPr/>
            </p:nvSpPr>
            <p:spPr>
              <a:xfrm>
                <a:off x="0" y="0"/>
                <a:ext cx="1355852" cy="720510"/>
              </a:xfrm>
              <a:custGeom>
                <a:avLst/>
                <a:gdLst/>
                <a:ahLst/>
                <a:cxnLst/>
                <a:rect l="l" t="t" r="r" b="b"/>
                <a:pathLst>
                  <a:path w="1355852" h="720510">
                    <a:moveTo>
                      <a:pt x="150387" y="0"/>
                    </a:moveTo>
                    <a:lnTo>
                      <a:pt x="1205465" y="0"/>
                    </a:lnTo>
                    <a:cubicBezTo>
                      <a:pt x="1245350" y="0"/>
                      <a:pt x="1283602" y="15844"/>
                      <a:pt x="1311805" y="44047"/>
                    </a:cubicBezTo>
                    <a:cubicBezTo>
                      <a:pt x="1340008" y="72250"/>
                      <a:pt x="1355852" y="110502"/>
                      <a:pt x="1355852" y="150387"/>
                    </a:cubicBezTo>
                    <a:lnTo>
                      <a:pt x="1355852" y="570123"/>
                    </a:lnTo>
                    <a:cubicBezTo>
                      <a:pt x="1355852" y="653179"/>
                      <a:pt x="1288522" y="720510"/>
                      <a:pt x="1205465" y="720510"/>
                    </a:cubicBezTo>
                    <a:lnTo>
                      <a:pt x="150387" y="720510"/>
                    </a:lnTo>
                    <a:cubicBezTo>
                      <a:pt x="67331" y="720510"/>
                      <a:pt x="0" y="653179"/>
                      <a:pt x="0" y="570123"/>
                    </a:cubicBezTo>
                    <a:lnTo>
                      <a:pt x="0" y="150387"/>
                    </a:lnTo>
                    <a:cubicBezTo>
                      <a:pt x="0" y="67331"/>
                      <a:pt x="67331" y="0"/>
                      <a:pt x="150387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16" name="TextBox 12">
                <a:extLst>
                  <a:ext uri="{FF2B5EF4-FFF2-40B4-BE49-F238E27FC236}">
                    <a16:creationId xmlns:a16="http://schemas.microsoft.com/office/drawing/2014/main" id="{BECF6CBB-6A89-ADB0-FAB3-8863C45A4EB5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5852" cy="739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pic>
          <p:nvPicPr>
            <p:cNvPr id="14" name="Imagen 13">
              <a:extLst>
                <a:ext uri="{FF2B5EF4-FFF2-40B4-BE49-F238E27FC236}">
                  <a16:creationId xmlns:a16="http://schemas.microsoft.com/office/drawing/2014/main" id="{9EC25779-7D3F-E9BE-5F1C-E0131E35DA0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1" y="-375754"/>
              <a:ext cx="1373425" cy="1373425"/>
            </a:xfrm>
            <a:prstGeom prst="rect">
              <a:avLst/>
            </a:prstGeom>
          </p:spPr>
        </p:pic>
      </p:grp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" name="TextBox 3"/>
          <p:cNvSpPr txBox="1"/>
          <p:nvPr/>
        </p:nvSpPr>
        <p:spPr>
          <a:xfrm>
            <a:off x="1028700" y="4059309"/>
            <a:ext cx="10893584" cy="24160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208"/>
              </a:lnSpc>
            </a:pPr>
            <a:r>
              <a:rPr lang="en-US" sz="9901" b="1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CLONAR REPOSITORIO</a:t>
            </a:r>
          </a:p>
        </p:txBody>
      </p:sp>
      <p:sp>
        <p:nvSpPr>
          <p:cNvPr id="4" name="Freeform 4"/>
          <p:cNvSpPr/>
          <p:nvPr/>
        </p:nvSpPr>
        <p:spPr>
          <a:xfrm>
            <a:off x="16591623" y="4178664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5" y="0"/>
                </a:lnTo>
                <a:lnTo>
                  <a:pt x="2773815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5" name="Freeform 5"/>
          <p:cNvSpPr/>
          <p:nvPr/>
        </p:nvSpPr>
        <p:spPr>
          <a:xfrm>
            <a:off x="16467377" y="566559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6" name="Group 6"/>
          <p:cNvGrpSpPr/>
          <p:nvPr/>
        </p:nvGrpSpPr>
        <p:grpSpPr>
          <a:xfrm>
            <a:off x="10551309" y="5708718"/>
            <a:ext cx="3549582" cy="3549582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t="-15513" r="-112750" b="-17166"/>
              </a:stretch>
            </a:blipFill>
            <a:ln w="85725" cap="sq">
              <a:solidFill>
                <a:srgbClr val="F15226"/>
              </a:solidFill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091966" y="1971108"/>
            <a:ext cx="5167334" cy="5167334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l="-39285" r="-39285"/>
              </a:stretch>
            </a:blipFill>
            <a:ln w="85725" cap="sq">
              <a:solidFill>
                <a:srgbClr val="F15226"/>
              </a:solidFill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551309" y="1028700"/>
            <a:ext cx="2741950" cy="2741950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-36513" t="-32862" r="-37426" b="-41077"/>
              </a:stretch>
            </a:blipFill>
            <a:ln w="85725" cap="sq">
              <a:solidFill>
                <a:srgbClr val="F15226"/>
              </a:solidFill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028700" y="6675366"/>
            <a:ext cx="8115365" cy="1017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40"/>
              </a:lnSpc>
            </a:pPr>
            <a:r>
              <a:rPr lang="en-US" sz="8000" b="1">
                <a:solidFill>
                  <a:srgbClr val="F15226"/>
                </a:solidFill>
                <a:latin typeface="Lato Bold"/>
                <a:ea typeface="Lato Bold"/>
                <a:cs typeface="Lato Bold"/>
                <a:sym typeface="Lato Bold"/>
              </a:rPr>
              <a:t>git clone</a:t>
            </a:r>
          </a:p>
        </p:txBody>
      </p:sp>
      <p:grpSp>
        <p:nvGrpSpPr>
          <p:cNvPr id="13" name="Grupo 12">
            <a:extLst>
              <a:ext uri="{FF2B5EF4-FFF2-40B4-BE49-F238E27FC236}">
                <a16:creationId xmlns:a16="http://schemas.microsoft.com/office/drawing/2014/main" id="{934591C5-BE9A-36AE-38C7-CD2CB9C92604}"/>
              </a:ext>
            </a:extLst>
          </p:cNvPr>
          <p:cNvGrpSpPr/>
          <p:nvPr/>
        </p:nvGrpSpPr>
        <p:grpSpPr>
          <a:xfrm>
            <a:off x="-228601" y="-478361"/>
            <a:ext cx="2905050" cy="1476032"/>
            <a:chOff x="-228601" y="-478361"/>
            <a:chExt cx="2905050" cy="1476032"/>
          </a:xfrm>
        </p:grpSpPr>
        <p:grpSp>
          <p:nvGrpSpPr>
            <p:cNvPr id="14" name="Group 10">
              <a:extLst>
                <a:ext uri="{FF2B5EF4-FFF2-40B4-BE49-F238E27FC236}">
                  <a16:creationId xmlns:a16="http://schemas.microsoft.com/office/drawing/2014/main" id="{450CE9A3-C79B-A21B-3279-306EB8C4A576}"/>
                </a:ext>
              </a:extLst>
            </p:cNvPr>
            <p:cNvGrpSpPr/>
            <p:nvPr/>
          </p:nvGrpSpPr>
          <p:grpSpPr>
            <a:xfrm>
              <a:off x="-228601" y="-478361"/>
              <a:ext cx="2905050" cy="1221311"/>
              <a:chOff x="0" y="0"/>
              <a:chExt cx="1355852" cy="720510"/>
            </a:xfrm>
          </p:grpSpPr>
          <p:sp>
            <p:nvSpPr>
              <p:cNvPr id="16" name="Freeform 11">
                <a:extLst>
                  <a:ext uri="{FF2B5EF4-FFF2-40B4-BE49-F238E27FC236}">
                    <a16:creationId xmlns:a16="http://schemas.microsoft.com/office/drawing/2014/main" id="{81C7E64A-0221-68C7-3274-EAD8BCB574E6}"/>
                  </a:ext>
                </a:extLst>
              </p:cNvPr>
              <p:cNvSpPr/>
              <p:nvPr/>
            </p:nvSpPr>
            <p:spPr>
              <a:xfrm>
                <a:off x="0" y="0"/>
                <a:ext cx="1355852" cy="720510"/>
              </a:xfrm>
              <a:custGeom>
                <a:avLst/>
                <a:gdLst/>
                <a:ahLst/>
                <a:cxnLst/>
                <a:rect l="l" t="t" r="r" b="b"/>
                <a:pathLst>
                  <a:path w="1355852" h="720510">
                    <a:moveTo>
                      <a:pt x="150387" y="0"/>
                    </a:moveTo>
                    <a:lnTo>
                      <a:pt x="1205465" y="0"/>
                    </a:lnTo>
                    <a:cubicBezTo>
                      <a:pt x="1245350" y="0"/>
                      <a:pt x="1283602" y="15844"/>
                      <a:pt x="1311805" y="44047"/>
                    </a:cubicBezTo>
                    <a:cubicBezTo>
                      <a:pt x="1340008" y="72250"/>
                      <a:pt x="1355852" y="110502"/>
                      <a:pt x="1355852" y="150387"/>
                    </a:cubicBezTo>
                    <a:lnTo>
                      <a:pt x="1355852" y="570123"/>
                    </a:lnTo>
                    <a:cubicBezTo>
                      <a:pt x="1355852" y="653179"/>
                      <a:pt x="1288522" y="720510"/>
                      <a:pt x="1205465" y="720510"/>
                    </a:cubicBezTo>
                    <a:lnTo>
                      <a:pt x="150387" y="720510"/>
                    </a:lnTo>
                    <a:cubicBezTo>
                      <a:pt x="67331" y="720510"/>
                      <a:pt x="0" y="653179"/>
                      <a:pt x="0" y="570123"/>
                    </a:cubicBezTo>
                    <a:lnTo>
                      <a:pt x="0" y="150387"/>
                    </a:lnTo>
                    <a:cubicBezTo>
                      <a:pt x="0" y="67331"/>
                      <a:pt x="67331" y="0"/>
                      <a:pt x="150387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17" name="TextBox 12">
                <a:extLst>
                  <a:ext uri="{FF2B5EF4-FFF2-40B4-BE49-F238E27FC236}">
                    <a16:creationId xmlns:a16="http://schemas.microsoft.com/office/drawing/2014/main" id="{267413CC-E477-467E-15D4-0C90110CF8F6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5852" cy="739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pic>
          <p:nvPicPr>
            <p:cNvPr id="15" name="Imagen 14">
              <a:extLst>
                <a:ext uri="{FF2B5EF4-FFF2-40B4-BE49-F238E27FC236}">
                  <a16:creationId xmlns:a16="http://schemas.microsoft.com/office/drawing/2014/main" id="{FFB39E48-8625-7C4D-0CFB-E25359A351D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1" y="-375754"/>
              <a:ext cx="1373425" cy="1373425"/>
            </a:xfrm>
            <a:prstGeom prst="rect">
              <a:avLst/>
            </a:prstGeom>
          </p:spPr>
        </p:pic>
      </p:grp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/>
          <p:cNvGrpSpPr/>
          <p:nvPr/>
        </p:nvGrpSpPr>
        <p:grpSpPr>
          <a:xfrm>
            <a:off x="-698849" y="9575651"/>
            <a:ext cx="19685699" cy="2666805"/>
            <a:chOff x="0" y="0"/>
            <a:chExt cx="5184711" cy="70236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5872392" y="2091327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7" name="Freeform 7"/>
          <p:cNvSpPr/>
          <p:nvPr/>
        </p:nvSpPr>
        <p:spPr>
          <a:xfrm>
            <a:off x="16901092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8" name="Freeform 8"/>
          <p:cNvSpPr/>
          <p:nvPr/>
        </p:nvSpPr>
        <p:spPr>
          <a:xfrm flipH="1">
            <a:off x="-1389129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9" name="Freeform 9"/>
          <p:cNvSpPr/>
          <p:nvPr/>
        </p:nvSpPr>
        <p:spPr>
          <a:xfrm flipH="1">
            <a:off x="-360429" y="2459791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0" name="Group 10"/>
          <p:cNvGrpSpPr/>
          <p:nvPr/>
        </p:nvGrpSpPr>
        <p:grpSpPr>
          <a:xfrm>
            <a:off x="-2221" y="1028700"/>
            <a:ext cx="4706728" cy="1543050"/>
            <a:chOff x="0" y="0"/>
            <a:chExt cx="1239632" cy="4064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239632" cy="406400"/>
            </a:xfrm>
            <a:custGeom>
              <a:avLst/>
              <a:gdLst/>
              <a:ahLst/>
              <a:cxnLst/>
              <a:rect l="l" t="t" r="r" b="b"/>
              <a:pathLst>
                <a:path w="1239632" h="406400">
                  <a:moveTo>
                    <a:pt x="1036432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1036432" y="406400"/>
                  </a:lnTo>
                  <a:lnTo>
                    <a:pt x="1239632" y="203200"/>
                  </a:lnTo>
                  <a:lnTo>
                    <a:pt x="1036432" y="0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1125332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418"/>
                </a:lnSpc>
              </a:pPr>
              <a:r>
                <a:rPr lang="en-US" sz="4200" spc="-231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&gt; git clone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47432" y="3662107"/>
            <a:ext cx="6566609" cy="3554623"/>
            <a:chOff x="0" y="0"/>
            <a:chExt cx="1351154" cy="73140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351154" cy="731404"/>
            </a:xfrm>
            <a:custGeom>
              <a:avLst/>
              <a:gdLst/>
              <a:ahLst/>
              <a:cxnLst/>
              <a:rect l="l" t="t" r="r" b="b"/>
              <a:pathLst>
                <a:path w="1351154" h="731404">
                  <a:moveTo>
                    <a:pt x="23027" y="0"/>
                  </a:moveTo>
                  <a:lnTo>
                    <a:pt x="1328127" y="0"/>
                  </a:lnTo>
                  <a:cubicBezTo>
                    <a:pt x="1340845" y="0"/>
                    <a:pt x="1351154" y="10310"/>
                    <a:pt x="1351154" y="23027"/>
                  </a:cubicBezTo>
                  <a:lnTo>
                    <a:pt x="1351154" y="708377"/>
                  </a:lnTo>
                  <a:cubicBezTo>
                    <a:pt x="1351154" y="721094"/>
                    <a:pt x="1340845" y="731404"/>
                    <a:pt x="1328127" y="731404"/>
                  </a:cubicBezTo>
                  <a:lnTo>
                    <a:pt x="23027" y="731404"/>
                  </a:lnTo>
                  <a:cubicBezTo>
                    <a:pt x="10310" y="731404"/>
                    <a:pt x="0" y="721094"/>
                    <a:pt x="0" y="708377"/>
                  </a:cubicBezTo>
                  <a:lnTo>
                    <a:pt x="0" y="23027"/>
                  </a:lnTo>
                  <a:cubicBezTo>
                    <a:pt x="0" y="10310"/>
                    <a:pt x="10310" y="0"/>
                    <a:pt x="23027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B4B4B4"/>
              </a:solidFill>
              <a:prstDash val="solid"/>
              <a:round/>
            </a:ln>
          </p:spPr>
          <p:txBody>
            <a:bodyPr/>
            <a:lstStyle/>
            <a:p>
              <a:endParaRPr lang="es-MX" dirty="0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19050"/>
              <a:ext cx="1351154" cy="7504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336410" y="3883431"/>
            <a:ext cx="5497505" cy="5664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4479"/>
              </a:lnSpc>
            </a:pPr>
            <a:r>
              <a:rPr lang="en-US" sz="3199" spc="-86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Repositorio remoto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-698849" y="-1923855"/>
            <a:ext cx="19685699" cy="2666805"/>
            <a:chOff x="0" y="0"/>
            <a:chExt cx="5184711" cy="70236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336410" y="4521694"/>
            <a:ext cx="3612844" cy="254548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1874"/>
              </a:lnSpc>
            </a:pPr>
            <a:endParaRPr/>
          </a:p>
        </p:txBody>
      </p:sp>
      <p:grpSp>
        <p:nvGrpSpPr>
          <p:cNvPr id="23" name="Group 23"/>
          <p:cNvGrpSpPr/>
          <p:nvPr/>
        </p:nvGrpSpPr>
        <p:grpSpPr>
          <a:xfrm>
            <a:off x="1661687" y="5473143"/>
            <a:ext cx="2614546" cy="358186"/>
            <a:chOff x="0" y="0"/>
            <a:chExt cx="3486061" cy="477582"/>
          </a:xfrm>
        </p:grpSpPr>
        <p:sp>
          <p:nvSpPr>
            <p:cNvPr id="24" name="TextBox 24"/>
            <p:cNvSpPr txBox="1"/>
            <p:nvPr/>
          </p:nvSpPr>
          <p:spPr>
            <a:xfrm>
              <a:off x="455042" y="-66675"/>
              <a:ext cx="3031019" cy="5442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3359"/>
                </a:lnSpc>
              </a:pPr>
              <a:r>
                <a:rPr lang="en-US" sz="2400" spc="-6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index.html</a:t>
              </a:r>
            </a:p>
          </p:txBody>
        </p:sp>
        <p:grpSp>
          <p:nvGrpSpPr>
            <p:cNvPr id="25" name="Group 25"/>
            <p:cNvGrpSpPr/>
            <p:nvPr/>
          </p:nvGrpSpPr>
          <p:grpSpPr>
            <a:xfrm>
              <a:off x="0" y="69221"/>
              <a:ext cx="350938" cy="339139"/>
              <a:chOff x="0" y="0"/>
              <a:chExt cx="69321" cy="6699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69321" cy="66990"/>
              </a:xfrm>
              <a:custGeom>
                <a:avLst/>
                <a:gdLst/>
                <a:ahLst/>
                <a:cxnLst/>
                <a:rect l="l" t="t" r="r" b="b"/>
                <a:pathLst>
                  <a:path w="69321" h="66990">
                    <a:moveTo>
                      <a:pt x="0" y="0"/>
                    </a:moveTo>
                    <a:lnTo>
                      <a:pt x="69321" y="0"/>
                    </a:lnTo>
                    <a:lnTo>
                      <a:pt x="69321" y="66990"/>
                    </a:lnTo>
                    <a:lnTo>
                      <a:pt x="0" y="66990"/>
                    </a:lnTo>
                    <a:close/>
                  </a:path>
                </a:pathLst>
              </a:custGeom>
              <a:solidFill>
                <a:srgbClr val="7ED957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0" y="-19050"/>
                <a:ext cx="69321" cy="860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</p:grpSp>
      <p:sp>
        <p:nvSpPr>
          <p:cNvPr id="28" name="TextBox 28"/>
          <p:cNvSpPr txBox="1"/>
          <p:nvPr/>
        </p:nvSpPr>
        <p:spPr>
          <a:xfrm>
            <a:off x="1644682" y="4870524"/>
            <a:ext cx="2294311" cy="424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359"/>
              </a:lnSpc>
            </a:pPr>
            <a:r>
              <a:rPr lang="en-US" sz="2400" spc="-64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Archivos: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1689251" y="6360966"/>
            <a:ext cx="2109415" cy="358186"/>
            <a:chOff x="0" y="0"/>
            <a:chExt cx="2812553" cy="477582"/>
          </a:xfrm>
        </p:grpSpPr>
        <p:sp>
          <p:nvSpPr>
            <p:cNvPr id="30" name="TextBox 30"/>
            <p:cNvSpPr txBox="1"/>
            <p:nvPr/>
          </p:nvSpPr>
          <p:spPr>
            <a:xfrm>
              <a:off x="455042" y="-66675"/>
              <a:ext cx="2357511" cy="5442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3359"/>
                </a:lnSpc>
              </a:pPr>
              <a:r>
                <a:rPr lang="en-US" sz="2400" spc="-6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scripts.js</a:t>
              </a:r>
            </a:p>
          </p:txBody>
        </p:sp>
        <p:grpSp>
          <p:nvGrpSpPr>
            <p:cNvPr id="31" name="Group 31"/>
            <p:cNvGrpSpPr/>
            <p:nvPr/>
          </p:nvGrpSpPr>
          <p:grpSpPr>
            <a:xfrm>
              <a:off x="0" y="69221"/>
              <a:ext cx="350938" cy="339139"/>
              <a:chOff x="0" y="0"/>
              <a:chExt cx="69321" cy="6699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69321" cy="66990"/>
              </a:xfrm>
              <a:custGeom>
                <a:avLst/>
                <a:gdLst/>
                <a:ahLst/>
                <a:cxnLst/>
                <a:rect l="l" t="t" r="r" b="b"/>
                <a:pathLst>
                  <a:path w="69321" h="66990">
                    <a:moveTo>
                      <a:pt x="0" y="0"/>
                    </a:moveTo>
                    <a:lnTo>
                      <a:pt x="69321" y="0"/>
                    </a:lnTo>
                    <a:lnTo>
                      <a:pt x="69321" y="66990"/>
                    </a:lnTo>
                    <a:lnTo>
                      <a:pt x="0" y="66990"/>
                    </a:lnTo>
                    <a:close/>
                  </a:path>
                </a:pathLst>
              </a:custGeom>
              <a:solidFill>
                <a:srgbClr val="1E3EE3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0" y="-19050"/>
                <a:ext cx="69321" cy="860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</p:grpSp>
      <p:sp>
        <p:nvSpPr>
          <p:cNvPr id="34" name="Freeform 34"/>
          <p:cNvSpPr/>
          <p:nvPr/>
        </p:nvSpPr>
        <p:spPr>
          <a:xfrm>
            <a:off x="6027994" y="5659844"/>
            <a:ext cx="1266733" cy="1239096"/>
          </a:xfrm>
          <a:custGeom>
            <a:avLst/>
            <a:gdLst/>
            <a:ahLst/>
            <a:cxnLst/>
            <a:rect l="l" t="t" r="r" b="b"/>
            <a:pathLst>
              <a:path w="1266733" h="1239096">
                <a:moveTo>
                  <a:pt x="0" y="0"/>
                </a:moveTo>
                <a:lnTo>
                  <a:pt x="1266733" y="0"/>
                </a:lnTo>
                <a:lnTo>
                  <a:pt x="1266733" y="1239095"/>
                </a:lnTo>
                <a:lnTo>
                  <a:pt x="0" y="12390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5" name="TextBox 35"/>
          <p:cNvSpPr txBox="1"/>
          <p:nvPr/>
        </p:nvSpPr>
        <p:spPr>
          <a:xfrm>
            <a:off x="5079317" y="1071175"/>
            <a:ext cx="12658371" cy="1500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Permite </a:t>
            </a:r>
            <a:r>
              <a:rPr lang="en-US" sz="2799" b="1" spc="-75" dirty="0" err="1">
                <a:solidFill>
                  <a:srgbClr val="0CC0DF"/>
                </a:solidFill>
                <a:latin typeface="Poppins Bold"/>
                <a:ea typeface="Poppins Bold"/>
                <a:cs typeface="Poppins Bold"/>
                <a:sym typeface="Poppins Bold"/>
              </a:rPr>
              <a:t>descargar</a:t>
            </a:r>
            <a:r>
              <a:rPr lang="en-US" sz="2799" b="1" spc="-75" dirty="0">
                <a:solidFill>
                  <a:srgbClr val="0CC0DF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una</a:t>
            </a: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b="1" spc="-75" dirty="0" err="1">
                <a:solidFill>
                  <a:srgbClr val="0CC0DF"/>
                </a:solidFill>
                <a:latin typeface="Poppins Bold"/>
                <a:ea typeface="Poppins Bold"/>
                <a:cs typeface="Poppins Bold"/>
                <a:sym typeface="Poppins Bold"/>
              </a:rPr>
              <a:t>copia</a:t>
            </a:r>
            <a:r>
              <a:rPr lang="en-US" sz="2799" b="1" spc="-75" dirty="0">
                <a:solidFill>
                  <a:srgbClr val="0CC0DF"/>
                </a:solidFill>
                <a:latin typeface="Poppins Bold"/>
                <a:ea typeface="Poppins Bold"/>
                <a:cs typeface="Poppins Bold"/>
                <a:sym typeface="Poppins Bold"/>
              </a:rPr>
              <a:t> exacta</a:t>
            </a: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de un </a:t>
            </a:r>
            <a:r>
              <a:rPr lang="en-US" sz="2799" b="1" spc="-75" dirty="0" err="1">
                <a:solidFill>
                  <a:srgbClr val="0CC0DF"/>
                </a:solidFill>
                <a:latin typeface="Poppins Bold"/>
                <a:ea typeface="Poppins Bold"/>
                <a:cs typeface="Poppins Bold"/>
                <a:sym typeface="Poppins Bold"/>
              </a:rPr>
              <a:t>repositorio</a:t>
            </a:r>
            <a:r>
              <a:rPr lang="en-US" sz="2799" b="1" spc="-75" dirty="0">
                <a:solidFill>
                  <a:srgbClr val="0CC0DF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2799" b="1" spc="-75" dirty="0" err="1">
                <a:solidFill>
                  <a:srgbClr val="0CC0DF"/>
                </a:solidFill>
                <a:latin typeface="Poppins Bold"/>
                <a:ea typeface="Poppins Bold"/>
                <a:cs typeface="Poppins Bold"/>
                <a:sym typeface="Poppins Bold"/>
              </a:rPr>
              <a:t>remoto</a:t>
            </a: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(</a:t>
            </a:r>
            <a:r>
              <a:rPr lang="en-US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alojado</a:t>
            </a: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</a:t>
            </a: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la </a:t>
            </a:r>
            <a:r>
              <a:rPr lang="en-US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nube</a:t>
            </a: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como</a:t>
            </a: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GitHub) </a:t>
            </a:r>
            <a:r>
              <a:rPr lang="en-US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hacia</a:t>
            </a: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la </a:t>
            </a:r>
            <a:r>
              <a:rPr lang="en-US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computadora</a:t>
            </a: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local para </a:t>
            </a:r>
            <a:r>
              <a:rPr lang="en-US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comenzar</a:t>
            </a: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a </a:t>
            </a:r>
            <a:r>
              <a:rPr lang="en-US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trabajar</a:t>
            </a: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</a:t>
            </a: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él</a:t>
            </a: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10173055" y="3662107"/>
            <a:ext cx="6566609" cy="3554623"/>
            <a:chOff x="0" y="0"/>
            <a:chExt cx="1351154" cy="731404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351154" cy="731404"/>
            </a:xfrm>
            <a:custGeom>
              <a:avLst/>
              <a:gdLst/>
              <a:ahLst/>
              <a:cxnLst/>
              <a:rect l="l" t="t" r="r" b="b"/>
              <a:pathLst>
                <a:path w="1351154" h="731404">
                  <a:moveTo>
                    <a:pt x="23027" y="0"/>
                  </a:moveTo>
                  <a:lnTo>
                    <a:pt x="1328127" y="0"/>
                  </a:lnTo>
                  <a:cubicBezTo>
                    <a:pt x="1340845" y="0"/>
                    <a:pt x="1351154" y="10310"/>
                    <a:pt x="1351154" y="23027"/>
                  </a:cubicBezTo>
                  <a:lnTo>
                    <a:pt x="1351154" y="708377"/>
                  </a:lnTo>
                  <a:cubicBezTo>
                    <a:pt x="1351154" y="721094"/>
                    <a:pt x="1340845" y="731404"/>
                    <a:pt x="1328127" y="731404"/>
                  </a:cubicBezTo>
                  <a:lnTo>
                    <a:pt x="23027" y="731404"/>
                  </a:lnTo>
                  <a:cubicBezTo>
                    <a:pt x="10310" y="731404"/>
                    <a:pt x="0" y="721094"/>
                    <a:pt x="0" y="708377"/>
                  </a:cubicBezTo>
                  <a:lnTo>
                    <a:pt x="0" y="23027"/>
                  </a:lnTo>
                  <a:cubicBezTo>
                    <a:pt x="0" y="10310"/>
                    <a:pt x="10310" y="0"/>
                    <a:pt x="23027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B4B4B4"/>
              </a:solidFill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19050"/>
              <a:ext cx="1351154" cy="7504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10480765" y="3883431"/>
            <a:ext cx="5497505" cy="5664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4479"/>
              </a:lnSpc>
            </a:pPr>
            <a:r>
              <a:rPr lang="en-US" sz="3199" spc="-86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Mi máquina local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10480765" y="4492463"/>
            <a:ext cx="5675461" cy="2465903"/>
            <a:chOff x="0" y="0"/>
            <a:chExt cx="1358522" cy="590257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358522" cy="590257"/>
            </a:xfrm>
            <a:custGeom>
              <a:avLst/>
              <a:gdLst/>
              <a:ahLst/>
              <a:cxnLst/>
              <a:rect l="l" t="t" r="r" b="b"/>
              <a:pathLst>
                <a:path w="1358522" h="590257">
                  <a:moveTo>
                    <a:pt x="26643" y="0"/>
                  </a:moveTo>
                  <a:lnTo>
                    <a:pt x="1331879" y="0"/>
                  </a:lnTo>
                  <a:cubicBezTo>
                    <a:pt x="1338945" y="0"/>
                    <a:pt x="1345722" y="2807"/>
                    <a:pt x="1350719" y="7803"/>
                  </a:cubicBezTo>
                  <a:cubicBezTo>
                    <a:pt x="1355715" y="12800"/>
                    <a:pt x="1358522" y="19577"/>
                    <a:pt x="1358522" y="26643"/>
                  </a:cubicBezTo>
                  <a:lnTo>
                    <a:pt x="1358522" y="563615"/>
                  </a:lnTo>
                  <a:cubicBezTo>
                    <a:pt x="1358522" y="570681"/>
                    <a:pt x="1355715" y="577458"/>
                    <a:pt x="1350719" y="582454"/>
                  </a:cubicBezTo>
                  <a:cubicBezTo>
                    <a:pt x="1345722" y="587450"/>
                    <a:pt x="1338945" y="590257"/>
                    <a:pt x="1331879" y="590257"/>
                  </a:cubicBezTo>
                  <a:lnTo>
                    <a:pt x="26643" y="590257"/>
                  </a:lnTo>
                  <a:cubicBezTo>
                    <a:pt x="19577" y="590257"/>
                    <a:pt x="12800" y="587450"/>
                    <a:pt x="7803" y="582454"/>
                  </a:cubicBezTo>
                  <a:cubicBezTo>
                    <a:pt x="2807" y="577458"/>
                    <a:pt x="0" y="570681"/>
                    <a:pt x="0" y="563615"/>
                  </a:cubicBezTo>
                  <a:lnTo>
                    <a:pt x="0" y="26643"/>
                  </a:lnTo>
                  <a:cubicBezTo>
                    <a:pt x="0" y="19577"/>
                    <a:pt x="2807" y="12800"/>
                    <a:pt x="7803" y="7803"/>
                  </a:cubicBezTo>
                  <a:cubicBezTo>
                    <a:pt x="12800" y="2807"/>
                    <a:pt x="19577" y="0"/>
                    <a:pt x="26643" y="0"/>
                  </a:cubicBezTo>
                  <a:close/>
                </a:path>
              </a:pathLst>
            </a:custGeom>
            <a:solidFill>
              <a:srgbClr val="0F0E0E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19050"/>
              <a:ext cx="1358522" cy="6093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0480765" y="4434647"/>
            <a:ext cx="4258820" cy="1004772"/>
            <a:chOff x="0" y="-133132"/>
            <a:chExt cx="5678427" cy="1339696"/>
          </a:xfrm>
        </p:grpSpPr>
        <p:sp>
          <p:nvSpPr>
            <p:cNvPr id="46" name="TextBox 46"/>
            <p:cNvSpPr txBox="1"/>
            <p:nvPr/>
          </p:nvSpPr>
          <p:spPr>
            <a:xfrm>
              <a:off x="0" y="-133132"/>
              <a:ext cx="5678427" cy="13046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11"/>
                </a:lnSpc>
              </a:pPr>
              <a:endParaRPr/>
            </a:p>
          </p:txBody>
        </p:sp>
        <p:grpSp>
          <p:nvGrpSpPr>
            <p:cNvPr id="47" name="Group 47"/>
            <p:cNvGrpSpPr/>
            <p:nvPr/>
          </p:nvGrpSpPr>
          <p:grpSpPr>
            <a:xfrm>
              <a:off x="1326296" y="35003"/>
              <a:ext cx="4352131" cy="1171561"/>
              <a:chOff x="0" y="0"/>
              <a:chExt cx="1556879" cy="419100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0" y="0"/>
                <a:ext cx="1556879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1556879" h="419100">
                    <a:moveTo>
                      <a:pt x="30849" y="0"/>
                    </a:moveTo>
                    <a:lnTo>
                      <a:pt x="1526030" y="0"/>
                    </a:lnTo>
                    <a:cubicBezTo>
                      <a:pt x="1534212" y="0"/>
                      <a:pt x="1542058" y="3250"/>
                      <a:pt x="1547844" y="9035"/>
                    </a:cubicBezTo>
                    <a:cubicBezTo>
                      <a:pt x="1553629" y="14821"/>
                      <a:pt x="1556879" y="22667"/>
                      <a:pt x="1556879" y="30849"/>
                    </a:cubicBezTo>
                    <a:lnTo>
                      <a:pt x="1556879" y="388251"/>
                    </a:lnTo>
                    <a:cubicBezTo>
                      <a:pt x="1556879" y="396433"/>
                      <a:pt x="1553629" y="404279"/>
                      <a:pt x="1547844" y="410065"/>
                    </a:cubicBezTo>
                    <a:cubicBezTo>
                      <a:pt x="1542058" y="415850"/>
                      <a:pt x="1534212" y="419100"/>
                      <a:pt x="1526030" y="419100"/>
                    </a:cubicBezTo>
                    <a:lnTo>
                      <a:pt x="30849" y="419100"/>
                    </a:lnTo>
                    <a:cubicBezTo>
                      <a:pt x="22667" y="419100"/>
                      <a:pt x="14821" y="415850"/>
                      <a:pt x="9035" y="410065"/>
                    </a:cubicBezTo>
                    <a:cubicBezTo>
                      <a:pt x="3250" y="404279"/>
                      <a:pt x="0" y="396433"/>
                      <a:pt x="0" y="388251"/>
                    </a:cubicBezTo>
                    <a:lnTo>
                      <a:pt x="0" y="30849"/>
                    </a:lnTo>
                    <a:cubicBezTo>
                      <a:pt x="0" y="22667"/>
                      <a:pt x="3250" y="14821"/>
                      <a:pt x="9035" y="9035"/>
                    </a:cubicBezTo>
                    <a:cubicBezTo>
                      <a:pt x="14821" y="3250"/>
                      <a:pt x="22667" y="0"/>
                      <a:pt x="30849" y="0"/>
                    </a:cubicBezTo>
                    <a:close/>
                  </a:path>
                </a:pathLst>
              </a:custGeom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0" y="-38100"/>
                <a:ext cx="1556879" cy="4572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3095"/>
                  </a:lnSpc>
                </a:pPr>
                <a:r>
                  <a:rPr lang="en-US" sz="2399" spc="-131" dirty="0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mi-</a:t>
                </a:r>
                <a:r>
                  <a:rPr lang="en-US" sz="2399" spc="-131" dirty="0" err="1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proyecto</a:t>
                </a:r>
                <a:r>
                  <a:rPr lang="en-US" sz="2399" spc="-131" dirty="0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-</a:t>
                </a:r>
                <a:r>
                  <a:rPr lang="en-US" sz="2399" spc="-131" dirty="0" err="1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clonado</a:t>
                </a:r>
                <a:endParaRPr lang="en-US" sz="2399" spc="-131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sp>
          <p:nvSpPr>
            <p:cNvPr id="50" name="Freeform 50"/>
            <p:cNvSpPr/>
            <p:nvPr/>
          </p:nvSpPr>
          <p:spPr>
            <a:xfrm>
              <a:off x="410623" y="309433"/>
              <a:ext cx="626768" cy="552695"/>
            </a:xfrm>
            <a:custGeom>
              <a:avLst/>
              <a:gdLst/>
              <a:ahLst/>
              <a:cxnLst/>
              <a:rect l="l" t="t" r="r" b="b"/>
              <a:pathLst>
                <a:path w="626768" h="552695">
                  <a:moveTo>
                    <a:pt x="0" y="0"/>
                  </a:moveTo>
                  <a:lnTo>
                    <a:pt x="626768" y="0"/>
                  </a:lnTo>
                  <a:lnTo>
                    <a:pt x="626768" y="552695"/>
                  </a:lnTo>
                  <a:lnTo>
                    <a:pt x="0" y="5526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3142833" y="7915914"/>
            <a:ext cx="11863771" cy="960554"/>
            <a:chOff x="0" y="0"/>
            <a:chExt cx="15818362" cy="1280739"/>
          </a:xfrm>
        </p:grpSpPr>
        <p:grpSp>
          <p:nvGrpSpPr>
            <p:cNvPr id="52" name="Group 52"/>
            <p:cNvGrpSpPr/>
            <p:nvPr/>
          </p:nvGrpSpPr>
          <p:grpSpPr>
            <a:xfrm>
              <a:off x="0" y="0"/>
              <a:ext cx="15818362" cy="1280739"/>
              <a:chOff x="0" y="0"/>
              <a:chExt cx="2441105" cy="197645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0" y="0"/>
                <a:ext cx="2441105" cy="197645"/>
              </a:xfrm>
              <a:custGeom>
                <a:avLst/>
                <a:gdLst/>
                <a:ahLst/>
                <a:cxnLst/>
                <a:rect l="l" t="t" r="r" b="b"/>
                <a:pathLst>
                  <a:path w="2441105" h="197645">
                    <a:moveTo>
                      <a:pt x="12745" y="0"/>
                    </a:moveTo>
                    <a:lnTo>
                      <a:pt x="2428360" y="0"/>
                    </a:lnTo>
                    <a:cubicBezTo>
                      <a:pt x="2431740" y="0"/>
                      <a:pt x="2434982" y="1343"/>
                      <a:pt x="2437372" y="3733"/>
                    </a:cubicBezTo>
                    <a:cubicBezTo>
                      <a:pt x="2439763" y="6123"/>
                      <a:pt x="2441105" y="9365"/>
                      <a:pt x="2441105" y="12745"/>
                    </a:cubicBezTo>
                    <a:lnTo>
                      <a:pt x="2441105" y="184899"/>
                    </a:lnTo>
                    <a:cubicBezTo>
                      <a:pt x="2441105" y="188280"/>
                      <a:pt x="2439763" y="191522"/>
                      <a:pt x="2437372" y="193912"/>
                    </a:cubicBezTo>
                    <a:cubicBezTo>
                      <a:pt x="2434982" y="196302"/>
                      <a:pt x="2431740" y="197645"/>
                      <a:pt x="2428360" y="197645"/>
                    </a:cubicBezTo>
                    <a:lnTo>
                      <a:pt x="12745" y="197645"/>
                    </a:lnTo>
                    <a:cubicBezTo>
                      <a:pt x="9365" y="197645"/>
                      <a:pt x="6123" y="196302"/>
                      <a:pt x="3733" y="193912"/>
                    </a:cubicBezTo>
                    <a:cubicBezTo>
                      <a:pt x="1343" y="191522"/>
                      <a:pt x="0" y="188280"/>
                      <a:pt x="0" y="184899"/>
                    </a:cubicBezTo>
                    <a:lnTo>
                      <a:pt x="0" y="12745"/>
                    </a:lnTo>
                    <a:cubicBezTo>
                      <a:pt x="0" y="9365"/>
                      <a:pt x="1343" y="6123"/>
                      <a:pt x="3733" y="3733"/>
                    </a:cubicBezTo>
                    <a:cubicBezTo>
                      <a:pt x="6123" y="1343"/>
                      <a:pt x="9365" y="0"/>
                      <a:pt x="12745" y="0"/>
                    </a:cubicBezTo>
                    <a:close/>
                  </a:path>
                </a:pathLst>
              </a:custGeom>
              <a:solidFill>
                <a:srgbClr val="0F0E0E"/>
              </a:solidFill>
              <a:ln w="38100" cap="rnd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0" y="-19050"/>
                <a:ext cx="2441105" cy="21669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sp>
          <p:nvSpPr>
            <p:cNvPr id="55" name="TextBox 55"/>
            <p:cNvSpPr txBox="1"/>
            <p:nvPr/>
          </p:nvSpPr>
          <p:spPr>
            <a:xfrm>
              <a:off x="1638409" y="193498"/>
              <a:ext cx="10963949" cy="6731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4199"/>
                </a:lnSpc>
              </a:pPr>
              <a:endParaRPr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397591" y="334903"/>
              <a:ext cx="15023179" cy="5442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3359"/>
                </a:lnSpc>
              </a:pPr>
              <a:r>
                <a:rPr lang="en-US" sz="2400" spc="-6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&gt; git clone https://github.com/usuario/mi-proyecto.git </a:t>
              </a:r>
              <a:r>
                <a:rPr lang="en-US" sz="2400" spc="-64" dirty="0">
                  <a:solidFill>
                    <a:srgbClr val="D9D9D9"/>
                  </a:solidFill>
                  <a:latin typeface="Poppins"/>
                  <a:ea typeface="Poppins"/>
                  <a:cs typeface="Poppins"/>
                  <a:sym typeface="Poppins"/>
                </a:rPr>
                <a:t>mi-</a:t>
              </a:r>
              <a:r>
                <a:rPr lang="en-US" sz="2400" spc="-64" dirty="0" err="1">
                  <a:solidFill>
                    <a:srgbClr val="D9D9D9"/>
                  </a:solidFill>
                  <a:latin typeface="Poppins"/>
                  <a:ea typeface="Poppins"/>
                  <a:cs typeface="Poppins"/>
                  <a:sym typeface="Poppins"/>
                </a:rPr>
                <a:t>proyecto</a:t>
              </a:r>
              <a:r>
                <a:rPr lang="en-US" sz="2400" spc="-64" dirty="0">
                  <a:solidFill>
                    <a:srgbClr val="D9D9D9"/>
                  </a:solidFill>
                  <a:latin typeface="Poppins"/>
                  <a:ea typeface="Poppins"/>
                  <a:cs typeface="Poppins"/>
                  <a:sym typeface="Poppins"/>
                </a:rPr>
                <a:t>-</a:t>
              </a:r>
              <a:r>
                <a:rPr lang="en-US" sz="2400" spc="-64" dirty="0" err="1">
                  <a:solidFill>
                    <a:srgbClr val="D9D9D9"/>
                  </a:solidFill>
                  <a:latin typeface="Poppins"/>
                  <a:ea typeface="Poppins"/>
                  <a:cs typeface="Poppins"/>
                  <a:sym typeface="Poppins"/>
                </a:rPr>
                <a:t>clonado</a:t>
              </a:r>
              <a:endParaRPr lang="en-US" sz="2400" spc="-64" dirty="0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1681994" y="5867048"/>
            <a:ext cx="1983131" cy="408192"/>
            <a:chOff x="0" y="-66675"/>
            <a:chExt cx="2644176" cy="544257"/>
          </a:xfrm>
        </p:grpSpPr>
        <p:sp>
          <p:nvSpPr>
            <p:cNvPr id="63" name="TextBox 63"/>
            <p:cNvSpPr txBox="1"/>
            <p:nvPr/>
          </p:nvSpPr>
          <p:spPr>
            <a:xfrm>
              <a:off x="455042" y="-66675"/>
              <a:ext cx="2189134" cy="5442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3359"/>
                </a:lnSpc>
              </a:pPr>
              <a:r>
                <a:rPr lang="en-US" sz="2400" spc="-6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styles.css</a:t>
              </a:r>
            </a:p>
          </p:txBody>
        </p:sp>
        <p:grpSp>
          <p:nvGrpSpPr>
            <p:cNvPr id="64" name="Group 64"/>
            <p:cNvGrpSpPr/>
            <p:nvPr/>
          </p:nvGrpSpPr>
          <p:grpSpPr>
            <a:xfrm>
              <a:off x="0" y="-27220"/>
              <a:ext cx="350938" cy="435581"/>
              <a:chOff x="0" y="-19050"/>
              <a:chExt cx="69321" cy="86040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0" y="0"/>
                <a:ext cx="69321" cy="66990"/>
              </a:xfrm>
              <a:custGeom>
                <a:avLst/>
                <a:gdLst/>
                <a:ahLst/>
                <a:cxnLst/>
                <a:rect l="l" t="t" r="r" b="b"/>
                <a:pathLst>
                  <a:path w="69321" h="66990">
                    <a:moveTo>
                      <a:pt x="0" y="0"/>
                    </a:moveTo>
                    <a:lnTo>
                      <a:pt x="69321" y="0"/>
                    </a:lnTo>
                    <a:lnTo>
                      <a:pt x="69321" y="66990"/>
                    </a:lnTo>
                    <a:lnTo>
                      <a:pt x="0" y="66990"/>
                    </a:lnTo>
                    <a:close/>
                  </a:path>
                </a:pathLst>
              </a:custGeom>
              <a:solidFill>
                <a:srgbClr val="CB6CE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66" name="TextBox 66"/>
              <p:cNvSpPr txBox="1"/>
              <p:nvPr/>
            </p:nvSpPr>
            <p:spPr>
              <a:xfrm>
                <a:off x="0" y="-19050"/>
                <a:ext cx="69321" cy="860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</p:grpSp>
      <p:grpSp>
        <p:nvGrpSpPr>
          <p:cNvPr id="57" name="Group 57"/>
          <p:cNvGrpSpPr/>
          <p:nvPr/>
        </p:nvGrpSpPr>
        <p:grpSpPr>
          <a:xfrm>
            <a:off x="1686083" y="5921205"/>
            <a:ext cx="1983132" cy="358186"/>
            <a:chOff x="0" y="0"/>
            <a:chExt cx="2644177" cy="477582"/>
          </a:xfrm>
        </p:grpSpPr>
        <p:sp>
          <p:nvSpPr>
            <p:cNvPr id="58" name="TextBox 58"/>
            <p:cNvSpPr txBox="1"/>
            <p:nvPr/>
          </p:nvSpPr>
          <p:spPr>
            <a:xfrm>
              <a:off x="455042" y="-66675"/>
              <a:ext cx="2189134" cy="5442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3359"/>
                </a:lnSpc>
              </a:pPr>
              <a:r>
                <a:rPr lang="en-US" sz="2400" spc="-6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styles.css</a:t>
              </a:r>
            </a:p>
          </p:txBody>
        </p:sp>
        <p:grpSp>
          <p:nvGrpSpPr>
            <p:cNvPr id="59" name="Group 59"/>
            <p:cNvGrpSpPr/>
            <p:nvPr/>
          </p:nvGrpSpPr>
          <p:grpSpPr>
            <a:xfrm>
              <a:off x="0" y="69221"/>
              <a:ext cx="350938" cy="339139"/>
              <a:chOff x="0" y="0"/>
              <a:chExt cx="69321" cy="66990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0" y="0"/>
                <a:ext cx="69321" cy="66990"/>
              </a:xfrm>
              <a:custGeom>
                <a:avLst/>
                <a:gdLst/>
                <a:ahLst/>
                <a:cxnLst/>
                <a:rect l="l" t="t" r="r" b="b"/>
                <a:pathLst>
                  <a:path w="69321" h="66990">
                    <a:moveTo>
                      <a:pt x="0" y="0"/>
                    </a:moveTo>
                    <a:lnTo>
                      <a:pt x="69321" y="0"/>
                    </a:lnTo>
                    <a:lnTo>
                      <a:pt x="69321" y="66990"/>
                    </a:lnTo>
                    <a:lnTo>
                      <a:pt x="0" y="66990"/>
                    </a:lnTo>
                    <a:close/>
                  </a:path>
                </a:pathLst>
              </a:custGeom>
              <a:solidFill>
                <a:srgbClr val="CB6CE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0" y="-19050"/>
                <a:ext cx="69321" cy="860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 dirty="0"/>
              </a:p>
            </p:txBody>
          </p:sp>
        </p:grpSp>
      </p:grpSp>
      <p:grpSp>
        <p:nvGrpSpPr>
          <p:cNvPr id="67" name="Group 67"/>
          <p:cNvGrpSpPr/>
          <p:nvPr/>
        </p:nvGrpSpPr>
        <p:grpSpPr>
          <a:xfrm>
            <a:off x="1687002" y="6365116"/>
            <a:ext cx="2109415" cy="358186"/>
            <a:chOff x="0" y="0"/>
            <a:chExt cx="2812553" cy="477582"/>
          </a:xfrm>
        </p:grpSpPr>
        <p:sp>
          <p:nvSpPr>
            <p:cNvPr id="68" name="TextBox 68"/>
            <p:cNvSpPr txBox="1"/>
            <p:nvPr/>
          </p:nvSpPr>
          <p:spPr>
            <a:xfrm>
              <a:off x="455042" y="-66675"/>
              <a:ext cx="2357511" cy="5442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3359"/>
                </a:lnSpc>
              </a:pPr>
              <a:r>
                <a:rPr lang="en-US" sz="2400" spc="-6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scripts.js</a:t>
              </a:r>
            </a:p>
          </p:txBody>
        </p:sp>
        <p:grpSp>
          <p:nvGrpSpPr>
            <p:cNvPr id="69" name="Group 69"/>
            <p:cNvGrpSpPr/>
            <p:nvPr/>
          </p:nvGrpSpPr>
          <p:grpSpPr>
            <a:xfrm>
              <a:off x="0" y="69221"/>
              <a:ext cx="350938" cy="339139"/>
              <a:chOff x="0" y="0"/>
              <a:chExt cx="69321" cy="66990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0" y="0"/>
                <a:ext cx="69321" cy="66990"/>
              </a:xfrm>
              <a:custGeom>
                <a:avLst/>
                <a:gdLst/>
                <a:ahLst/>
                <a:cxnLst/>
                <a:rect l="l" t="t" r="r" b="b"/>
                <a:pathLst>
                  <a:path w="69321" h="66990">
                    <a:moveTo>
                      <a:pt x="0" y="0"/>
                    </a:moveTo>
                    <a:lnTo>
                      <a:pt x="69321" y="0"/>
                    </a:lnTo>
                    <a:lnTo>
                      <a:pt x="69321" y="66990"/>
                    </a:lnTo>
                    <a:lnTo>
                      <a:pt x="0" y="66990"/>
                    </a:lnTo>
                    <a:close/>
                  </a:path>
                </a:pathLst>
              </a:custGeom>
              <a:solidFill>
                <a:srgbClr val="1E3EE3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71" name="TextBox 71"/>
              <p:cNvSpPr txBox="1"/>
              <p:nvPr/>
            </p:nvSpPr>
            <p:spPr>
              <a:xfrm>
                <a:off x="0" y="-19050"/>
                <a:ext cx="69321" cy="860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</p:grpSp>
      <p:grpSp>
        <p:nvGrpSpPr>
          <p:cNvPr id="72" name="Group 72"/>
          <p:cNvGrpSpPr/>
          <p:nvPr/>
        </p:nvGrpSpPr>
        <p:grpSpPr>
          <a:xfrm>
            <a:off x="1668624" y="5423137"/>
            <a:ext cx="2614546" cy="408192"/>
            <a:chOff x="0" y="-66674"/>
            <a:chExt cx="3486061" cy="544257"/>
          </a:xfrm>
        </p:grpSpPr>
        <p:sp>
          <p:nvSpPr>
            <p:cNvPr id="73" name="TextBox 73"/>
            <p:cNvSpPr txBox="1"/>
            <p:nvPr/>
          </p:nvSpPr>
          <p:spPr>
            <a:xfrm>
              <a:off x="455043" y="-66674"/>
              <a:ext cx="3031018" cy="5442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3359"/>
                </a:lnSpc>
              </a:pPr>
              <a:r>
                <a:rPr lang="en-US" sz="2400" spc="-6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index.html</a:t>
              </a:r>
            </a:p>
          </p:txBody>
        </p:sp>
        <p:grpSp>
          <p:nvGrpSpPr>
            <p:cNvPr id="74" name="Group 74"/>
            <p:cNvGrpSpPr/>
            <p:nvPr/>
          </p:nvGrpSpPr>
          <p:grpSpPr>
            <a:xfrm>
              <a:off x="0" y="69221"/>
              <a:ext cx="350938" cy="339139"/>
              <a:chOff x="0" y="0"/>
              <a:chExt cx="69321" cy="66990"/>
            </a:xfrm>
          </p:grpSpPr>
          <p:sp>
            <p:nvSpPr>
              <p:cNvPr id="75" name="Freeform 75"/>
              <p:cNvSpPr/>
              <p:nvPr/>
            </p:nvSpPr>
            <p:spPr>
              <a:xfrm>
                <a:off x="0" y="0"/>
                <a:ext cx="69321" cy="66990"/>
              </a:xfrm>
              <a:custGeom>
                <a:avLst/>
                <a:gdLst/>
                <a:ahLst/>
                <a:cxnLst/>
                <a:rect l="l" t="t" r="r" b="b"/>
                <a:pathLst>
                  <a:path w="69321" h="66990">
                    <a:moveTo>
                      <a:pt x="0" y="0"/>
                    </a:moveTo>
                    <a:lnTo>
                      <a:pt x="69321" y="0"/>
                    </a:lnTo>
                    <a:lnTo>
                      <a:pt x="69321" y="66990"/>
                    </a:lnTo>
                    <a:lnTo>
                      <a:pt x="0" y="66990"/>
                    </a:lnTo>
                    <a:close/>
                  </a:path>
                </a:pathLst>
              </a:custGeom>
              <a:solidFill>
                <a:srgbClr val="7ED957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76" name="TextBox 76"/>
              <p:cNvSpPr txBox="1"/>
              <p:nvPr/>
            </p:nvSpPr>
            <p:spPr>
              <a:xfrm>
                <a:off x="0" y="-19050"/>
                <a:ext cx="69321" cy="860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</p:grpSp>
      <p:sp>
        <p:nvSpPr>
          <p:cNvPr id="77" name="AutoShape 77"/>
          <p:cNvSpPr/>
          <p:nvPr/>
        </p:nvSpPr>
        <p:spPr>
          <a:xfrm>
            <a:off x="7653080" y="5439419"/>
            <a:ext cx="2519975" cy="0"/>
          </a:xfrm>
          <a:prstGeom prst="line">
            <a:avLst/>
          </a:prstGeom>
          <a:ln w="76200" cap="flat">
            <a:solidFill>
              <a:srgbClr val="FFFFFF"/>
            </a:solidFill>
            <a:prstDash val="sysDash"/>
            <a:headEnd type="none" w="sm" len="sm"/>
            <a:tailEnd type="triangle" w="lg" len="med"/>
          </a:ln>
        </p:spPr>
        <p:txBody>
          <a:bodyPr/>
          <a:lstStyle/>
          <a:p>
            <a:endParaRPr lang="es-MX"/>
          </a:p>
        </p:txBody>
      </p:sp>
      <p:grpSp>
        <p:nvGrpSpPr>
          <p:cNvPr id="81" name="Grupo 80">
            <a:extLst>
              <a:ext uri="{FF2B5EF4-FFF2-40B4-BE49-F238E27FC236}">
                <a16:creationId xmlns:a16="http://schemas.microsoft.com/office/drawing/2014/main" id="{503C6B42-E3E6-DAB4-27D5-81E8DAF15783}"/>
              </a:ext>
            </a:extLst>
          </p:cNvPr>
          <p:cNvGrpSpPr/>
          <p:nvPr/>
        </p:nvGrpSpPr>
        <p:grpSpPr>
          <a:xfrm>
            <a:off x="-228601" y="-478361"/>
            <a:ext cx="2905050" cy="1476032"/>
            <a:chOff x="-228601" y="-478361"/>
            <a:chExt cx="2905050" cy="1476032"/>
          </a:xfrm>
        </p:grpSpPr>
        <p:grpSp>
          <p:nvGrpSpPr>
            <p:cNvPr id="82" name="Group 10">
              <a:extLst>
                <a:ext uri="{FF2B5EF4-FFF2-40B4-BE49-F238E27FC236}">
                  <a16:creationId xmlns:a16="http://schemas.microsoft.com/office/drawing/2014/main" id="{BDE15986-B110-40DF-C8B9-4E35CD6F7F80}"/>
                </a:ext>
              </a:extLst>
            </p:cNvPr>
            <p:cNvGrpSpPr/>
            <p:nvPr/>
          </p:nvGrpSpPr>
          <p:grpSpPr>
            <a:xfrm>
              <a:off x="-228601" y="-478361"/>
              <a:ext cx="2905050" cy="1221311"/>
              <a:chOff x="0" y="0"/>
              <a:chExt cx="1355852" cy="720510"/>
            </a:xfrm>
          </p:grpSpPr>
          <p:sp>
            <p:nvSpPr>
              <p:cNvPr id="84" name="Freeform 11">
                <a:extLst>
                  <a:ext uri="{FF2B5EF4-FFF2-40B4-BE49-F238E27FC236}">
                    <a16:creationId xmlns:a16="http://schemas.microsoft.com/office/drawing/2014/main" id="{4674F81A-6823-9DE2-D3A7-6368C4001DC7}"/>
                  </a:ext>
                </a:extLst>
              </p:cNvPr>
              <p:cNvSpPr/>
              <p:nvPr/>
            </p:nvSpPr>
            <p:spPr>
              <a:xfrm>
                <a:off x="0" y="0"/>
                <a:ext cx="1355852" cy="720510"/>
              </a:xfrm>
              <a:custGeom>
                <a:avLst/>
                <a:gdLst/>
                <a:ahLst/>
                <a:cxnLst/>
                <a:rect l="l" t="t" r="r" b="b"/>
                <a:pathLst>
                  <a:path w="1355852" h="720510">
                    <a:moveTo>
                      <a:pt x="150387" y="0"/>
                    </a:moveTo>
                    <a:lnTo>
                      <a:pt x="1205465" y="0"/>
                    </a:lnTo>
                    <a:cubicBezTo>
                      <a:pt x="1245350" y="0"/>
                      <a:pt x="1283602" y="15844"/>
                      <a:pt x="1311805" y="44047"/>
                    </a:cubicBezTo>
                    <a:cubicBezTo>
                      <a:pt x="1340008" y="72250"/>
                      <a:pt x="1355852" y="110502"/>
                      <a:pt x="1355852" y="150387"/>
                    </a:cubicBezTo>
                    <a:lnTo>
                      <a:pt x="1355852" y="570123"/>
                    </a:lnTo>
                    <a:cubicBezTo>
                      <a:pt x="1355852" y="653179"/>
                      <a:pt x="1288522" y="720510"/>
                      <a:pt x="1205465" y="720510"/>
                    </a:cubicBezTo>
                    <a:lnTo>
                      <a:pt x="150387" y="720510"/>
                    </a:lnTo>
                    <a:cubicBezTo>
                      <a:pt x="67331" y="720510"/>
                      <a:pt x="0" y="653179"/>
                      <a:pt x="0" y="570123"/>
                    </a:cubicBezTo>
                    <a:lnTo>
                      <a:pt x="0" y="150387"/>
                    </a:lnTo>
                    <a:cubicBezTo>
                      <a:pt x="0" y="67331"/>
                      <a:pt x="67331" y="0"/>
                      <a:pt x="150387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85" name="TextBox 12">
                <a:extLst>
                  <a:ext uri="{FF2B5EF4-FFF2-40B4-BE49-F238E27FC236}">
                    <a16:creationId xmlns:a16="http://schemas.microsoft.com/office/drawing/2014/main" id="{D0B8F47D-BE1F-F7CB-262E-6C160DFDBA2A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5852" cy="739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pic>
          <p:nvPicPr>
            <p:cNvPr id="83" name="Imagen 82">
              <a:extLst>
                <a:ext uri="{FF2B5EF4-FFF2-40B4-BE49-F238E27FC236}">
                  <a16:creationId xmlns:a16="http://schemas.microsoft.com/office/drawing/2014/main" id="{FEE5DC99-4137-15CF-AA47-906B31185D0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1" y="-375754"/>
              <a:ext cx="1373425" cy="1373425"/>
            </a:xfrm>
            <a:prstGeom prst="rect">
              <a:avLst/>
            </a:prstGeom>
          </p:spPr>
        </p:pic>
      </p:grp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mph" presetSubtype="0" repeatCount="indefinite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1000" tmFilter="0, 0; .2, .5; .8, .5; 1, 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500" autoRev="1" fill="hold"/>
                                        <p:tgtEl>
                                          <p:spTgt spid="7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61111E-6 -3.58025E-6 L 0.53733 -0.00447 " pathEditMode="relative" rAng="0" ptsTypes="AA">
                                      <p:cBhvr>
                                        <p:cTn id="26" dur="2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866" y="-2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4.44444E-6 L 0.5369 -0.00247 " pathEditMode="relative" rAng="0" ptsTypes="AA">
                                      <p:cBhvr>
                                        <p:cTn id="29" dur="2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840" y="-1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000"/>
                            </p:stCondLst>
                            <p:childTnLst>
                              <p:par>
                                <p:cTn id="31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19444E-6 -1.11111E-6 L 0.53646 -1.11111E-6 " pathEditMode="relative" rAng="0" ptsTypes="AA">
                                      <p:cBhvr>
                                        <p:cTn id="32" dur="2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82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 animBg="1"/>
      <p:bldP spid="77" grpId="1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" name="TextBox 3"/>
          <p:cNvSpPr txBox="1"/>
          <p:nvPr/>
        </p:nvSpPr>
        <p:spPr>
          <a:xfrm>
            <a:off x="1028700" y="4059309"/>
            <a:ext cx="10893584" cy="1253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208"/>
              </a:lnSpc>
            </a:pPr>
            <a:r>
              <a:rPr lang="en-US" sz="9901" b="1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RAMAS</a:t>
            </a:r>
          </a:p>
        </p:txBody>
      </p:sp>
      <p:sp>
        <p:nvSpPr>
          <p:cNvPr id="4" name="Freeform 4"/>
          <p:cNvSpPr/>
          <p:nvPr/>
        </p:nvSpPr>
        <p:spPr>
          <a:xfrm>
            <a:off x="16591623" y="4178664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5" y="0"/>
                </a:lnTo>
                <a:lnTo>
                  <a:pt x="2773815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5" name="Freeform 5"/>
          <p:cNvSpPr/>
          <p:nvPr/>
        </p:nvSpPr>
        <p:spPr>
          <a:xfrm>
            <a:off x="16467377" y="566559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6" name="Group 6"/>
          <p:cNvGrpSpPr/>
          <p:nvPr/>
        </p:nvGrpSpPr>
        <p:grpSpPr>
          <a:xfrm>
            <a:off x="10551309" y="5708718"/>
            <a:ext cx="3549582" cy="3549582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t="-15513" r="-112750" b="-17166"/>
              </a:stretch>
            </a:blipFill>
            <a:ln w="85725" cap="sq">
              <a:solidFill>
                <a:srgbClr val="F15226"/>
              </a:solidFill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091966" y="1971108"/>
            <a:ext cx="5167334" cy="5167334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l="-39285" r="-39285"/>
              </a:stretch>
            </a:blipFill>
            <a:ln w="85725" cap="sq">
              <a:solidFill>
                <a:srgbClr val="F15226"/>
              </a:solidFill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551309" y="1028700"/>
            <a:ext cx="2741950" cy="2741950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-36513" t="-32862" r="-37426" b="-41077"/>
              </a:stretch>
            </a:blipFill>
            <a:ln w="85725" cap="sq">
              <a:solidFill>
                <a:srgbClr val="F15226"/>
              </a:solidFill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028700" y="5865624"/>
            <a:ext cx="8115365" cy="1017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40"/>
              </a:lnSpc>
            </a:pPr>
            <a:r>
              <a:rPr lang="en-US" sz="8000" b="1">
                <a:solidFill>
                  <a:srgbClr val="F15226"/>
                </a:solidFill>
                <a:latin typeface="Lato Bold"/>
                <a:ea typeface="Lato Bold"/>
                <a:cs typeface="Lato Bold"/>
                <a:sym typeface="Lato Bold"/>
              </a:rPr>
              <a:t>git branch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7082966"/>
            <a:ext cx="8115365" cy="1017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40"/>
              </a:lnSpc>
            </a:pPr>
            <a:r>
              <a:rPr lang="en-US" sz="8000" b="1">
                <a:solidFill>
                  <a:srgbClr val="F15226"/>
                </a:solidFill>
                <a:latin typeface="Lato Bold"/>
                <a:ea typeface="Lato Bold"/>
                <a:cs typeface="Lato Bold"/>
                <a:sym typeface="Lato Bold"/>
              </a:rPr>
              <a:t>git switch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60113" y="8312402"/>
            <a:ext cx="8115365" cy="715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8"/>
              </a:lnSpc>
            </a:pPr>
            <a:r>
              <a:rPr lang="en-US" sz="5600" b="1">
                <a:solidFill>
                  <a:srgbClr val="F15226">
                    <a:alpha val="60000"/>
                  </a:srgbClr>
                </a:solidFill>
                <a:latin typeface="Lato Bold"/>
                <a:ea typeface="Lato Bold"/>
                <a:cs typeface="Lato Bold"/>
                <a:sym typeface="Lato Bold"/>
              </a:rPr>
              <a:t>git checkout</a:t>
            </a:r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16C5CF17-E78A-9A0D-0554-AF48CED84C92}"/>
              </a:ext>
            </a:extLst>
          </p:cNvPr>
          <p:cNvGrpSpPr/>
          <p:nvPr/>
        </p:nvGrpSpPr>
        <p:grpSpPr>
          <a:xfrm>
            <a:off x="-228601" y="-478361"/>
            <a:ext cx="2905050" cy="1476032"/>
            <a:chOff x="-228601" y="-478361"/>
            <a:chExt cx="2905050" cy="1476032"/>
          </a:xfrm>
        </p:grpSpPr>
        <p:grpSp>
          <p:nvGrpSpPr>
            <p:cNvPr id="16" name="Group 10">
              <a:extLst>
                <a:ext uri="{FF2B5EF4-FFF2-40B4-BE49-F238E27FC236}">
                  <a16:creationId xmlns:a16="http://schemas.microsoft.com/office/drawing/2014/main" id="{B52B185C-A3E7-FD86-6060-8E154E3BCEA0}"/>
                </a:ext>
              </a:extLst>
            </p:cNvPr>
            <p:cNvGrpSpPr/>
            <p:nvPr/>
          </p:nvGrpSpPr>
          <p:grpSpPr>
            <a:xfrm>
              <a:off x="-228601" y="-478361"/>
              <a:ext cx="2905050" cy="1221311"/>
              <a:chOff x="0" y="0"/>
              <a:chExt cx="1355852" cy="720510"/>
            </a:xfrm>
          </p:grpSpPr>
          <p:sp>
            <p:nvSpPr>
              <p:cNvPr id="18" name="Freeform 11">
                <a:extLst>
                  <a:ext uri="{FF2B5EF4-FFF2-40B4-BE49-F238E27FC236}">
                    <a16:creationId xmlns:a16="http://schemas.microsoft.com/office/drawing/2014/main" id="{81154528-B5B4-1E99-2225-2A04E60F72F7}"/>
                  </a:ext>
                </a:extLst>
              </p:cNvPr>
              <p:cNvSpPr/>
              <p:nvPr/>
            </p:nvSpPr>
            <p:spPr>
              <a:xfrm>
                <a:off x="0" y="0"/>
                <a:ext cx="1355852" cy="720510"/>
              </a:xfrm>
              <a:custGeom>
                <a:avLst/>
                <a:gdLst/>
                <a:ahLst/>
                <a:cxnLst/>
                <a:rect l="l" t="t" r="r" b="b"/>
                <a:pathLst>
                  <a:path w="1355852" h="720510">
                    <a:moveTo>
                      <a:pt x="150387" y="0"/>
                    </a:moveTo>
                    <a:lnTo>
                      <a:pt x="1205465" y="0"/>
                    </a:lnTo>
                    <a:cubicBezTo>
                      <a:pt x="1245350" y="0"/>
                      <a:pt x="1283602" y="15844"/>
                      <a:pt x="1311805" y="44047"/>
                    </a:cubicBezTo>
                    <a:cubicBezTo>
                      <a:pt x="1340008" y="72250"/>
                      <a:pt x="1355852" y="110502"/>
                      <a:pt x="1355852" y="150387"/>
                    </a:cubicBezTo>
                    <a:lnTo>
                      <a:pt x="1355852" y="570123"/>
                    </a:lnTo>
                    <a:cubicBezTo>
                      <a:pt x="1355852" y="653179"/>
                      <a:pt x="1288522" y="720510"/>
                      <a:pt x="1205465" y="720510"/>
                    </a:cubicBezTo>
                    <a:lnTo>
                      <a:pt x="150387" y="720510"/>
                    </a:lnTo>
                    <a:cubicBezTo>
                      <a:pt x="67331" y="720510"/>
                      <a:pt x="0" y="653179"/>
                      <a:pt x="0" y="570123"/>
                    </a:cubicBezTo>
                    <a:lnTo>
                      <a:pt x="0" y="150387"/>
                    </a:lnTo>
                    <a:cubicBezTo>
                      <a:pt x="0" y="67331"/>
                      <a:pt x="67331" y="0"/>
                      <a:pt x="150387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19" name="TextBox 12">
                <a:extLst>
                  <a:ext uri="{FF2B5EF4-FFF2-40B4-BE49-F238E27FC236}">
                    <a16:creationId xmlns:a16="http://schemas.microsoft.com/office/drawing/2014/main" id="{4B39DD31-DBE9-6CDA-DDB4-518632797E6D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5852" cy="739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pic>
          <p:nvPicPr>
            <p:cNvPr id="17" name="Imagen 16">
              <a:extLst>
                <a:ext uri="{FF2B5EF4-FFF2-40B4-BE49-F238E27FC236}">
                  <a16:creationId xmlns:a16="http://schemas.microsoft.com/office/drawing/2014/main" id="{D3569A93-51C9-4433-9246-986AB0DFC75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1" y="-375754"/>
              <a:ext cx="1373425" cy="1373425"/>
            </a:xfrm>
            <a:prstGeom prst="rect">
              <a:avLst/>
            </a:prstGeom>
          </p:spPr>
        </p:pic>
      </p:grp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 dirty="0"/>
          </a:p>
        </p:txBody>
      </p:sp>
      <p:grpSp>
        <p:nvGrpSpPr>
          <p:cNvPr id="3" name="Group 3"/>
          <p:cNvGrpSpPr/>
          <p:nvPr/>
        </p:nvGrpSpPr>
        <p:grpSpPr>
          <a:xfrm>
            <a:off x="-698849" y="9575651"/>
            <a:ext cx="19685699" cy="2666805"/>
            <a:chOff x="0" y="0"/>
            <a:chExt cx="5184711" cy="70236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698849" y="-1923855"/>
            <a:ext cx="19685699" cy="2666805"/>
            <a:chOff x="0" y="0"/>
            <a:chExt cx="5184711" cy="70236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5872392" y="2091327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0" name="Freeform 10"/>
          <p:cNvSpPr/>
          <p:nvPr/>
        </p:nvSpPr>
        <p:spPr>
          <a:xfrm>
            <a:off x="16901092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1" name="Freeform 11"/>
          <p:cNvSpPr/>
          <p:nvPr/>
        </p:nvSpPr>
        <p:spPr>
          <a:xfrm flipH="1">
            <a:off x="-1389129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2" name="Freeform 12"/>
          <p:cNvSpPr/>
          <p:nvPr/>
        </p:nvSpPr>
        <p:spPr>
          <a:xfrm flipH="1">
            <a:off x="-360429" y="2459791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3" name="AutoShape 13"/>
          <p:cNvSpPr/>
          <p:nvPr/>
        </p:nvSpPr>
        <p:spPr>
          <a:xfrm>
            <a:off x="10685769" y="5838140"/>
            <a:ext cx="4031312" cy="0"/>
          </a:xfrm>
          <a:prstGeom prst="line">
            <a:avLst/>
          </a:prstGeom>
          <a:ln w="57150" cap="flat">
            <a:solidFill>
              <a:srgbClr val="F15226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14" name="Freeform 14"/>
          <p:cNvSpPr/>
          <p:nvPr/>
        </p:nvSpPr>
        <p:spPr>
          <a:xfrm>
            <a:off x="14717082" y="5260485"/>
            <a:ext cx="1155311" cy="1155311"/>
          </a:xfrm>
          <a:custGeom>
            <a:avLst/>
            <a:gdLst/>
            <a:ahLst/>
            <a:cxnLst/>
            <a:rect l="l" t="t" r="r" b="b"/>
            <a:pathLst>
              <a:path w="1155311" h="1155311">
                <a:moveTo>
                  <a:pt x="0" y="0"/>
                </a:moveTo>
                <a:lnTo>
                  <a:pt x="1155310" y="0"/>
                </a:lnTo>
                <a:lnTo>
                  <a:pt x="1155310" y="1155310"/>
                </a:lnTo>
                <a:lnTo>
                  <a:pt x="0" y="11553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5" name="Freeform 15"/>
          <p:cNvSpPr/>
          <p:nvPr/>
        </p:nvSpPr>
        <p:spPr>
          <a:xfrm>
            <a:off x="9530459" y="5260485"/>
            <a:ext cx="1155311" cy="1155311"/>
          </a:xfrm>
          <a:custGeom>
            <a:avLst/>
            <a:gdLst/>
            <a:ahLst/>
            <a:cxnLst/>
            <a:rect l="l" t="t" r="r" b="b"/>
            <a:pathLst>
              <a:path w="1155311" h="1155311">
                <a:moveTo>
                  <a:pt x="0" y="0"/>
                </a:moveTo>
                <a:lnTo>
                  <a:pt x="1155310" y="0"/>
                </a:lnTo>
                <a:lnTo>
                  <a:pt x="1155310" y="1155310"/>
                </a:lnTo>
                <a:lnTo>
                  <a:pt x="0" y="11553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6" name="Freeform 16"/>
          <p:cNvSpPr/>
          <p:nvPr/>
        </p:nvSpPr>
        <p:spPr>
          <a:xfrm>
            <a:off x="4666555" y="5264120"/>
            <a:ext cx="1155311" cy="1155311"/>
          </a:xfrm>
          <a:custGeom>
            <a:avLst/>
            <a:gdLst/>
            <a:ahLst/>
            <a:cxnLst/>
            <a:rect l="l" t="t" r="r" b="b"/>
            <a:pathLst>
              <a:path w="1155311" h="1155311">
                <a:moveTo>
                  <a:pt x="0" y="0"/>
                </a:moveTo>
                <a:lnTo>
                  <a:pt x="1155311" y="0"/>
                </a:lnTo>
                <a:lnTo>
                  <a:pt x="1155311" y="1155311"/>
                </a:lnTo>
                <a:lnTo>
                  <a:pt x="0" y="11553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AutoShape 17"/>
          <p:cNvSpPr/>
          <p:nvPr/>
        </p:nvSpPr>
        <p:spPr>
          <a:xfrm flipH="1">
            <a:off x="5821866" y="5838140"/>
            <a:ext cx="3708592" cy="3636"/>
          </a:xfrm>
          <a:prstGeom prst="line">
            <a:avLst/>
          </a:prstGeom>
          <a:ln w="57150" cap="flat">
            <a:solidFill>
              <a:srgbClr val="F15226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18" name="AutoShape 18"/>
          <p:cNvSpPr/>
          <p:nvPr/>
        </p:nvSpPr>
        <p:spPr>
          <a:xfrm>
            <a:off x="3315136" y="5839958"/>
            <a:ext cx="1351420" cy="1818"/>
          </a:xfrm>
          <a:prstGeom prst="line">
            <a:avLst/>
          </a:prstGeom>
          <a:ln w="57150" cap="flat">
            <a:solidFill>
              <a:srgbClr val="F15226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19" name="Freeform 19"/>
          <p:cNvSpPr/>
          <p:nvPr/>
        </p:nvSpPr>
        <p:spPr>
          <a:xfrm>
            <a:off x="1028700" y="4696740"/>
            <a:ext cx="2286436" cy="2286436"/>
          </a:xfrm>
          <a:custGeom>
            <a:avLst/>
            <a:gdLst/>
            <a:ahLst/>
            <a:cxnLst/>
            <a:rect l="l" t="t" r="r" b="b"/>
            <a:pathLst>
              <a:path w="2286436" h="2286436">
                <a:moveTo>
                  <a:pt x="0" y="0"/>
                </a:moveTo>
                <a:lnTo>
                  <a:pt x="2286436" y="0"/>
                </a:lnTo>
                <a:lnTo>
                  <a:pt x="2286436" y="2286436"/>
                </a:lnTo>
                <a:lnTo>
                  <a:pt x="0" y="22864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20" name="TextBox 20"/>
          <p:cNvSpPr txBox="1"/>
          <p:nvPr/>
        </p:nvSpPr>
        <p:spPr>
          <a:xfrm>
            <a:off x="2609717" y="2374067"/>
            <a:ext cx="9048883" cy="4755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Una </a:t>
            </a:r>
            <a:r>
              <a:rPr lang="en-US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rama</a:t>
            </a: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es </a:t>
            </a:r>
            <a:r>
              <a:rPr lang="en-US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una</a:t>
            </a: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línea</a:t>
            </a: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desarrollo</a:t>
            </a: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independiente</a:t>
            </a: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endParaRPr lang="en-US" sz="2799" b="1" spc="-75" dirty="0">
              <a:solidFill>
                <a:srgbClr val="0CC0DF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2961908" y="907134"/>
            <a:ext cx="12364185" cy="1368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717"/>
              </a:lnSpc>
            </a:pPr>
            <a:r>
              <a:rPr lang="en-US" sz="9160" b="1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¿QUÉ ES UNA RAMA?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048621" y="5543949"/>
            <a:ext cx="391180" cy="509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V1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874980" y="5543949"/>
            <a:ext cx="466268" cy="509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n-US" sz="2799" spc="-7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V2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5059982" y="5543949"/>
            <a:ext cx="466268" cy="509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n-US" sz="2799" spc="-7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V3</a:t>
            </a:r>
          </a:p>
        </p:txBody>
      </p:sp>
      <p:sp>
        <p:nvSpPr>
          <p:cNvPr id="25" name="Freeform 25"/>
          <p:cNvSpPr/>
          <p:nvPr/>
        </p:nvSpPr>
        <p:spPr>
          <a:xfrm>
            <a:off x="7239373" y="3424778"/>
            <a:ext cx="971079" cy="971079"/>
          </a:xfrm>
          <a:custGeom>
            <a:avLst/>
            <a:gdLst/>
            <a:ahLst/>
            <a:cxnLst/>
            <a:rect l="l" t="t" r="r" b="b"/>
            <a:pathLst>
              <a:path w="971079" h="971079">
                <a:moveTo>
                  <a:pt x="0" y="0"/>
                </a:moveTo>
                <a:lnTo>
                  <a:pt x="971079" y="0"/>
                </a:lnTo>
                <a:lnTo>
                  <a:pt x="971079" y="971079"/>
                </a:lnTo>
                <a:lnTo>
                  <a:pt x="0" y="9710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26" name="Freeform 26"/>
          <p:cNvSpPr/>
          <p:nvPr/>
        </p:nvSpPr>
        <p:spPr>
          <a:xfrm>
            <a:off x="9874980" y="3424778"/>
            <a:ext cx="971079" cy="971079"/>
          </a:xfrm>
          <a:custGeom>
            <a:avLst/>
            <a:gdLst/>
            <a:ahLst/>
            <a:cxnLst/>
            <a:rect l="l" t="t" r="r" b="b"/>
            <a:pathLst>
              <a:path w="971079" h="971079">
                <a:moveTo>
                  <a:pt x="0" y="0"/>
                </a:moveTo>
                <a:lnTo>
                  <a:pt x="971079" y="0"/>
                </a:lnTo>
                <a:lnTo>
                  <a:pt x="971079" y="971079"/>
                </a:lnTo>
                <a:lnTo>
                  <a:pt x="0" y="9710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27" name="Freeform 27"/>
          <p:cNvSpPr/>
          <p:nvPr/>
        </p:nvSpPr>
        <p:spPr>
          <a:xfrm flipV="1">
            <a:off x="8210451" y="3864599"/>
            <a:ext cx="1664527" cy="45719"/>
          </a:xfrm>
          <a:custGeom>
            <a:avLst/>
            <a:gdLst/>
            <a:ahLst/>
            <a:cxnLst/>
            <a:rect l="l" t="t" r="r" b="b"/>
            <a:pathLst>
              <a:path w="832264">
                <a:moveTo>
                  <a:pt x="832264" y="0"/>
                </a:moveTo>
                <a:lnTo>
                  <a:pt x="0" y="0"/>
                </a:lnTo>
              </a:path>
            </a:pathLst>
          </a:custGeom>
          <a:ln w="57150" cap="flat">
            <a:solidFill>
              <a:srgbClr val="7ED957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28" name="Freeform 28"/>
          <p:cNvSpPr/>
          <p:nvPr/>
        </p:nvSpPr>
        <p:spPr>
          <a:xfrm>
            <a:off x="5244211" y="3910318"/>
            <a:ext cx="1995163" cy="1353803"/>
          </a:xfrm>
          <a:custGeom>
            <a:avLst/>
            <a:gdLst/>
            <a:ahLst/>
            <a:cxnLst/>
            <a:rect l="l" t="t" r="r" b="b"/>
            <a:pathLst>
              <a:path w="1995163" h="1353803">
                <a:moveTo>
                  <a:pt x="0" y="1353803"/>
                </a:moveTo>
                <a:lnTo>
                  <a:pt x="0" y="881060"/>
                </a:lnTo>
                <a:cubicBezTo>
                  <a:pt x="0" y="820432"/>
                  <a:pt x="24084" y="762286"/>
                  <a:pt x="66955" y="719415"/>
                </a:cubicBezTo>
                <a:cubicBezTo>
                  <a:pt x="109826" y="676545"/>
                  <a:pt x="167971" y="652460"/>
                  <a:pt x="228600" y="652460"/>
                </a:cubicBezTo>
                <a:lnTo>
                  <a:pt x="1411680" y="652460"/>
                </a:lnTo>
                <a:cubicBezTo>
                  <a:pt x="1537932" y="652460"/>
                  <a:pt x="1640280" y="550112"/>
                  <a:pt x="1640280" y="423860"/>
                </a:cubicBezTo>
                <a:lnTo>
                  <a:pt x="1640280" y="177441"/>
                </a:lnTo>
                <a:cubicBezTo>
                  <a:pt x="1640280" y="130381"/>
                  <a:pt x="1658975" y="85248"/>
                  <a:pt x="1692251" y="51971"/>
                </a:cubicBezTo>
                <a:cubicBezTo>
                  <a:pt x="1725528" y="18694"/>
                  <a:pt x="1770661" y="0"/>
                  <a:pt x="1817722" y="0"/>
                </a:cubicBezTo>
                <a:lnTo>
                  <a:pt x="1995163" y="0"/>
                </a:lnTo>
              </a:path>
            </a:pathLst>
          </a:custGeom>
          <a:ln w="57150" cap="flat">
            <a:solidFill>
              <a:srgbClr val="7ED957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29" name="Freeform 29"/>
          <p:cNvSpPr/>
          <p:nvPr/>
        </p:nvSpPr>
        <p:spPr>
          <a:xfrm>
            <a:off x="8738788" y="7197281"/>
            <a:ext cx="971079" cy="971079"/>
          </a:xfrm>
          <a:custGeom>
            <a:avLst/>
            <a:gdLst/>
            <a:ahLst/>
            <a:cxnLst/>
            <a:rect l="l" t="t" r="r" b="b"/>
            <a:pathLst>
              <a:path w="971079" h="971079">
                <a:moveTo>
                  <a:pt x="0" y="0"/>
                </a:moveTo>
                <a:lnTo>
                  <a:pt x="971079" y="0"/>
                </a:lnTo>
                <a:lnTo>
                  <a:pt x="971079" y="971079"/>
                </a:lnTo>
                <a:lnTo>
                  <a:pt x="0" y="9710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0" name="Freeform 30"/>
          <p:cNvSpPr/>
          <p:nvPr/>
        </p:nvSpPr>
        <p:spPr>
          <a:xfrm>
            <a:off x="8362852" y="5841776"/>
            <a:ext cx="821465" cy="1331325"/>
          </a:xfrm>
          <a:custGeom>
            <a:avLst/>
            <a:gdLst/>
            <a:ahLst/>
            <a:cxnLst/>
            <a:rect l="l" t="t" r="r" b="b"/>
            <a:pathLst>
              <a:path w="591125" h="1756857">
                <a:moveTo>
                  <a:pt x="591125" y="1756856"/>
                </a:moveTo>
                <a:lnTo>
                  <a:pt x="591125" y="1107028"/>
                </a:lnTo>
                <a:cubicBezTo>
                  <a:pt x="591125" y="1046399"/>
                  <a:pt x="567041" y="988254"/>
                  <a:pt x="524170" y="945383"/>
                </a:cubicBezTo>
                <a:cubicBezTo>
                  <a:pt x="481300" y="902512"/>
                  <a:pt x="423154" y="878428"/>
                  <a:pt x="362525" y="878428"/>
                </a:cubicBezTo>
                <a:lnTo>
                  <a:pt x="228600" y="878428"/>
                </a:lnTo>
                <a:cubicBezTo>
                  <a:pt x="167971" y="878428"/>
                  <a:pt x="109826" y="854343"/>
                  <a:pt x="66956" y="811472"/>
                </a:cubicBezTo>
                <a:cubicBezTo>
                  <a:pt x="24085" y="768602"/>
                  <a:pt x="0" y="710457"/>
                  <a:pt x="0" y="649828"/>
                </a:cubicBezTo>
                <a:lnTo>
                  <a:pt x="0" y="0"/>
                </a:lnTo>
              </a:path>
            </a:pathLst>
          </a:custGeom>
          <a:ln w="57150" cap="flat">
            <a:solidFill>
              <a:srgbClr val="8C52FF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31" name="Freeform 31"/>
          <p:cNvSpPr/>
          <p:nvPr/>
        </p:nvSpPr>
        <p:spPr>
          <a:xfrm>
            <a:off x="11140318" y="7909151"/>
            <a:ext cx="971079" cy="971079"/>
          </a:xfrm>
          <a:custGeom>
            <a:avLst/>
            <a:gdLst/>
            <a:ahLst/>
            <a:cxnLst/>
            <a:rect l="l" t="t" r="r" b="b"/>
            <a:pathLst>
              <a:path w="971079" h="971079">
                <a:moveTo>
                  <a:pt x="0" y="0"/>
                </a:moveTo>
                <a:lnTo>
                  <a:pt x="971078" y="0"/>
                </a:lnTo>
                <a:lnTo>
                  <a:pt x="971078" y="971079"/>
                </a:lnTo>
                <a:lnTo>
                  <a:pt x="0" y="9710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2" name="Freeform 32"/>
          <p:cNvSpPr/>
          <p:nvPr/>
        </p:nvSpPr>
        <p:spPr>
          <a:xfrm>
            <a:off x="9709867" y="7682821"/>
            <a:ext cx="1430451" cy="711870"/>
          </a:xfrm>
          <a:custGeom>
            <a:avLst/>
            <a:gdLst/>
            <a:ahLst/>
            <a:cxnLst/>
            <a:rect l="l" t="t" r="r" b="b"/>
            <a:pathLst>
              <a:path w="1430451" h="711870">
                <a:moveTo>
                  <a:pt x="0" y="0"/>
                </a:moveTo>
                <a:lnTo>
                  <a:pt x="486625" y="0"/>
                </a:lnTo>
                <a:cubicBezTo>
                  <a:pt x="547254" y="0"/>
                  <a:pt x="605399" y="24085"/>
                  <a:pt x="648270" y="66956"/>
                </a:cubicBezTo>
                <a:cubicBezTo>
                  <a:pt x="691141" y="109826"/>
                  <a:pt x="715225" y="167971"/>
                  <a:pt x="715225" y="228600"/>
                </a:cubicBezTo>
                <a:lnTo>
                  <a:pt x="715225" y="483270"/>
                </a:lnTo>
                <a:cubicBezTo>
                  <a:pt x="715225" y="543899"/>
                  <a:pt x="739310" y="602044"/>
                  <a:pt x="782181" y="644914"/>
                </a:cubicBezTo>
                <a:cubicBezTo>
                  <a:pt x="825051" y="687785"/>
                  <a:pt x="883196" y="711870"/>
                  <a:pt x="943825" y="711870"/>
                </a:cubicBezTo>
                <a:lnTo>
                  <a:pt x="1430451" y="711870"/>
                </a:lnTo>
              </a:path>
            </a:pathLst>
          </a:custGeom>
          <a:ln w="57150" cap="flat">
            <a:solidFill>
              <a:srgbClr val="8C52FF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33" name="Freeform 33"/>
          <p:cNvSpPr/>
          <p:nvPr/>
        </p:nvSpPr>
        <p:spPr>
          <a:xfrm>
            <a:off x="13245487" y="7909151"/>
            <a:ext cx="971079" cy="971079"/>
          </a:xfrm>
          <a:custGeom>
            <a:avLst/>
            <a:gdLst/>
            <a:ahLst/>
            <a:cxnLst/>
            <a:rect l="l" t="t" r="r" b="b"/>
            <a:pathLst>
              <a:path w="971079" h="971079">
                <a:moveTo>
                  <a:pt x="0" y="0"/>
                </a:moveTo>
                <a:lnTo>
                  <a:pt x="971079" y="0"/>
                </a:lnTo>
                <a:lnTo>
                  <a:pt x="971079" y="971079"/>
                </a:lnTo>
                <a:lnTo>
                  <a:pt x="0" y="9710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4" name="Freeform 34"/>
          <p:cNvSpPr/>
          <p:nvPr/>
        </p:nvSpPr>
        <p:spPr>
          <a:xfrm flipV="1">
            <a:off x="12111397" y="8394690"/>
            <a:ext cx="1134091" cy="45719"/>
          </a:xfrm>
          <a:custGeom>
            <a:avLst/>
            <a:gdLst/>
            <a:ahLst/>
            <a:cxnLst/>
            <a:rect l="l" t="t" r="r" b="b"/>
            <a:pathLst>
              <a:path w="567046">
                <a:moveTo>
                  <a:pt x="0" y="0"/>
                </a:moveTo>
                <a:lnTo>
                  <a:pt x="567046" y="0"/>
                </a:lnTo>
              </a:path>
            </a:pathLst>
          </a:custGeom>
          <a:ln w="57150" cap="flat">
            <a:solidFill>
              <a:srgbClr val="8C52FF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35" name="TextBox 35"/>
          <p:cNvSpPr txBox="1"/>
          <p:nvPr/>
        </p:nvSpPr>
        <p:spPr>
          <a:xfrm>
            <a:off x="15872392" y="5540313"/>
            <a:ext cx="2415608" cy="509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master/main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2F178707-2A51-946B-7A5E-4530B263BC57}"/>
              </a:ext>
            </a:extLst>
          </p:cNvPr>
          <p:cNvSpPr txBox="1"/>
          <p:nvPr/>
        </p:nvSpPr>
        <p:spPr>
          <a:xfrm>
            <a:off x="11353800" y="2373735"/>
            <a:ext cx="54914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spc="-75" dirty="0">
                <a:solidFill>
                  <a:srgbClr val="FFFFFF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Como un </a:t>
            </a:r>
            <a:r>
              <a:rPr lang="en-US" sz="2800" b="1" spc="-75" dirty="0" err="1">
                <a:solidFill>
                  <a:srgbClr val="0CC0DF"/>
                </a:solidFill>
                <a:latin typeface="Poppins" panose="00000500000000000000" pitchFamily="2" charset="0"/>
                <a:ea typeface="Poppins Bold"/>
                <a:cs typeface="Poppins" panose="00000500000000000000" pitchFamily="2" charset="0"/>
                <a:sym typeface="Poppins Bold"/>
              </a:rPr>
              <a:t>universo</a:t>
            </a:r>
            <a:r>
              <a:rPr lang="en-US" sz="2800" b="1" spc="-75" dirty="0">
                <a:solidFill>
                  <a:srgbClr val="0CC0DF"/>
                </a:solidFill>
                <a:latin typeface="Poppins" panose="00000500000000000000" pitchFamily="2" charset="0"/>
                <a:ea typeface="Poppins Bold"/>
                <a:cs typeface="Poppins" panose="00000500000000000000" pitchFamily="2" charset="0"/>
                <a:sym typeface="Poppins Bold"/>
              </a:rPr>
              <a:t> </a:t>
            </a:r>
            <a:r>
              <a:rPr lang="en-US" sz="2800" b="1" spc="-75" dirty="0" err="1">
                <a:solidFill>
                  <a:srgbClr val="0CC0DF"/>
                </a:solidFill>
                <a:latin typeface="Poppins" panose="00000500000000000000" pitchFamily="2" charset="0"/>
                <a:ea typeface="Poppins Bold"/>
                <a:cs typeface="Poppins" panose="00000500000000000000" pitchFamily="2" charset="0"/>
                <a:sym typeface="Poppins Bold"/>
              </a:rPr>
              <a:t>paralelo</a:t>
            </a:r>
            <a:endParaRPr lang="es-MX" sz="28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37" name="Grupo 36">
            <a:extLst>
              <a:ext uri="{FF2B5EF4-FFF2-40B4-BE49-F238E27FC236}">
                <a16:creationId xmlns:a16="http://schemas.microsoft.com/office/drawing/2014/main" id="{B08649AD-AB21-D57F-AACC-6531C7EACD8B}"/>
              </a:ext>
            </a:extLst>
          </p:cNvPr>
          <p:cNvGrpSpPr/>
          <p:nvPr/>
        </p:nvGrpSpPr>
        <p:grpSpPr>
          <a:xfrm>
            <a:off x="-228601" y="-478361"/>
            <a:ext cx="2905050" cy="1476032"/>
            <a:chOff x="-228601" y="-478361"/>
            <a:chExt cx="2905050" cy="1476032"/>
          </a:xfrm>
        </p:grpSpPr>
        <p:grpSp>
          <p:nvGrpSpPr>
            <p:cNvPr id="38" name="Group 10">
              <a:extLst>
                <a:ext uri="{FF2B5EF4-FFF2-40B4-BE49-F238E27FC236}">
                  <a16:creationId xmlns:a16="http://schemas.microsoft.com/office/drawing/2014/main" id="{10FC7187-4A5B-2BCA-5654-87FA8DB1192A}"/>
                </a:ext>
              </a:extLst>
            </p:cNvPr>
            <p:cNvGrpSpPr/>
            <p:nvPr/>
          </p:nvGrpSpPr>
          <p:grpSpPr>
            <a:xfrm>
              <a:off x="-228601" y="-478361"/>
              <a:ext cx="2905050" cy="1221311"/>
              <a:chOff x="0" y="0"/>
              <a:chExt cx="1355852" cy="720510"/>
            </a:xfrm>
          </p:grpSpPr>
          <p:sp>
            <p:nvSpPr>
              <p:cNvPr id="40" name="Freeform 11">
                <a:extLst>
                  <a:ext uri="{FF2B5EF4-FFF2-40B4-BE49-F238E27FC236}">
                    <a16:creationId xmlns:a16="http://schemas.microsoft.com/office/drawing/2014/main" id="{F3DA64B4-2C7B-AB5B-BAE3-F89FA36AFC47}"/>
                  </a:ext>
                </a:extLst>
              </p:cNvPr>
              <p:cNvSpPr/>
              <p:nvPr/>
            </p:nvSpPr>
            <p:spPr>
              <a:xfrm>
                <a:off x="0" y="0"/>
                <a:ext cx="1355852" cy="720510"/>
              </a:xfrm>
              <a:custGeom>
                <a:avLst/>
                <a:gdLst/>
                <a:ahLst/>
                <a:cxnLst/>
                <a:rect l="l" t="t" r="r" b="b"/>
                <a:pathLst>
                  <a:path w="1355852" h="720510">
                    <a:moveTo>
                      <a:pt x="150387" y="0"/>
                    </a:moveTo>
                    <a:lnTo>
                      <a:pt x="1205465" y="0"/>
                    </a:lnTo>
                    <a:cubicBezTo>
                      <a:pt x="1245350" y="0"/>
                      <a:pt x="1283602" y="15844"/>
                      <a:pt x="1311805" y="44047"/>
                    </a:cubicBezTo>
                    <a:cubicBezTo>
                      <a:pt x="1340008" y="72250"/>
                      <a:pt x="1355852" y="110502"/>
                      <a:pt x="1355852" y="150387"/>
                    </a:cubicBezTo>
                    <a:lnTo>
                      <a:pt x="1355852" y="570123"/>
                    </a:lnTo>
                    <a:cubicBezTo>
                      <a:pt x="1355852" y="653179"/>
                      <a:pt x="1288522" y="720510"/>
                      <a:pt x="1205465" y="720510"/>
                    </a:cubicBezTo>
                    <a:lnTo>
                      <a:pt x="150387" y="720510"/>
                    </a:lnTo>
                    <a:cubicBezTo>
                      <a:pt x="67331" y="720510"/>
                      <a:pt x="0" y="653179"/>
                      <a:pt x="0" y="570123"/>
                    </a:cubicBezTo>
                    <a:lnTo>
                      <a:pt x="0" y="150387"/>
                    </a:lnTo>
                    <a:cubicBezTo>
                      <a:pt x="0" y="67331"/>
                      <a:pt x="67331" y="0"/>
                      <a:pt x="150387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41" name="TextBox 12">
                <a:extLst>
                  <a:ext uri="{FF2B5EF4-FFF2-40B4-BE49-F238E27FC236}">
                    <a16:creationId xmlns:a16="http://schemas.microsoft.com/office/drawing/2014/main" id="{3BDF4EEE-EDED-A35B-F62F-E67C4FEA64E1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5852" cy="739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pic>
          <p:nvPicPr>
            <p:cNvPr id="39" name="Imagen 38">
              <a:extLst>
                <a:ext uri="{FF2B5EF4-FFF2-40B4-BE49-F238E27FC236}">
                  <a16:creationId xmlns:a16="http://schemas.microsoft.com/office/drawing/2014/main" id="{5AFCA86D-EA00-E916-C434-19DC8646153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1" y="-375754"/>
              <a:ext cx="1373425" cy="1373425"/>
            </a:xfrm>
            <a:prstGeom prst="rect">
              <a:avLst/>
            </a:prstGeom>
          </p:spPr>
        </p:pic>
      </p:grp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5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10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10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0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00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000"/>
                            </p:stCondLst>
                            <p:childTnLst>
                              <p:par>
                                <p:cTn id="7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1000"/>
                            </p:stCondLst>
                            <p:childTnLst>
                              <p:par>
                                <p:cTn id="8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000"/>
                            </p:stCondLst>
                            <p:childTnLst>
                              <p:par>
                                <p:cTn id="9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22" grpId="0"/>
      <p:bldP spid="23" grpId="0"/>
      <p:bldP spid="24" grpId="0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/>
      <p:bldP spid="36" grpId="0" build="allAtOnce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666" b="-4666"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/>
          <p:cNvGrpSpPr/>
          <p:nvPr/>
        </p:nvGrpSpPr>
        <p:grpSpPr>
          <a:xfrm>
            <a:off x="8953781" y="-5222082"/>
            <a:ext cx="9375908" cy="20731164"/>
            <a:chOff x="0" y="0"/>
            <a:chExt cx="2469375" cy="546006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69375" cy="5460060"/>
            </a:xfrm>
            <a:custGeom>
              <a:avLst/>
              <a:gdLst/>
              <a:ahLst/>
              <a:cxnLst/>
              <a:rect l="l" t="t" r="r" b="b"/>
              <a:pathLst>
                <a:path w="2469375" h="5460060">
                  <a:moveTo>
                    <a:pt x="0" y="0"/>
                  </a:moveTo>
                  <a:lnTo>
                    <a:pt x="2469375" y="0"/>
                  </a:lnTo>
                  <a:lnTo>
                    <a:pt x="2469375" y="5460060"/>
                  </a:lnTo>
                  <a:lnTo>
                    <a:pt x="0" y="5460060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2469375" cy="54791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854846" y="6831477"/>
            <a:ext cx="3244048" cy="3130138"/>
            <a:chOff x="0" y="0"/>
            <a:chExt cx="1272253" cy="122758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72253" cy="1227580"/>
            </a:xfrm>
            <a:custGeom>
              <a:avLst/>
              <a:gdLst/>
              <a:ahLst/>
              <a:cxnLst/>
              <a:rect l="l" t="t" r="r" b="b"/>
              <a:pathLst>
                <a:path w="1272253" h="1227580">
                  <a:moveTo>
                    <a:pt x="54889" y="0"/>
                  </a:moveTo>
                  <a:lnTo>
                    <a:pt x="1217363" y="0"/>
                  </a:lnTo>
                  <a:cubicBezTo>
                    <a:pt x="1247678" y="0"/>
                    <a:pt x="1272253" y="24575"/>
                    <a:pt x="1272253" y="54889"/>
                  </a:cubicBezTo>
                  <a:lnTo>
                    <a:pt x="1272253" y="1172690"/>
                  </a:lnTo>
                  <a:cubicBezTo>
                    <a:pt x="1272253" y="1187248"/>
                    <a:pt x="1266470" y="1201209"/>
                    <a:pt x="1256176" y="1211503"/>
                  </a:cubicBezTo>
                  <a:cubicBezTo>
                    <a:pt x="1245882" y="1221797"/>
                    <a:pt x="1231921" y="1227580"/>
                    <a:pt x="1217363" y="1227580"/>
                  </a:cubicBezTo>
                  <a:lnTo>
                    <a:pt x="54889" y="1227580"/>
                  </a:lnTo>
                  <a:cubicBezTo>
                    <a:pt x="24575" y="1227580"/>
                    <a:pt x="0" y="1203005"/>
                    <a:pt x="0" y="1172690"/>
                  </a:cubicBezTo>
                  <a:lnTo>
                    <a:pt x="0" y="54889"/>
                  </a:lnTo>
                  <a:cubicBezTo>
                    <a:pt x="0" y="24575"/>
                    <a:pt x="24575" y="0"/>
                    <a:pt x="54889" y="0"/>
                  </a:cubicBezTo>
                  <a:close/>
                </a:path>
              </a:pathLst>
            </a:custGeom>
            <a:blipFill>
              <a:blip r:embed="rId3"/>
              <a:stretch>
                <a:fillRect l="-90276" r="-2700"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28700" y="1047750"/>
            <a:ext cx="7552018" cy="2744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17"/>
              </a:lnSpc>
            </a:pPr>
            <a:r>
              <a:rPr lang="en-US" sz="9160" b="1" dirty="0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¿PARA QUÉ NOS SIRVEN?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59958" y="1636712"/>
            <a:ext cx="7299342" cy="49678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6" lvl="1" indent="-302258" algn="l">
              <a:lnSpc>
                <a:spcPts val="3919"/>
              </a:lnSpc>
              <a:buFont typeface="Arial"/>
              <a:buChar char="•"/>
            </a:pPr>
            <a:r>
              <a:rPr lang="en-US" sz="2799" spc="-7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Ev</a:t>
            </a:r>
            <a:r>
              <a:rPr lang="en-US" sz="2799" u="none" strike="noStrike" spc="-7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ita alterar el código funcional que ya está en producción.</a:t>
            </a:r>
          </a:p>
          <a:p>
            <a:pPr algn="l">
              <a:lnSpc>
                <a:spcPts val="3919"/>
              </a:lnSpc>
            </a:pPr>
            <a:endParaRPr lang="en-US" sz="2799" u="none" strike="noStrike" spc="-75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604516" lvl="1" indent="-302258" algn="l">
              <a:lnSpc>
                <a:spcPts val="3919"/>
              </a:lnSpc>
              <a:buFont typeface="Arial"/>
              <a:buChar char="•"/>
            </a:pPr>
            <a:r>
              <a:rPr lang="en-US" sz="2799" u="none" strike="noStrike" spc="-7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Facilita el trabajo simultáneo de múltiples desarrolladores sin que sus códigos interfieran entre sí.</a:t>
            </a:r>
          </a:p>
          <a:p>
            <a:pPr algn="l">
              <a:lnSpc>
                <a:spcPts val="3919"/>
              </a:lnSpc>
            </a:pPr>
            <a:endParaRPr lang="en-US" sz="2799" u="none" strike="noStrike" spc="-75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604516" lvl="1" indent="-302258" algn="l">
              <a:lnSpc>
                <a:spcPts val="3919"/>
              </a:lnSpc>
              <a:buFont typeface="Arial"/>
              <a:buChar char="•"/>
            </a:pPr>
            <a:r>
              <a:rPr lang="en-US" sz="2799" u="none" strike="noStrike" spc="-7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 el estándar obligatorio en cualquier entorno laboral profesional.</a:t>
            </a:r>
          </a:p>
          <a:p>
            <a:pPr algn="l">
              <a:lnSpc>
                <a:spcPts val="3919"/>
              </a:lnSpc>
            </a:pPr>
            <a:endParaRPr lang="en-US" sz="2799" u="none" strike="noStrike" spc="-75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028700" y="4820925"/>
            <a:ext cx="7074075" cy="19958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n-US" sz="2799" spc="-5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</a:t>
            </a:r>
            <a:r>
              <a:rPr lang="en-US" sz="2799" u="none" strike="noStrike" spc="-5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ermite </a:t>
            </a:r>
            <a:r>
              <a:rPr lang="en-US" sz="2799" u="none" strike="noStrike" spc="-5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trabajar</a:t>
            </a:r>
            <a:r>
              <a:rPr lang="en-US" sz="2799" u="none" strike="noStrike" spc="-5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u="none" strike="noStrike" spc="-5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</a:t>
            </a:r>
            <a:r>
              <a:rPr lang="en-US" sz="2799" u="none" strike="noStrike" spc="-5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u="none" strike="noStrike" spc="-5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nuevas</a:t>
            </a:r>
            <a:r>
              <a:rPr lang="en-US" sz="2799" u="none" strike="noStrike" spc="-5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u="none" strike="noStrike" spc="-5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características</a:t>
            </a:r>
            <a:r>
              <a:rPr lang="en-US" sz="2799" u="none" strike="noStrike" spc="-5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799" u="none" strike="noStrike" spc="-5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experimentos</a:t>
            </a:r>
            <a:r>
              <a:rPr lang="en-US" sz="2799" u="none" strike="noStrike" spc="-5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o </a:t>
            </a:r>
            <a:r>
              <a:rPr lang="en-US" sz="2799" u="none" strike="noStrike" spc="-5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correcciones</a:t>
            </a:r>
            <a:r>
              <a:rPr lang="en-US" sz="2799" u="none" strike="noStrike" spc="-5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sin </a:t>
            </a:r>
            <a:r>
              <a:rPr lang="en-US" sz="2799" u="none" strike="noStrike" spc="-5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modificar</a:t>
            </a:r>
            <a:r>
              <a:rPr lang="en-US" sz="2799" u="none" strike="noStrike" spc="-5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la </a:t>
            </a:r>
            <a:r>
              <a:rPr lang="en-US" sz="2799" u="none" strike="noStrike" spc="-5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versión</a:t>
            </a:r>
            <a:r>
              <a:rPr lang="en-US" sz="2799" u="none" strike="noStrike" spc="-5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principal y </a:t>
            </a:r>
            <a:r>
              <a:rPr lang="en-US" sz="2799" u="none" strike="noStrike" spc="-5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estable</a:t>
            </a:r>
            <a:r>
              <a:rPr lang="en-US" sz="2799" u="none" strike="noStrike" spc="-5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del </a:t>
            </a:r>
            <a:r>
              <a:rPr lang="en-US" sz="2799" u="none" strike="noStrike" spc="-5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proyecto</a:t>
            </a:r>
            <a:r>
              <a:rPr lang="en-US" sz="2799" u="none" strike="noStrike" spc="-5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</p:txBody>
      </p:sp>
      <p:grpSp>
        <p:nvGrpSpPr>
          <p:cNvPr id="12" name="Grupo 11">
            <a:extLst>
              <a:ext uri="{FF2B5EF4-FFF2-40B4-BE49-F238E27FC236}">
                <a16:creationId xmlns:a16="http://schemas.microsoft.com/office/drawing/2014/main" id="{19957736-E0CB-31AF-29A3-7E1F223AA93A}"/>
              </a:ext>
            </a:extLst>
          </p:cNvPr>
          <p:cNvGrpSpPr/>
          <p:nvPr/>
        </p:nvGrpSpPr>
        <p:grpSpPr>
          <a:xfrm>
            <a:off x="-228601" y="-478361"/>
            <a:ext cx="2905050" cy="1476032"/>
            <a:chOff x="-228601" y="-478361"/>
            <a:chExt cx="2905050" cy="1476032"/>
          </a:xfrm>
        </p:grpSpPr>
        <p:grpSp>
          <p:nvGrpSpPr>
            <p:cNvPr id="13" name="Group 10">
              <a:extLst>
                <a:ext uri="{FF2B5EF4-FFF2-40B4-BE49-F238E27FC236}">
                  <a16:creationId xmlns:a16="http://schemas.microsoft.com/office/drawing/2014/main" id="{E9564CE9-E6BC-75A2-F7A5-117F3A209434}"/>
                </a:ext>
              </a:extLst>
            </p:cNvPr>
            <p:cNvGrpSpPr/>
            <p:nvPr/>
          </p:nvGrpSpPr>
          <p:grpSpPr>
            <a:xfrm>
              <a:off x="-228601" y="-478361"/>
              <a:ext cx="2905050" cy="1221311"/>
              <a:chOff x="0" y="0"/>
              <a:chExt cx="1355852" cy="720510"/>
            </a:xfrm>
          </p:grpSpPr>
          <p:sp>
            <p:nvSpPr>
              <p:cNvPr id="15" name="Freeform 11">
                <a:extLst>
                  <a:ext uri="{FF2B5EF4-FFF2-40B4-BE49-F238E27FC236}">
                    <a16:creationId xmlns:a16="http://schemas.microsoft.com/office/drawing/2014/main" id="{374CC51C-C680-6CB4-90EB-5129AA2A81B4}"/>
                  </a:ext>
                </a:extLst>
              </p:cNvPr>
              <p:cNvSpPr/>
              <p:nvPr/>
            </p:nvSpPr>
            <p:spPr>
              <a:xfrm>
                <a:off x="0" y="0"/>
                <a:ext cx="1355852" cy="720510"/>
              </a:xfrm>
              <a:custGeom>
                <a:avLst/>
                <a:gdLst/>
                <a:ahLst/>
                <a:cxnLst/>
                <a:rect l="l" t="t" r="r" b="b"/>
                <a:pathLst>
                  <a:path w="1355852" h="720510">
                    <a:moveTo>
                      <a:pt x="150387" y="0"/>
                    </a:moveTo>
                    <a:lnTo>
                      <a:pt x="1205465" y="0"/>
                    </a:lnTo>
                    <a:cubicBezTo>
                      <a:pt x="1245350" y="0"/>
                      <a:pt x="1283602" y="15844"/>
                      <a:pt x="1311805" y="44047"/>
                    </a:cubicBezTo>
                    <a:cubicBezTo>
                      <a:pt x="1340008" y="72250"/>
                      <a:pt x="1355852" y="110502"/>
                      <a:pt x="1355852" y="150387"/>
                    </a:cubicBezTo>
                    <a:lnTo>
                      <a:pt x="1355852" y="570123"/>
                    </a:lnTo>
                    <a:cubicBezTo>
                      <a:pt x="1355852" y="653179"/>
                      <a:pt x="1288522" y="720510"/>
                      <a:pt x="1205465" y="720510"/>
                    </a:cubicBezTo>
                    <a:lnTo>
                      <a:pt x="150387" y="720510"/>
                    </a:lnTo>
                    <a:cubicBezTo>
                      <a:pt x="67331" y="720510"/>
                      <a:pt x="0" y="653179"/>
                      <a:pt x="0" y="570123"/>
                    </a:cubicBezTo>
                    <a:lnTo>
                      <a:pt x="0" y="150387"/>
                    </a:lnTo>
                    <a:cubicBezTo>
                      <a:pt x="0" y="67331"/>
                      <a:pt x="67331" y="0"/>
                      <a:pt x="150387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16" name="TextBox 12">
                <a:extLst>
                  <a:ext uri="{FF2B5EF4-FFF2-40B4-BE49-F238E27FC236}">
                    <a16:creationId xmlns:a16="http://schemas.microsoft.com/office/drawing/2014/main" id="{D6AEB4C5-01AB-6730-3701-E88C1AD9961D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5852" cy="739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pic>
          <p:nvPicPr>
            <p:cNvPr id="14" name="Imagen 13">
              <a:extLst>
                <a:ext uri="{FF2B5EF4-FFF2-40B4-BE49-F238E27FC236}">
                  <a16:creationId xmlns:a16="http://schemas.microsoft.com/office/drawing/2014/main" id="{9B2D755D-1526-85D2-61D9-BC2EA47E4BD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1" y="-375754"/>
              <a:ext cx="1373425" cy="1373425"/>
            </a:xfrm>
            <a:prstGeom prst="rect">
              <a:avLst/>
            </a:prstGeom>
          </p:spPr>
        </p:pic>
      </p:grp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6B0F6C-F4CA-4ECF-2ECD-6216D75A6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92DEAE1-837B-CB31-52B8-36C64E393C6C}"/>
              </a:ext>
            </a:extLst>
          </p:cNvPr>
          <p:cNvSpPr/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5AC89811-9768-B61C-8D67-3111C1736C3A}"/>
              </a:ext>
            </a:extLst>
          </p:cNvPr>
          <p:cNvGrpSpPr/>
          <p:nvPr/>
        </p:nvGrpSpPr>
        <p:grpSpPr>
          <a:xfrm>
            <a:off x="-698849" y="9575651"/>
            <a:ext cx="19685699" cy="2666805"/>
            <a:chOff x="0" y="0"/>
            <a:chExt cx="5184711" cy="702368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BB76160D-86E2-5D59-A89D-A3F44B5A3658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98AA025A-DC4C-A8EF-5E61-6C0C777804EB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526A4B38-25F8-0619-0774-7CF0C9A4BDD4}"/>
              </a:ext>
            </a:extLst>
          </p:cNvPr>
          <p:cNvGrpSpPr/>
          <p:nvPr/>
        </p:nvGrpSpPr>
        <p:grpSpPr>
          <a:xfrm>
            <a:off x="-698849" y="-1923855"/>
            <a:ext cx="19685699" cy="2666805"/>
            <a:chOff x="0" y="0"/>
            <a:chExt cx="5184711" cy="70236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D02924A-9C3D-91ED-B35B-DF3F19BA0B1A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6ED558D7-61E9-3A9F-59D2-F92745AE4130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FDE786C3-0343-73BF-6C6C-8E10E7CDE357}"/>
              </a:ext>
            </a:extLst>
          </p:cNvPr>
          <p:cNvSpPr/>
          <p:nvPr/>
        </p:nvSpPr>
        <p:spPr>
          <a:xfrm>
            <a:off x="15872392" y="2091327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873C917F-C817-003F-3B93-6931453BEB2C}"/>
              </a:ext>
            </a:extLst>
          </p:cNvPr>
          <p:cNvSpPr/>
          <p:nvPr/>
        </p:nvSpPr>
        <p:spPr>
          <a:xfrm>
            <a:off x="16901092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BF2955CC-85BD-2DEB-AA75-8B47923B35AE}"/>
              </a:ext>
            </a:extLst>
          </p:cNvPr>
          <p:cNvSpPr/>
          <p:nvPr/>
        </p:nvSpPr>
        <p:spPr>
          <a:xfrm flipH="1">
            <a:off x="-1389129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3E18670B-7898-D258-7DD2-E95A8643E094}"/>
              </a:ext>
            </a:extLst>
          </p:cNvPr>
          <p:cNvSpPr/>
          <p:nvPr/>
        </p:nvSpPr>
        <p:spPr>
          <a:xfrm flipH="1">
            <a:off x="-360429" y="2459791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8B99E7C3-AC05-2D4C-2742-0F633066BE77}"/>
              </a:ext>
            </a:extLst>
          </p:cNvPr>
          <p:cNvSpPr txBox="1"/>
          <p:nvPr/>
        </p:nvSpPr>
        <p:spPr>
          <a:xfrm>
            <a:off x="2218647" y="3624858"/>
            <a:ext cx="13907101" cy="2990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19"/>
              </a:lnSpc>
            </a:pPr>
            <a:r>
              <a:rPr lang="es-MX" sz="3200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Crear una rama nueva equivale a </a:t>
            </a:r>
            <a:r>
              <a:rPr lang="es-MX" sz="3200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generar una copia exacta del código </a:t>
            </a:r>
            <a:r>
              <a:rPr lang="es-MX" sz="3200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 el estado en que se encuentra la rama </a:t>
            </a:r>
            <a:r>
              <a:rPr lang="es-MX" sz="3200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donde estás posicionado</a:t>
            </a:r>
            <a:r>
              <a:rPr lang="es-MX" sz="3200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actualmente. </a:t>
            </a:r>
          </a:p>
          <a:p>
            <a:pPr algn="just">
              <a:lnSpc>
                <a:spcPts val="3919"/>
              </a:lnSpc>
            </a:pPr>
            <a:endParaRPr lang="es-MX" sz="3200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3919"/>
              </a:lnSpc>
            </a:pPr>
            <a:r>
              <a:rPr lang="es-MX" sz="3200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Por esta razón, antes de crear una rama, es vital </a:t>
            </a:r>
            <a:r>
              <a:rPr lang="es-MX" sz="3200" b="1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verificar dónde estás parado.</a:t>
            </a:r>
            <a:endParaRPr lang="en-US" sz="3200" b="1" u="none" strike="noStrike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60ADC555-583A-3AF6-7D2E-5121F9F5927C}"/>
              </a:ext>
            </a:extLst>
          </p:cNvPr>
          <p:cNvSpPr txBox="1"/>
          <p:nvPr/>
        </p:nvSpPr>
        <p:spPr>
          <a:xfrm>
            <a:off x="3347172" y="2091327"/>
            <a:ext cx="11638327" cy="13721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717"/>
              </a:lnSpc>
            </a:pPr>
            <a:r>
              <a:rPr lang="en-US" sz="9160" b="1" dirty="0">
                <a:solidFill>
                  <a:srgbClr val="F15226"/>
                </a:solidFill>
                <a:latin typeface="Lato Bold"/>
                <a:ea typeface="Lato Bold"/>
                <a:cs typeface="Lato Bold"/>
                <a:sym typeface="Lato Bold"/>
              </a:rPr>
              <a:t>IMPORTANTE</a:t>
            </a:r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6116B720-3310-8C3E-DE01-80AA29042115}"/>
              </a:ext>
            </a:extLst>
          </p:cNvPr>
          <p:cNvGrpSpPr/>
          <p:nvPr/>
        </p:nvGrpSpPr>
        <p:grpSpPr>
          <a:xfrm>
            <a:off x="-228601" y="-478361"/>
            <a:ext cx="2905050" cy="1476032"/>
            <a:chOff x="-228601" y="-478361"/>
            <a:chExt cx="2905050" cy="1476032"/>
          </a:xfrm>
        </p:grpSpPr>
        <p:grpSp>
          <p:nvGrpSpPr>
            <p:cNvPr id="16" name="Group 10">
              <a:extLst>
                <a:ext uri="{FF2B5EF4-FFF2-40B4-BE49-F238E27FC236}">
                  <a16:creationId xmlns:a16="http://schemas.microsoft.com/office/drawing/2014/main" id="{C400D7DC-3CD4-06FE-1F44-C80F819F40DC}"/>
                </a:ext>
              </a:extLst>
            </p:cNvPr>
            <p:cNvGrpSpPr/>
            <p:nvPr/>
          </p:nvGrpSpPr>
          <p:grpSpPr>
            <a:xfrm>
              <a:off x="-228601" y="-478361"/>
              <a:ext cx="2905050" cy="1221311"/>
              <a:chOff x="0" y="0"/>
              <a:chExt cx="1355852" cy="720510"/>
            </a:xfrm>
          </p:grpSpPr>
          <p:sp>
            <p:nvSpPr>
              <p:cNvPr id="18" name="Freeform 11">
                <a:extLst>
                  <a:ext uri="{FF2B5EF4-FFF2-40B4-BE49-F238E27FC236}">
                    <a16:creationId xmlns:a16="http://schemas.microsoft.com/office/drawing/2014/main" id="{B8B56ECB-2B15-D785-9A79-BEF62AB3CB05}"/>
                  </a:ext>
                </a:extLst>
              </p:cNvPr>
              <p:cNvSpPr/>
              <p:nvPr/>
            </p:nvSpPr>
            <p:spPr>
              <a:xfrm>
                <a:off x="0" y="0"/>
                <a:ext cx="1355852" cy="720510"/>
              </a:xfrm>
              <a:custGeom>
                <a:avLst/>
                <a:gdLst/>
                <a:ahLst/>
                <a:cxnLst/>
                <a:rect l="l" t="t" r="r" b="b"/>
                <a:pathLst>
                  <a:path w="1355852" h="720510">
                    <a:moveTo>
                      <a:pt x="150387" y="0"/>
                    </a:moveTo>
                    <a:lnTo>
                      <a:pt x="1205465" y="0"/>
                    </a:lnTo>
                    <a:cubicBezTo>
                      <a:pt x="1245350" y="0"/>
                      <a:pt x="1283602" y="15844"/>
                      <a:pt x="1311805" y="44047"/>
                    </a:cubicBezTo>
                    <a:cubicBezTo>
                      <a:pt x="1340008" y="72250"/>
                      <a:pt x="1355852" y="110502"/>
                      <a:pt x="1355852" y="150387"/>
                    </a:cubicBezTo>
                    <a:lnTo>
                      <a:pt x="1355852" y="570123"/>
                    </a:lnTo>
                    <a:cubicBezTo>
                      <a:pt x="1355852" y="653179"/>
                      <a:pt x="1288522" y="720510"/>
                      <a:pt x="1205465" y="720510"/>
                    </a:cubicBezTo>
                    <a:lnTo>
                      <a:pt x="150387" y="720510"/>
                    </a:lnTo>
                    <a:cubicBezTo>
                      <a:pt x="67331" y="720510"/>
                      <a:pt x="0" y="653179"/>
                      <a:pt x="0" y="570123"/>
                    </a:cubicBezTo>
                    <a:lnTo>
                      <a:pt x="0" y="150387"/>
                    </a:lnTo>
                    <a:cubicBezTo>
                      <a:pt x="0" y="67331"/>
                      <a:pt x="67331" y="0"/>
                      <a:pt x="150387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19" name="TextBox 12">
                <a:extLst>
                  <a:ext uri="{FF2B5EF4-FFF2-40B4-BE49-F238E27FC236}">
                    <a16:creationId xmlns:a16="http://schemas.microsoft.com/office/drawing/2014/main" id="{13376A61-58BF-1A61-CFCF-F87E66F6E572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5852" cy="739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pic>
          <p:nvPicPr>
            <p:cNvPr id="17" name="Imagen 16">
              <a:extLst>
                <a:ext uri="{FF2B5EF4-FFF2-40B4-BE49-F238E27FC236}">
                  <a16:creationId xmlns:a16="http://schemas.microsoft.com/office/drawing/2014/main" id="{D0C558CF-C9F8-F9DD-E1A9-152C06112B3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1" y="-375754"/>
              <a:ext cx="1373425" cy="13734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7905070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9E250C-E94B-D82D-84BF-9E5A9B735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1CAF145-0DAF-8281-5C21-BEBABAD2A29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 dirty="0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4910EC50-3F05-7B0C-2C67-C952B2033BE3}"/>
              </a:ext>
            </a:extLst>
          </p:cNvPr>
          <p:cNvGrpSpPr/>
          <p:nvPr/>
        </p:nvGrpSpPr>
        <p:grpSpPr>
          <a:xfrm>
            <a:off x="-698849" y="9575651"/>
            <a:ext cx="19685699" cy="2666805"/>
            <a:chOff x="0" y="0"/>
            <a:chExt cx="5184711" cy="702368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194F8FAE-909B-331D-D419-8B4A426016AF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 dirty="0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8DAB2AB8-D1B9-3DEC-434C-56B3AC73DBBE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7F650521-6361-C02C-8576-933ED10F2851}"/>
              </a:ext>
            </a:extLst>
          </p:cNvPr>
          <p:cNvGrpSpPr/>
          <p:nvPr/>
        </p:nvGrpSpPr>
        <p:grpSpPr>
          <a:xfrm>
            <a:off x="-698849" y="-1923855"/>
            <a:ext cx="19685699" cy="2666805"/>
            <a:chOff x="0" y="0"/>
            <a:chExt cx="5184711" cy="70236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EA3ADFFD-DD21-6866-1F79-740A31023650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0176E3CC-7108-4182-B609-70330D5D4680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C81B3552-234A-22ED-804C-8F2BB3407A65}"/>
              </a:ext>
            </a:extLst>
          </p:cNvPr>
          <p:cNvSpPr/>
          <p:nvPr/>
        </p:nvSpPr>
        <p:spPr>
          <a:xfrm>
            <a:off x="15872392" y="2091327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1DAC386B-C481-77BF-4A90-23E298D6DC2A}"/>
              </a:ext>
            </a:extLst>
          </p:cNvPr>
          <p:cNvSpPr/>
          <p:nvPr/>
        </p:nvSpPr>
        <p:spPr>
          <a:xfrm>
            <a:off x="16901092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4219F512-F4BA-8868-D8D2-18D0B82D085A}"/>
              </a:ext>
            </a:extLst>
          </p:cNvPr>
          <p:cNvSpPr/>
          <p:nvPr/>
        </p:nvSpPr>
        <p:spPr>
          <a:xfrm flipH="1">
            <a:off x="-1389129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FAC4377C-772F-524A-CE65-46D008DBD1D4}"/>
              </a:ext>
            </a:extLst>
          </p:cNvPr>
          <p:cNvSpPr/>
          <p:nvPr/>
        </p:nvSpPr>
        <p:spPr>
          <a:xfrm flipH="1">
            <a:off x="-360429" y="2459791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3" name="AutoShape 13">
            <a:extLst>
              <a:ext uri="{FF2B5EF4-FFF2-40B4-BE49-F238E27FC236}">
                <a16:creationId xmlns:a16="http://schemas.microsoft.com/office/drawing/2014/main" id="{3998E5A6-D2BC-9612-9E9A-19CCE5DE3C7E}"/>
              </a:ext>
            </a:extLst>
          </p:cNvPr>
          <p:cNvSpPr/>
          <p:nvPr/>
        </p:nvSpPr>
        <p:spPr>
          <a:xfrm>
            <a:off x="7536505" y="7691911"/>
            <a:ext cx="910158" cy="0"/>
          </a:xfrm>
          <a:prstGeom prst="line">
            <a:avLst/>
          </a:prstGeom>
          <a:ln w="57150" cap="flat">
            <a:solidFill>
              <a:srgbClr val="F15226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363CE45E-0BD7-880C-9280-909C5D1D15DB}"/>
              </a:ext>
            </a:extLst>
          </p:cNvPr>
          <p:cNvSpPr/>
          <p:nvPr/>
        </p:nvSpPr>
        <p:spPr>
          <a:xfrm>
            <a:off x="8446662" y="7114256"/>
            <a:ext cx="1155311" cy="1155311"/>
          </a:xfrm>
          <a:custGeom>
            <a:avLst/>
            <a:gdLst/>
            <a:ahLst/>
            <a:cxnLst/>
            <a:rect l="l" t="t" r="r" b="b"/>
            <a:pathLst>
              <a:path w="1155311" h="1155311">
                <a:moveTo>
                  <a:pt x="0" y="0"/>
                </a:moveTo>
                <a:lnTo>
                  <a:pt x="1155310" y="0"/>
                </a:lnTo>
                <a:lnTo>
                  <a:pt x="1155310" y="1155310"/>
                </a:lnTo>
                <a:lnTo>
                  <a:pt x="0" y="11553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54634696-379F-A7E4-FA57-5059690BA6F8}"/>
              </a:ext>
            </a:extLst>
          </p:cNvPr>
          <p:cNvSpPr/>
          <p:nvPr/>
        </p:nvSpPr>
        <p:spPr>
          <a:xfrm>
            <a:off x="6381193" y="7114256"/>
            <a:ext cx="1155311" cy="1155311"/>
          </a:xfrm>
          <a:custGeom>
            <a:avLst/>
            <a:gdLst/>
            <a:ahLst/>
            <a:cxnLst/>
            <a:rect l="l" t="t" r="r" b="b"/>
            <a:pathLst>
              <a:path w="1155311" h="1155311">
                <a:moveTo>
                  <a:pt x="0" y="0"/>
                </a:moveTo>
                <a:lnTo>
                  <a:pt x="1155310" y="0"/>
                </a:lnTo>
                <a:lnTo>
                  <a:pt x="1155310" y="1155310"/>
                </a:lnTo>
                <a:lnTo>
                  <a:pt x="0" y="11553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C5C1EA0E-45C8-DD4F-0341-D91C41C5BF16}"/>
              </a:ext>
            </a:extLst>
          </p:cNvPr>
          <p:cNvSpPr/>
          <p:nvPr/>
        </p:nvSpPr>
        <p:spPr>
          <a:xfrm>
            <a:off x="4253059" y="7117891"/>
            <a:ext cx="1155311" cy="1155311"/>
          </a:xfrm>
          <a:custGeom>
            <a:avLst/>
            <a:gdLst/>
            <a:ahLst/>
            <a:cxnLst/>
            <a:rect l="l" t="t" r="r" b="b"/>
            <a:pathLst>
              <a:path w="1155311" h="1155311">
                <a:moveTo>
                  <a:pt x="0" y="0"/>
                </a:moveTo>
                <a:lnTo>
                  <a:pt x="1155311" y="0"/>
                </a:lnTo>
                <a:lnTo>
                  <a:pt x="1155311" y="1155311"/>
                </a:lnTo>
                <a:lnTo>
                  <a:pt x="0" y="11553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AutoShape 17">
            <a:extLst>
              <a:ext uri="{FF2B5EF4-FFF2-40B4-BE49-F238E27FC236}">
                <a16:creationId xmlns:a16="http://schemas.microsoft.com/office/drawing/2014/main" id="{D93EA0DE-2684-B5A3-322A-E2E9A78D512E}"/>
              </a:ext>
            </a:extLst>
          </p:cNvPr>
          <p:cNvSpPr/>
          <p:nvPr/>
        </p:nvSpPr>
        <p:spPr>
          <a:xfrm flipH="1">
            <a:off x="5408369" y="7695547"/>
            <a:ext cx="951057" cy="0"/>
          </a:xfrm>
          <a:prstGeom prst="line">
            <a:avLst/>
          </a:prstGeom>
          <a:ln w="57150" cap="flat">
            <a:solidFill>
              <a:srgbClr val="F15226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A0FC7517-EF07-0B56-7692-E4019636429E}"/>
              </a:ext>
            </a:extLst>
          </p:cNvPr>
          <p:cNvSpPr/>
          <p:nvPr/>
        </p:nvSpPr>
        <p:spPr>
          <a:xfrm>
            <a:off x="2901640" y="7693729"/>
            <a:ext cx="1351420" cy="1818"/>
          </a:xfrm>
          <a:prstGeom prst="line">
            <a:avLst/>
          </a:prstGeom>
          <a:ln w="57150" cap="flat">
            <a:solidFill>
              <a:srgbClr val="F15226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19" name="Freeform 19">
            <a:extLst>
              <a:ext uri="{FF2B5EF4-FFF2-40B4-BE49-F238E27FC236}">
                <a16:creationId xmlns:a16="http://schemas.microsoft.com/office/drawing/2014/main" id="{18741BC5-88A3-D44A-1B6F-AD86B4B99344}"/>
              </a:ext>
            </a:extLst>
          </p:cNvPr>
          <p:cNvSpPr/>
          <p:nvPr/>
        </p:nvSpPr>
        <p:spPr>
          <a:xfrm>
            <a:off x="615204" y="6550511"/>
            <a:ext cx="2286436" cy="2286436"/>
          </a:xfrm>
          <a:custGeom>
            <a:avLst/>
            <a:gdLst/>
            <a:ahLst/>
            <a:cxnLst/>
            <a:rect l="l" t="t" r="r" b="b"/>
            <a:pathLst>
              <a:path w="2286436" h="2286436">
                <a:moveTo>
                  <a:pt x="0" y="0"/>
                </a:moveTo>
                <a:lnTo>
                  <a:pt x="2286436" y="0"/>
                </a:lnTo>
                <a:lnTo>
                  <a:pt x="2286436" y="2286436"/>
                </a:lnTo>
                <a:lnTo>
                  <a:pt x="0" y="22864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08818113-62DF-F62B-7FD4-BD09ECDCA9F8}"/>
              </a:ext>
            </a:extLst>
          </p:cNvPr>
          <p:cNvSpPr txBox="1"/>
          <p:nvPr/>
        </p:nvSpPr>
        <p:spPr>
          <a:xfrm>
            <a:off x="783615" y="758816"/>
            <a:ext cx="17197243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s-MX" sz="7500" b="1" dirty="0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LOS TRES NIVELES EN LA INDUSTRIA</a:t>
            </a:r>
            <a:endParaRPr lang="en-US" sz="7500" b="1" dirty="0">
              <a:solidFill>
                <a:srgbClr val="FFFFFF"/>
              </a:solidFill>
              <a:latin typeface="Lato Bold"/>
              <a:ea typeface="Lato Bold"/>
              <a:cs typeface="Lato Bold"/>
              <a:sym typeface="Lato Bold"/>
            </a:endParaRPr>
          </a:p>
        </p:txBody>
      </p:sp>
      <p:sp>
        <p:nvSpPr>
          <p:cNvPr id="25" name="Freeform 25">
            <a:extLst>
              <a:ext uri="{FF2B5EF4-FFF2-40B4-BE49-F238E27FC236}">
                <a16:creationId xmlns:a16="http://schemas.microsoft.com/office/drawing/2014/main" id="{421DFBCF-C6C4-DE52-54CB-FC5094284F62}"/>
              </a:ext>
            </a:extLst>
          </p:cNvPr>
          <p:cNvSpPr/>
          <p:nvPr/>
        </p:nvSpPr>
        <p:spPr>
          <a:xfrm>
            <a:off x="9804808" y="5229711"/>
            <a:ext cx="971079" cy="971079"/>
          </a:xfrm>
          <a:custGeom>
            <a:avLst/>
            <a:gdLst/>
            <a:ahLst/>
            <a:cxnLst/>
            <a:rect l="l" t="t" r="r" b="b"/>
            <a:pathLst>
              <a:path w="971079" h="971079">
                <a:moveTo>
                  <a:pt x="0" y="0"/>
                </a:moveTo>
                <a:lnTo>
                  <a:pt x="971079" y="0"/>
                </a:lnTo>
                <a:lnTo>
                  <a:pt x="971079" y="971079"/>
                </a:lnTo>
                <a:lnTo>
                  <a:pt x="0" y="9710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26" name="Freeform 26">
            <a:extLst>
              <a:ext uri="{FF2B5EF4-FFF2-40B4-BE49-F238E27FC236}">
                <a16:creationId xmlns:a16="http://schemas.microsoft.com/office/drawing/2014/main" id="{38B68674-C580-0C41-F029-D8B7B4703673}"/>
              </a:ext>
            </a:extLst>
          </p:cNvPr>
          <p:cNvSpPr/>
          <p:nvPr/>
        </p:nvSpPr>
        <p:spPr>
          <a:xfrm>
            <a:off x="12383561" y="5229711"/>
            <a:ext cx="971079" cy="971079"/>
          </a:xfrm>
          <a:custGeom>
            <a:avLst/>
            <a:gdLst/>
            <a:ahLst/>
            <a:cxnLst/>
            <a:rect l="l" t="t" r="r" b="b"/>
            <a:pathLst>
              <a:path w="971079" h="971079">
                <a:moveTo>
                  <a:pt x="0" y="0"/>
                </a:moveTo>
                <a:lnTo>
                  <a:pt x="971079" y="0"/>
                </a:lnTo>
                <a:lnTo>
                  <a:pt x="971079" y="971079"/>
                </a:lnTo>
                <a:lnTo>
                  <a:pt x="0" y="9710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27" name="Freeform 27">
            <a:extLst>
              <a:ext uri="{FF2B5EF4-FFF2-40B4-BE49-F238E27FC236}">
                <a16:creationId xmlns:a16="http://schemas.microsoft.com/office/drawing/2014/main" id="{E3A7ADF8-0D40-7041-FE82-FDAD9177E6AD}"/>
              </a:ext>
            </a:extLst>
          </p:cNvPr>
          <p:cNvSpPr/>
          <p:nvPr/>
        </p:nvSpPr>
        <p:spPr>
          <a:xfrm flipV="1">
            <a:off x="10719032" y="5669531"/>
            <a:ext cx="1664527" cy="45719"/>
          </a:xfrm>
          <a:custGeom>
            <a:avLst/>
            <a:gdLst/>
            <a:ahLst/>
            <a:cxnLst/>
            <a:rect l="l" t="t" r="r" b="b"/>
            <a:pathLst>
              <a:path w="832264">
                <a:moveTo>
                  <a:pt x="832264" y="0"/>
                </a:moveTo>
                <a:lnTo>
                  <a:pt x="0" y="0"/>
                </a:lnTo>
              </a:path>
            </a:pathLst>
          </a:custGeom>
          <a:ln w="57150" cap="flat">
            <a:solidFill>
              <a:srgbClr val="7ED957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28" name="Freeform 28">
            <a:extLst>
              <a:ext uri="{FF2B5EF4-FFF2-40B4-BE49-F238E27FC236}">
                <a16:creationId xmlns:a16="http://schemas.microsoft.com/office/drawing/2014/main" id="{C77A71FD-8D93-6947-8E4F-445D1AF90AA8}"/>
              </a:ext>
            </a:extLst>
          </p:cNvPr>
          <p:cNvSpPr/>
          <p:nvPr/>
        </p:nvSpPr>
        <p:spPr>
          <a:xfrm>
            <a:off x="9124355" y="5715251"/>
            <a:ext cx="711833" cy="1353803"/>
          </a:xfrm>
          <a:custGeom>
            <a:avLst/>
            <a:gdLst/>
            <a:ahLst/>
            <a:cxnLst/>
            <a:rect l="l" t="t" r="r" b="b"/>
            <a:pathLst>
              <a:path w="1995163" h="1353803">
                <a:moveTo>
                  <a:pt x="0" y="1353803"/>
                </a:moveTo>
                <a:lnTo>
                  <a:pt x="0" y="881060"/>
                </a:lnTo>
                <a:cubicBezTo>
                  <a:pt x="0" y="820432"/>
                  <a:pt x="24084" y="762286"/>
                  <a:pt x="66955" y="719415"/>
                </a:cubicBezTo>
                <a:cubicBezTo>
                  <a:pt x="109826" y="676545"/>
                  <a:pt x="167971" y="652460"/>
                  <a:pt x="228600" y="652460"/>
                </a:cubicBezTo>
                <a:lnTo>
                  <a:pt x="1411680" y="652460"/>
                </a:lnTo>
                <a:cubicBezTo>
                  <a:pt x="1537932" y="652460"/>
                  <a:pt x="1640280" y="550112"/>
                  <a:pt x="1640280" y="423860"/>
                </a:cubicBezTo>
                <a:lnTo>
                  <a:pt x="1640280" y="177441"/>
                </a:lnTo>
                <a:cubicBezTo>
                  <a:pt x="1640280" y="130381"/>
                  <a:pt x="1658975" y="85248"/>
                  <a:pt x="1692251" y="51971"/>
                </a:cubicBezTo>
                <a:cubicBezTo>
                  <a:pt x="1725528" y="18694"/>
                  <a:pt x="1770661" y="0"/>
                  <a:pt x="1817722" y="0"/>
                </a:cubicBezTo>
                <a:lnTo>
                  <a:pt x="1995163" y="0"/>
                </a:lnTo>
              </a:path>
            </a:pathLst>
          </a:custGeom>
          <a:ln w="57150" cap="flat">
            <a:solidFill>
              <a:srgbClr val="7ED957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29" name="Freeform 29">
            <a:extLst>
              <a:ext uri="{FF2B5EF4-FFF2-40B4-BE49-F238E27FC236}">
                <a16:creationId xmlns:a16="http://schemas.microsoft.com/office/drawing/2014/main" id="{BB6BECC9-1C92-89AC-C2F9-1C0F8F8D1422}"/>
              </a:ext>
            </a:extLst>
          </p:cNvPr>
          <p:cNvSpPr/>
          <p:nvPr/>
        </p:nvSpPr>
        <p:spPr>
          <a:xfrm>
            <a:off x="10995619" y="3021279"/>
            <a:ext cx="971079" cy="971079"/>
          </a:xfrm>
          <a:custGeom>
            <a:avLst/>
            <a:gdLst/>
            <a:ahLst/>
            <a:cxnLst/>
            <a:rect l="l" t="t" r="r" b="b"/>
            <a:pathLst>
              <a:path w="971079" h="971079">
                <a:moveTo>
                  <a:pt x="0" y="0"/>
                </a:moveTo>
                <a:lnTo>
                  <a:pt x="971079" y="0"/>
                </a:lnTo>
                <a:lnTo>
                  <a:pt x="971079" y="971079"/>
                </a:lnTo>
                <a:lnTo>
                  <a:pt x="0" y="9710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0" name="Freeform 30">
            <a:extLst>
              <a:ext uri="{FF2B5EF4-FFF2-40B4-BE49-F238E27FC236}">
                <a16:creationId xmlns:a16="http://schemas.microsoft.com/office/drawing/2014/main" id="{48F4C1B2-5E37-EBBA-7CB1-092A1DBC2454}"/>
              </a:ext>
            </a:extLst>
          </p:cNvPr>
          <p:cNvSpPr/>
          <p:nvPr/>
        </p:nvSpPr>
        <p:spPr>
          <a:xfrm>
            <a:off x="11450596" y="3946497"/>
            <a:ext cx="1380852" cy="1331325"/>
          </a:xfrm>
          <a:custGeom>
            <a:avLst/>
            <a:gdLst/>
            <a:ahLst/>
            <a:cxnLst/>
            <a:rect l="l" t="t" r="r" b="b"/>
            <a:pathLst>
              <a:path w="591125" h="1756857">
                <a:moveTo>
                  <a:pt x="591125" y="1756856"/>
                </a:moveTo>
                <a:lnTo>
                  <a:pt x="591125" y="1107028"/>
                </a:lnTo>
                <a:cubicBezTo>
                  <a:pt x="591125" y="1046399"/>
                  <a:pt x="567041" y="988254"/>
                  <a:pt x="524170" y="945383"/>
                </a:cubicBezTo>
                <a:cubicBezTo>
                  <a:pt x="481300" y="902512"/>
                  <a:pt x="423154" y="878428"/>
                  <a:pt x="362525" y="878428"/>
                </a:cubicBezTo>
                <a:lnTo>
                  <a:pt x="228600" y="878428"/>
                </a:lnTo>
                <a:cubicBezTo>
                  <a:pt x="167971" y="878428"/>
                  <a:pt x="109826" y="854343"/>
                  <a:pt x="66956" y="811472"/>
                </a:cubicBezTo>
                <a:cubicBezTo>
                  <a:pt x="24085" y="768602"/>
                  <a:pt x="0" y="710457"/>
                  <a:pt x="0" y="649828"/>
                </a:cubicBezTo>
                <a:lnTo>
                  <a:pt x="0" y="0"/>
                </a:lnTo>
              </a:path>
            </a:pathLst>
          </a:custGeom>
          <a:ln w="57150" cap="flat">
            <a:solidFill>
              <a:srgbClr val="8C52FF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31" name="Freeform 31">
            <a:extLst>
              <a:ext uri="{FF2B5EF4-FFF2-40B4-BE49-F238E27FC236}">
                <a16:creationId xmlns:a16="http://schemas.microsoft.com/office/drawing/2014/main" id="{7FF51282-3E8F-FA27-3DD0-0A286F525832}"/>
              </a:ext>
            </a:extLst>
          </p:cNvPr>
          <p:cNvSpPr/>
          <p:nvPr/>
        </p:nvSpPr>
        <p:spPr>
          <a:xfrm>
            <a:off x="12996060" y="2943518"/>
            <a:ext cx="971079" cy="971079"/>
          </a:xfrm>
          <a:custGeom>
            <a:avLst/>
            <a:gdLst/>
            <a:ahLst/>
            <a:cxnLst/>
            <a:rect l="l" t="t" r="r" b="b"/>
            <a:pathLst>
              <a:path w="971079" h="971079">
                <a:moveTo>
                  <a:pt x="0" y="0"/>
                </a:moveTo>
                <a:lnTo>
                  <a:pt x="971078" y="0"/>
                </a:lnTo>
                <a:lnTo>
                  <a:pt x="971078" y="971079"/>
                </a:lnTo>
                <a:lnTo>
                  <a:pt x="0" y="9710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3" name="Freeform 33">
            <a:extLst>
              <a:ext uri="{FF2B5EF4-FFF2-40B4-BE49-F238E27FC236}">
                <a16:creationId xmlns:a16="http://schemas.microsoft.com/office/drawing/2014/main" id="{6E504334-DFA0-379A-DB30-3E67E920F6FA}"/>
              </a:ext>
            </a:extLst>
          </p:cNvPr>
          <p:cNvSpPr/>
          <p:nvPr/>
        </p:nvSpPr>
        <p:spPr>
          <a:xfrm>
            <a:off x="15101229" y="2943518"/>
            <a:ext cx="971079" cy="971079"/>
          </a:xfrm>
          <a:custGeom>
            <a:avLst/>
            <a:gdLst/>
            <a:ahLst/>
            <a:cxnLst/>
            <a:rect l="l" t="t" r="r" b="b"/>
            <a:pathLst>
              <a:path w="971079" h="971079">
                <a:moveTo>
                  <a:pt x="0" y="0"/>
                </a:moveTo>
                <a:lnTo>
                  <a:pt x="971079" y="0"/>
                </a:lnTo>
                <a:lnTo>
                  <a:pt x="971079" y="971079"/>
                </a:lnTo>
                <a:lnTo>
                  <a:pt x="0" y="9710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 dirty="0"/>
          </a:p>
        </p:txBody>
      </p:sp>
      <p:sp>
        <p:nvSpPr>
          <p:cNvPr id="34" name="Freeform 34">
            <a:extLst>
              <a:ext uri="{FF2B5EF4-FFF2-40B4-BE49-F238E27FC236}">
                <a16:creationId xmlns:a16="http://schemas.microsoft.com/office/drawing/2014/main" id="{270934E7-E6DC-D903-61D4-74DF8935111B}"/>
              </a:ext>
            </a:extLst>
          </p:cNvPr>
          <p:cNvSpPr/>
          <p:nvPr/>
        </p:nvSpPr>
        <p:spPr>
          <a:xfrm flipV="1">
            <a:off x="13967139" y="3429057"/>
            <a:ext cx="1134091" cy="45719"/>
          </a:xfrm>
          <a:custGeom>
            <a:avLst/>
            <a:gdLst/>
            <a:ahLst/>
            <a:cxnLst/>
            <a:rect l="l" t="t" r="r" b="b"/>
            <a:pathLst>
              <a:path w="567046">
                <a:moveTo>
                  <a:pt x="0" y="0"/>
                </a:moveTo>
                <a:lnTo>
                  <a:pt x="567046" y="0"/>
                </a:lnTo>
              </a:path>
            </a:pathLst>
          </a:custGeom>
          <a:ln w="57150" cap="flat">
            <a:solidFill>
              <a:srgbClr val="8C52FF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6C197DFC-EDA5-F7C1-C9C4-6901A79C87E5}"/>
              </a:ext>
            </a:extLst>
          </p:cNvPr>
          <p:cNvSpPr txBox="1"/>
          <p:nvPr/>
        </p:nvSpPr>
        <p:spPr>
          <a:xfrm>
            <a:off x="9761471" y="7397719"/>
            <a:ext cx="2415608" cy="509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master/main</a:t>
            </a:r>
          </a:p>
        </p:txBody>
      </p:sp>
      <p:sp>
        <p:nvSpPr>
          <p:cNvPr id="56" name="TextBox 35">
            <a:extLst>
              <a:ext uri="{FF2B5EF4-FFF2-40B4-BE49-F238E27FC236}">
                <a16:creationId xmlns:a16="http://schemas.microsoft.com/office/drawing/2014/main" id="{597160C5-9F37-086A-FF05-6DF21F18E56B}"/>
              </a:ext>
            </a:extLst>
          </p:cNvPr>
          <p:cNvSpPr txBox="1"/>
          <p:nvPr/>
        </p:nvSpPr>
        <p:spPr>
          <a:xfrm>
            <a:off x="13495910" y="5377525"/>
            <a:ext cx="2415608" cy="4755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develop</a:t>
            </a:r>
          </a:p>
        </p:txBody>
      </p:sp>
      <p:sp>
        <p:nvSpPr>
          <p:cNvPr id="61" name="Freeform 34">
            <a:extLst>
              <a:ext uri="{FF2B5EF4-FFF2-40B4-BE49-F238E27FC236}">
                <a16:creationId xmlns:a16="http://schemas.microsoft.com/office/drawing/2014/main" id="{FC0E0C0C-A4F3-8E80-C309-535DCA74DF93}"/>
              </a:ext>
            </a:extLst>
          </p:cNvPr>
          <p:cNvSpPr/>
          <p:nvPr/>
        </p:nvSpPr>
        <p:spPr>
          <a:xfrm flipV="1">
            <a:off x="11949894" y="3406197"/>
            <a:ext cx="1134091" cy="45719"/>
          </a:xfrm>
          <a:custGeom>
            <a:avLst/>
            <a:gdLst/>
            <a:ahLst/>
            <a:cxnLst/>
            <a:rect l="l" t="t" r="r" b="b"/>
            <a:pathLst>
              <a:path w="567046">
                <a:moveTo>
                  <a:pt x="0" y="0"/>
                </a:moveTo>
                <a:lnTo>
                  <a:pt x="567046" y="0"/>
                </a:lnTo>
              </a:path>
            </a:pathLst>
          </a:custGeom>
          <a:ln w="57150" cap="flat">
            <a:solidFill>
              <a:srgbClr val="8C52FF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63" name="TextBox 35">
            <a:extLst>
              <a:ext uri="{FF2B5EF4-FFF2-40B4-BE49-F238E27FC236}">
                <a16:creationId xmlns:a16="http://schemas.microsoft.com/office/drawing/2014/main" id="{3FA812CF-8186-4E75-BC3A-B52F1AB85C50}"/>
              </a:ext>
            </a:extLst>
          </p:cNvPr>
          <p:cNvSpPr txBox="1"/>
          <p:nvPr/>
        </p:nvSpPr>
        <p:spPr>
          <a:xfrm>
            <a:off x="16174452" y="3176287"/>
            <a:ext cx="2415608" cy="4755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n-US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trabajo</a:t>
            </a:r>
            <a:endParaRPr lang="en-US" sz="2799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64" name="Group 51">
            <a:extLst>
              <a:ext uri="{FF2B5EF4-FFF2-40B4-BE49-F238E27FC236}">
                <a16:creationId xmlns:a16="http://schemas.microsoft.com/office/drawing/2014/main" id="{0F052E70-2676-6D2E-4384-F3DA969FCE5D}"/>
              </a:ext>
            </a:extLst>
          </p:cNvPr>
          <p:cNvGrpSpPr/>
          <p:nvPr/>
        </p:nvGrpSpPr>
        <p:grpSpPr>
          <a:xfrm>
            <a:off x="596763" y="4778785"/>
            <a:ext cx="8958502" cy="1367463"/>
            <a:chOff x="0" y="-123444"/>
            <a:chExt cx="15822820" cy="1404183"/>
          </a:xfrm>
        </p:grpSpPr>
        <p:grpSp>
          <p:nvGrpSpPr>
            <p:cNvPr id="65" name="Group 52">
              <a:extLst>
                <a:ext uri="{FF2B5EF4-FFF2-40B4-BE49-F238E27FC236}">
                  <a16:creationId xmlns:a16="http://schemas.microsoft.com/office/drawing/2014/main" id="{B4B5DA8F-5E2B-28B7-DE02-1B57305AD510}"/>
                </a:ext>
              </a:extLst>
            </p:cNvPr>
            <p:cNvGrpSpPr/>
            <p:nvPr/>
          </p:nvGrpSpPr>
          <p:grpSpPr>
            <a:xfrm>
              <a:off x="0" y="-123444"/>
              <a:ext cx="15822820" cy="1404183"/>
              <a:chOff x="0" y="-19050"/>
              <a:chExt cx="2441793" cy="216695"/>
            </a:xfrm>
          </p:grpSpPr>
          <p:sp>
            <p:nvSpPr>
              <p:cNvPr id="68" name="Freeform 53">
                <a:extLst>
                  <a:ext uri="{FF2B5EF4-FFF2-40B4-BE49-F238E27FC236}">
                    <a16:creationId xmlns:a16="http://schemas.microsoft.com/office/drawing/2014/main" id="{67103E38-0079-F546-BCF6-C85BB7B97B90}"/>
                  </a:ext>
                </a:extLst>
              </p:cNvPr>
              <p:cNvSpPr/>
              <p:nvPr/>
            </p:nvSpPr>
            <p:spPr>
              <a:xfrm>
                <a:off x="0" y="0"/>
                <a:ext cx="2441793" cy="197645"/>
              </a:xfrm>
              <a:custGeom>
                <a:avLst/>
                <a:gdLst/>
                <a:ahLst/>
                <a:cxnLst/>
                <a:rect l="l" t="t" r="r" b="b"/>
                <a:pathLst>
                  <a:path w="2441105" h="197645">
                    <a:moveTo>
                      <a:pt x="12745" y="0"/>
                    </a:moveTo>
                    <a:lnTo>
                      <a:pt x="2428360" y="0"/>
                    </a:lnTo>
                    <a:cubicBezTo>
                      <a:pt x="2431740" y="0"/>
                      <a:pt x="2434982" y="1343"/>
                      <a:pt x="2437372" y="3733"/>
                    </a:cubicBezTo>
                    <a:cubicBezTo>
                      <a:pt x="2439763" y="6123"/>
                      <a:pt x="2441105" y="9365"/>
                      <a:pt x="2441105" y="12745"/>
                    </a:cubicBezTo>
                    <a:lnTo>
                      <a:pt x="2441105" y="184899"/>
                    </a:lnTo>
                    <a:cubicBezTo>
                      <a:pt x="2441105" y="188280"/>
                      <a:pt x="2439763" y="191522"/>
                      <a:pt x="2437372" y="193912"/>
                    </a:cubicBezTo>
                    <a:cubicBezTo>
                      <a:pt x="2434982" y="196302"/>
                      <a:pt x="2431740" y="197645"/>
                      <a:pt x="2428360" y="197645"/>
                    </a:cubicBezTo>
                    <a:lnTo>
                      <a:pt x="12745" y="197645"/>
                    </a:lnTo>
                    <a:cubicBezTo>
                      <a:pt x="9365" y="197645"/>
                      <a:pt x="6123" y="196302"/>
                      <a:pt x="3733" y="193912"/>
                    </a:cubicBezTo>
                    <a:cubicBezTo>
                      <a:pt x="1343" y="191522"/>
                      <a:pt x="0" y="188280"/>
                      <a:pt x="0" y="184899"/>
                    </a:cubicBezTo>
                    <a:lnTo>
                      <a:pt x="0" y="12745"/>
                    </a:lnTo>
                    <a:cubicBezTo>
                      <a:pt x="0" y="9365"/>
                      <a:pt x="1343" y="6123"/>
                      <a:pt x="3733" y="3733"/>
                    </a:cubicBezTo>
                    <a:cubicBezTo>
                      <a:pt x="6123" y="1343"/>
                      <a:pt x="9365" y="0"/>
                      <a:pt x="12745" y="0"/>
                    </a:cubicBezTo>
                    <a:close/>
                  </a:path>
                </a:pathLst>
              </a:custGeom>
              <a:solidFill>
                <a:srgbClr val="0F0E0E"/>
              </a:solidFill>
              <a:ln w="38100" cap="rnd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69" name="TextBox 54">
                <a:extLst>
                  <a:ext uri="{FF2B5EF4-FFF2-40B4-BE49-F238E27FC236}">
                    <a16:creationId xmlns:a16="http://schemas.microsoft.com/office/drawing/2014/main" id="{17A43152-8BCB-649A-D037-69B533994969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2441105" cy="21669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sp>
          <p:nvSpPr>
            <p:cNvPr id="66" name="TextBox 55">
              <a:extLst>
                <a:ext uri="{FF2B5EF4-FFF2-40B4-BE49-F238E27FC236}">
                  <a16:creationId xmlns:a16="http://schemas.microsoft.com/office/drawing/2014/main" id="{EC5E923C-DA45-E7FC-1EAA-5436521E11E4}"/>
                </a:ext>
              </a:extLst>
            </p:cNvPr>
            <p:cNvSpPr txBox="1"/>
            <p:nvPr/>
          </p:nvSpPr>
          <p:spPr>
            <a:xfrm>
              <a:off x="1638409" y="193498"/>
              <a:ext cx="10963949" cy="6731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4199"/>
                </a:lnSpc>
              </a:pPr>
              <a:endParaRPr/>
            </a:p>
          </p:txBody>
        </p:sp>
        <p:sp>
          <p:nvSpPr>
            <p:cNvPr id="67" name="TextBox 56">
              <a:extLst>
                <a:ext uri="{FF2B5EF4-FFF2-40B4-BE49-F238E27FC236}">
                  <a16:creationId xmlns:a16="http://schemas.microsoft.com/office/drawing/2014/main" id="{D7EB0136-117A-1D54-5F70-86AF7754D224}"/>
                </a:ext>
              </a:extLst>
            </p:cNvPr>
            <p:cNvSpPr txBox="1"/>
            <p:nvPr/>
          </p:nvSpPr>
          <p:spPr>
            <a:xfrm>
              <a:off x="357263" y="294827"/>
              <a:ext cx="15165622" cy="75849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1" indent="0" algn="l"/>
              <a:r>
                <a:rPr lang="es-MX" sz="2400" spc="-6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Entorno general de pruebas y desarrollo donde se integra el trabajo del equipo.</a:t>
              </a:r>
              <a:endParaRPr lang="en-US" sz="2400" spc="-64" dirty="0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70" name="Group 51">
            <a:extLst>
              <a:ext uri="{FF2B5EF4-FFF2-40B4-BE49-F238E27FC236}">
                <a16:creationId xmlns:a16="http://schemas.microsoft.com/office/drawing/2014/main" id="{2CCDEE5B-6A48-5DF7-A167-E052DD9D4412}"/>
              </a:ext>
            </a:extLst>
          </p:cNvPr>
          <p:cNvGrpSpPr/>
          <p:nvPr/>
        </p:nvGrpSpPr>
        <p:grpSpPr>
          <a:xfrm>
            <a:off x="9673566" y="7948949"/>
            <a:ext cx="8309634" cy="1367463"/>
            <a:chOff x="0" y="-123444"/>
            <a:chExt cx="15822820" cy="1404183"/>
          </a:xfrm>
        </p:grpSpPr>
        <p:grpSp>
          <p:nvGrpSpPr>
            <p:cNvPr id="71" name="Group 52">
              <a:extLst>
                <a:ext uri="{FF2B5EF4-FFF2-40B4-BE49-F238E27FC236}">
                  <a16:creationId xmlns:a16="http://schemas.microsoft.com/office/drawing/2014/main" id="{8244145B-35E7-8040-7683-72F49F7E4515}"/>
                </a:ext>
              </a:extLst>
            </p:cNvPr>
            <p:cNvGrpSpPr/>
            <p:nvPr/>
          </p:nvGrpSpPr>
          <p:grpSpPr>
            <a:xfrm>
              <a:off x="0" y="-123444"/>
              <a:ext cx="15822820" cy="1404183"/>
              <a:chOff x="0" y="-19050"/>
              <a:chExt cx="2441793" cy="216695"/>
            </a:xfrm>
          </p:grpSpPr>
          <p:sp>
            <p:nvSpPr>
              <p:cNvPr id="74" name="Freeform 53">
                <a:extLst>
                  <a:ext uri="{FF2B5EF4-FFF2-40B4-BE49-F238E27FC236}">
                    <a16:creationId xmlns:a16="http://schemas.microsoft.com/office/drawing/2014/main" id="{6B08FA70-688B-8BDA-8903-B57128D293D6}"/>
                  </a:ext>
                </a:extLst>
              </p:cNvPr>
              <p:cNvSpPr/>
              <p:nvPr/>
            </p:nvSpPr>
            <p:spPr>
              <a:xfrm>
                <a:off x="0" y="0"/>
                <a:ext cx="2441793" cy="197645"/>
              </a:xfrm>
              <a:custGeom>
                <a:avLst/>
                <a:gdLst/>
                <a:ahLst/>
                <a:cxnLst/>
                <a:rect l="l" t="t" r="r" b="b"/>
                <a:pathLst>
                  <a:path w="2441105" h="197645">
                    <a:moveTo>
                      <a:pt x="12745" y="0"/>
                    </a:moveTo>
                    <a:lnTo>
                      <a:pt x="2428360" y="0"/>
                    </a:lnTo>
                    <a:cubicBezTo>
                      <a:pt x="2431740" y="0"/>
                      <a:pt x="2434982" y="1343"/>
                      <a:pt x="2437372" y="3733"/>
                    </a:cubicBezTo>
                    <a:cubicBezTo>
                      <a:pt x="2439763" y="6123"/>
                      <a:pt x="2441105" y="9365"/>
                      <a:pt x="2441105" y="12745"/>
                    </a:cubicBezTo>
                    <a:lnTo>
                      <a:pt x="2441105" y="184899"/>
                    </a:lnTo>
                    <a:cubicBezTo>
                      <a:pt x="2441105" y="188280"/>
                      <a:pt x="2439763" y="191522"/>
                      <a:pt x="2437372" y="193912"/>
                    </a:cubicBezTo>
                    <a:cubicBezTo>
                      <a:pt x="2434982" y="196302"/>
                      <a:pt x="2431740" y="197645"/>
                      <a:pt x="2428360" y="197645"/>
                    </a:cubicBezTo>
                    <a:lnTo>
                      <a:pt x="12745" y="197645"/>
                    </a:lnTo>
                    <a:cubicBezTo>
                      <a:pt x="9365" y="197645"/>
                      <a:pt x="6123" y="196302"/>
                      <a:pt x="3733" y="193912"/>
                    </a:cubicBezTo>
                    <a:cubicBezTo>
                      <a:pt x="1343" y="191522"/>
                      <a:pt x="0" y="188280"/>
                      <a:pt x="0" y="184899"/>
                    </a:cubicBezTo>
                    <a:lnTo>
                      <a:pt x="0" y="12745"/>
                    </a:lnTo>
                    <a:cubicBezTo>
                      <a:pt x="0" y="9365"/>
                      <a:pt x="1343" y="6123"/>
                      <a:pt x="3733" y="3733"/>
                    </a:cubicBezTo>
                    <a:cubicBezTo>
                      <a:pt x="6123" y="1343"/>
                      <a:pt x="9365" y="0"/>
                      <a:pt x="12745" y="0"/>
                    </a:cubicBezTo>
                    <a:close/>
                  </a:path>
                </a:pathLst>
              </a:custGeom>
              <a:solidFill>
                <a:srgbClr val="0F0E0E"/>
              </a:solidFill>
              <a:ln w="38100" cap="rnd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75" name="TextBox 54">
                <a:extLst>
                  <a:ext uri="{FF2B5EF4-FFF2-40B4-BE49-F238E27FC236}">
                    <a16:creationId xmlns:a16="http://schemas.microsoft.com/office/drawing/2014/main" id="{4618AF1A-C293-07CA-F69B-E633FCFBEAA9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2441105" cy="21669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sp>
          <p:nvSpPr>
            <p:cNvPr id="72" name="TextBox 55">
              <a:extLst>
                <a:ext uri="{FF2B5EF4-FFF2-40B4-BE49-F238E27FC236}">
                  <a16:creationId xmlns:a16="http://schemas.microsoft.com/office/drawing/2014/main" id="{FBD7F7E6-7CF0-1743-CF2B-6382E9786F6F}"/>
                </a:ext>
              </a:extLst>
            </p:cNvPr>
            <p:cNvSpPr txBox="1"/>
            <p:nvPr/>
          </p:nvSpPr>
          <p:spPr>
            <a:xfrm>
              <a:off x="1638409" y="193498"/>
              <a:ext cx="10963949" cy="6731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4199"/>
                </a:lnSpc>
              </a:pPr>
              <a:endParaRPr/>
            </a:p>
          </p:txBody>
        </p:sp>
        <p:sp>
          <p:nvSpPr>
            <p:cNvPr id="73" name="TextBox 56">
              <a:extLst>
                <a:ext uri="{FF2B5EF4-FFF2-40B4-BE49-F238E27FC236}">
                  <a16:creationId xmlns:a16="http://schemas.microsoft.com/office/drawing/2014/main" id="{F8D5D77E-1EE9-3E2C-C563-61010AAF59B4}"/>
                </a:ext>
              </a:extLst>
            </p:cNvPr>
            <p:cNvSpPr txBox="1"/>
            <p:nvPr/>
          </p:nvSpPr>
          <p:spPr>
            <a:xfrm>
              <a:off x="357263" y="294827"/>
              <a:ext cx="15165622" cy="75849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1" indent="0" algn="l"/>
              <a:r>
                <a:rPr lang="es-MX" sz="2400" spc="-6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Contiene la versión oficial y estable del proyecto. </a:t>
              </a:r>
              <a:r>
                <a:rPr lang="es-MX" sz="2400" b="1" spc="-64" dirty="0">
                  <a:solidFill>
                    <a:srgbClr val="0CC0DF"/>
                  </a:solidFill>
                  <a:latin typeface="Poppins"/>
                  <a:ea typeface="Poppins"/>
                  <a:cs typeface="Poppins"/>
                  <a:sym typeface="Poppins"/>
                </a:rPr>
                <a:t>Nunca</a:t>
              </a:r>
              <a:r>
                <a:rPr lang="es-MX" sz="2400" spc="-6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se edita de forma directa.</a:t>
              </a:r>
            </a:p>
          </p:txBody>
        </p:sp>
      </p:grpSp>
      <p:grpSp>
        <p:nvGrpSpPr>
          <p:cNvPr id="76" name="Group 51">
            <a:extLst>
              <a:ext uri="{FF2B5EF4-FFF2-40B4-BE49-F238E27FC236}">
                <a16:creationId xmlns:a16="http://schemas.microsoft.com/office/drawing/2014/main" id="{AA3FB0AE-478E-35F6-4776-A3119ACB3F86}"/>
              </a:ext>
            </a:extLst>
          </p:cNvPr>
          <p:cNvGrpSpPr/>
          <p:nvPr/>
        </p:nvGrpSpPr>
        <p:grpSpPr>
          <a:xfrm>
            <a:off x="630523" y="2536380"/>
            <a:ext cx="8958502" cy="1367463"/>
            <a:chOff x="0" y="-123444"/>
            <a:chExt cx="15822820" cy="1404183"/>
          </a:xfrm>
        </p:grpSpPr>
        <p:grpSp>
          <p:nvGrpSpPr>
            <p:cNvPr id="77" name="Group 52">
              <a:extLst>
                <a:ext uri="{FF2B5EF4-FFF2-40B4-BE49-F238E27FC236}">
                  <a16:creationId xmlns:a16="http://schemas.microsoft.com/office/drawing/2014/main" id="{25AF66BD-7B1C-ADAC-E6BC-BEBEB565773C}"/>
                </a:ext>
              </a:extLst>
            </p:cNvPr>
            <p:cNvGrpSpPr/>
            <p:nvPr/>
          </p:nvGrpSpPr>
          <p:grpSpPr>
            <a:xfrm>
              <a:off x="0" y="-123444"/>
              <a:ext cx="15822820" cy="1404183"/>
              <a:chOff x="0" y="-19050"/>
              <a:chExt cx="2441793" cy="216695"/>
            </a:xfrm>
          </p:grpSpPr>
          <p:sp>
            <p:nvSpPr>
              <p:cNvPr id="80" name="Freeform 53">
                <a:extLst>
                  <a:ext uri="{FF2B5EF4-FFF2-40B4-BE49-F238E27FC236}">
                    <a16:creationId xmlns:a16="http://schemas.microsoft.com/office/drawing/2014/main" id="{F9DF9AF2-9BC5-5C80-C0D7-84A5E4BA9E09}"/>
                  </a:ext>
                </a:extLst>
              </p:cNvPr>
              <p:cNvSpPr/>
              <p:nvPr/>
            </p:nvSpPr>
            <p:spPr>
              <a:xfrm>
                <a:off x="0" y="0"/>
                <a:ext cx="2441793" cy="197645"/>
              </a:xfrm>
              <a:custGeom>
                <a:avLst/>
                <a:gdLst/>
                <a:ahLst/>
                <a:cxnLst/>
                <a:rect l="l" t="t" r="r" b="b"/>
                <a:pathLst>
                  <a:path w="2441105" h="197645">
                    <a:moveTo>
                      <a:pt x="12745" y="0"/>
                    </a:moveTo>
                    <a:lnTo>
                      <a:pt x="2428360" y="0"/>
                    </a:lnTo>
                    <a:cubicBezTo>
                      <a:pt x="2431740" y="0"/>
                      <a:pt x="2434982" y="1343"/>
                      <a:pt x="2437372" y="3733"/>
                    </a:cubicBezTo>
                    <a:cubicBezTo>
                      <a:pt x="2439763" y="6123"/>
                      <a:pt x="2441105" y="9365"/>
                      <a:pt x="2441105" y="12745"/>
                    </a:cubicBezTo>
                    <a:lnTo>
                      <a:pt x="2441105" y="184899"/>
                    </a:lnTo>
                    <a:cubicBezTo>
                      <a:pt x="2441105" y="188280"/>
                      <a:pt x="2439763" y="191522"/>
                      <a:pt x="2437372" y="193912"/>
                    </a:cubicBezTo>
                    <a:cubicBezTo>
                      <a:pt x="2434982" y="196302"/>
                      <a:pt x="2431740" y="197645"/>
                      <a:pt x="2428360" y="197645"/>
                    </a:cubicBezTo>
                    <a:lnTo>
                      <a:pt x="12745" y="197645"/>
                    </a:lnTo>
                    <a:cubicBezTo>
                      <a:pt x="9365" y="197645"/>
                      <a:pt x="6123" y="196302"/>
                      <a:pt x="3733" y="193912"/>
                    </a:cubicBezTo>
                    <a:cubicBezTo>
                      <a:pt x="1343" y="191522"/>
                      <a:pt x="0" y="188280"/>
                      <a:pt x="0" y="184899"/>
                    </a:cubicBezTo>
                    <a:lnTo>
                      <a:pt x="0" y="12745"/>
                    </a:lnTo>
                    <a:cubicBezTo>
                      <a:pt x="0" y="9365"/>
                      <a:pt x="1343" y="6123"/>
                      <a:pt x="3733" y="3733"/>
                    </a:cubicBezTo>
                    <a:cubicBezTo>
                      <a:pt x="6123" y="1343"/>
                      <a:pt x="9365" y="0"/>
                      <a:pt x="12745" y="0"/>
                    </a:cubicBezTo>
                    <a:close/>
                  </a:path>
                </a:pathLst>
              </a:custGeom>
              <a:solidFill>
                <a:srgbClr val="0F0E0E"/>
              </a:solidFill>
              <a:ln w="38100" cap="rnd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81" name="TextBox 54">
                <a:extLst>
                  <a:ext uri="{FF2B5EF4-FFF2-40B4-BE49-F238E27FC236}">
                    <a16:creationId xmlns:a16="http://schemas.microsoft.com/office/drawing/2014/main" id="{727E3D26-71A9-C17C-9200-07EDB41B4B9B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2441105" cy="21669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sp>
          <p:nvSpPr>
            <p:cNvPr id="78" name="TextBox 55">
              <a:extLst>
                <a:ext uri="{FF2B5EF4-FFF2-40B4-BE49-F238E27FC236}">
                  <a16:creationId xmlns:a16="http://schemas.microsoft.com/office/drawing/2014/main" id="{CC5E3154-F6D7-3776-BAD7-A28E2DB2C524}"/>
                </a:ext>
              </a:extLst>
            </p:cNvPr>
            <p:cNvSpPr txBox="1"/>
            <p:nvPr/>
          </p:nvSpPr>
          <p:spPr>
            <a:xfrm>
              <a:off x="1638409" y="193498"/>
              <a:ext cx="10963949" cy="6731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4199"/>
                </a:lnSpc>
              </a:pPr>
              <a:endParaRPr/>
            </a:p>
          </p:txBody>
        </p:sp>
        <p:sp>
          <p:nvSpPr>
            <p:cNvPr id="79" name="TextBox 56">
              <a:extLst>
                <a:ext uri="{FF2B5EF4-FFF2-40B4-BE49-F238E27FC236}">
                  <a16:creationId xmlns:a16="http://schemas.microsoft.com/office/drawing/2014/main" id="{0763EE77-B40E-13E1-05B2-6C0F8B9661DC}"/>
                </a:ext>
              </a:extLst>
            </p:cNvPr>
            <p:cNvSpPr txBox="1"/>
            <p:nvPr/>
          </p:nvSpPr>
          <p:spPr>
            <a:xfrm>
              <a:off x="357263" y="294827"/>
              <a:ext cx="15165622" cy="75849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1" indent="0" algn="l"/>
              <a:r>
                <a:rPr lang="es-MX" sz="2400" spc="-6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Copias individuales creadas a partir de </a:t>
              </a:r>
              <a:r>
                <a:rPr lang="es-MX" sz="2400" spc="-64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develop</a:t>
              </a:r>
              <a:r>
                <a:rPr lang="es-MX" sz="2400" spc="-6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donde cada programador trabaja en su tarea asignada.</a:t>
              </a:r>
              <a:endParaRPr lang="en-US" sz="2400" spc="-64" dirty="0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82" name="Grupo 81">
            <a:extLst>
              <a:ext uri="{FF2B5EF4-FFF2-40B4-BE49-F238E27FC236}">
                <a16:creationId xmlns:a16="http://schemas.microsoft.com/office/drawing/2014/main" id="{50402B79-31D1-D4AE-7911-27DAA522A5B2}"/>
              </a:ext>
            </a:extLst>
          </p:cNvPr>
          <p:cNvGrpSpPr/>
          <p:nvPr/>
        </p:nvGrpSpPr>
        <p:grpSpPr>
          <a:xfrm>
            <a:off x="-228601" y="-478361"/>
            <a:ext cx="2905050" cy="1476032"/>
            <a:chOff x="-228601" y="-478361"/>
            <a:chExt cx="2905050" cy="1476032"/>
          </a:xfrm>
        </p:grpSpPr>
        <p:grpSp>
          <p:nvGrpSpPr>
            <p:cNvPr id="83" name="Group 10">
              <a:extLst>
                <a:ext uri="{FF2B5EF4-FFF2-40B4-BE49-F238E27FC236}">
                  <a16:creationId xmlns:a16="http://schemas.microsoft.com/office/drawing/2014/main" id="{430E5281-162F-B40A-D249-0F44161828B4}"/>
                </a:ext>
              </a:extLst>
            </p:cNvPr>
            <p:cNvGrpSpPr/>
            <p:nvPr/>
          </p:nvGrpSpPr>
          <p:grpSpPr>
            <a:xfrm>
              <a:off x="-228601" y="-478361"/>
              <a:ext cx="2905050" cy="1221311"/>
              <a:chOff x="0" y="0"/>
              <a:chExt cx="1355852" cy="720510"/>
            </a:xfrm>
          </p:grpSpPr>
          <p:sp>
            <p:nvSpPr>
              <p:cNvPr id="85" name="Freeform 11">
                <a:extLst>
                  <a:ext uri="{FF2B5EF4-FFF2-40B4-BE49-F238E27FC236}">
                    <a16:creationId xmlns:a16="http://schemas.microsoft.com/office/drawing/2014/main" id="{0918694F-33B2-1F53-3C16-04E37D51364B}"/>
                  </a:ext>
                </a:extLst>
              </p:cNvPr>
              <p:cNvSpPr/>
              <p:nvPr/>
            </p:nvSpPr>
            <p:spPr>
              <a:xfrm>
                <a:off x="0" y="0"/>
                <a:ext cx="1355852" cy="720510"/>
              </a:xfrm>
              <a:custGeom>
                <a:avLst/>
                <a:gdLst/>
                <a:ahLst/>
                <a:cxnLst/>
                <a:rect l="l" t="t" r="r" b="b"/>
                <a:pathLst>
                  <a:path w="1355852" h="720510">
                    <a:moveTo>
                      <a:pt x="150387" y="0"/>
                    </a:moveTo>
                    <a:lnTo>
                      <a:pt x="1205465" y="0"/>
                    </a:lnTo>
                    <a:cubicBezTo>
                      <a:pt x="1245350" y="0"/>
                      <a:pt x="1283602" y="15844"/>
                      <a:pt x="1311805" y="44047"/>
                    </a:cubicBezTo>
                    <a:cubicBezTo>
                      <a:pt x="1340008" y="72250"/>
                      <a:pt x="1355852" y="110502"/>
                      <a:pt x="1355852" y="150387"/>
                    </a:cubicBezTo>
                    <a:lnTo>
                      <a:pt x="1355852" y="570123"/>
                    </a:lnTo>
                    <a:cubicBezTo>
                      <a:pt x="1355852" y="653179"/>
                      <a:pt x="1288522" y="720510"/>
                      <a:pt x="1205465" y="720510"/>
                    </a:cubicBezTo>
                    <a:lnTo>
                      <a:pt x="150387" y="720510"/>
                    </a:lnTo>
                    <a:cubicBezTo>
                      <a:pt x="67331" y="720510"/>
                      <a:pt x="0" y="653179"/>
                      <a:pt x="0" y="570123"/>
                    </a:cubicBezTo>
                    <a:lnTo>
                      <a:pt x="0" y="150387"/>
                    </a:lnTo>
                    <a:cubicBezTo>
                      <a:pt x="0" y="67331"/>
                      <a:pt x="67331" y="0"/>
                      <a:pt x="150387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86" name="TextBox 12">
                <a:extLst>
                  <a:ext uri="{FF2B5EF4-FFF2-40B4-BE49-F238E27FC236}">
                    <a16:creationId xmlns:a16="http://schemas.microsoft.com/office/drawing/2014/main" id="{6D86BECC-8AFB-E163-9694-BEBD3D055149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5852" cy="739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pic>
          <p:nvPicPr>
            <p:cNvPr id="84" name="Imagen 83">
              <a:extLst>
                <a:ext uri="{FF2B5EF4-FFF2-40B4-BE49-F238E27FC236}">
                  <a16:creationId xmlns:a16="http://schemas.microsoft.com/office/drawing/2014/main" id="{31E45FB3-D638-E2F2-036F-C6542B3D998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1" y="-375754"/>
              <a:ext cx="1373425" cy="13734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0753128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3" grpId="0" animBg="1"/>
      <p:bldP spid="34" grpId="0" animBg="1"/>
      <p:bldP spid="35" grpId="0"/>
      <p:bldP spid="56" grpId="0"/>
      <p:bldP spid="61" grpId="0" animBg="1"/>
      <p:bldP spid="6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FF26E5-FC92-3431-9309-9EAFF6243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Imagen 55">
            <a:extLst>
              <a:ext uri="{FF2B5EF4-FFF2-40B4-BE49-F238E27FC236}">
                <a16:creationId xmlns:a16="http://schemas.microsoft.com/office/drawing/2014/main" id="{5FA69BEC-AB5A-A14C-5FC3-584E257E720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04" y="20373"/>
            <a:ext cx="18291104" cy="10289620"/>
          </a:xfrm>
          <a:prstGeom prst="rect">
            <a:avLst/>
          </a:prstGeom>
        </p:spPr>
      </p:pic>
      <p:sp>
        <p:nvSpPr>
          <p:cNvPr id="57" name="Rectángulo 56">
            <a:extLst>
              <a:ext uri="{FF2B5EF4-FFF2-40B4-BE49-F238E27FC236}">
                <a16:creationId xmlns:a16="http://schemas.microsoft.com/office/drawing/2014/main" id="{4EC9E6A0-E441-BD54-80B6-7994AA45FE3E}"/>
              </a:ext>
            </a:extLst>
          </p:cNvPr>
          <p:cNvSpPr/>
          <p:nvPr/>
        </p:nvSpPr>
        <p:spPr>
          <a:xfrm>
            <a:off x="324971" y="20373"/>
            <a:ext cx="17963029" cy="10289620"/>
          </a:xfrm>
          <a:prstGeom prst="rect">
            <a:avLst/>
          </a:prstGeom>
          <a:solidFill>
            <a:schemeClr val="tx1"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C5852E02-0BEA-8375-324E-C52BAD454976}"/>
              </a:ext>
            </a:extLst>
          </p:cNvPr>
          <p:cNvGrpSpPr/>
          <p:nvPr/>
        </p:nvGrpSpPr>
        <p:grpSpPr>
          <a:xfrm>
            <a:off x="-3104" y="-5757544"/>
            <a:ext cx="9027851" cy="20731164"/>
            <a:chOff x="0" y="0"/>
            <a:chExt cx="2469375" cy="5460060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C4D99C29-85AC-2503-23E3-2553560ADB4B}"/>
                </a:ext>
              </a:extLst>
            </p:cNvPr>
            <p:cNvSpPr/>
            <p:nvPr/>
          </p:nvSpPr>
          <p:spPr>
            <a:xfrm>
              <a:off x="0" y="0"/>
              <a:ext cx="2469375" cy="5460060"/>
            </a:xfrm>
            <a:custGeom>
              <a:avLst/>
              <a:gdLst/>
              <a:ahLst/>
              <a:cxnLst/>
              <a:rect l="l" t="t" r="r" b="b"/>
              <a:pathLst>
                <a:path w="2469375" h="5460060">
                  <a:moveTo>
                    <a:pt x="0" y="0"/>
                  </a:moveTo>
                  <a:lnTo>
                    <a:pt x="2469375" y="0"/>
                  </a:lnTo>
                  <a:lnTo>
                    <a:pt x="2469375" y="5460060"/>
                  </a:lnTo>
                  <a:lnTo>
                    <a:pt x="0" y="5460060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6082778D-FC55-921A-31E3-39A3B7DB9A87}"/>
                </a:ext>
              </a:extLst>
            </p:cNvPr>
            <p:cNvSpPr txBox="1"/>
            <p:nvPr/>
          </p:nvSpPr>
          <p:spPr>
            <a:xfrm>
              <a:off x="0" y="-19050"/>
              <a:ext cx="2469375" cy="54791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E32A5A2F-B818-48A1-2178-EA2848A3FEA0}"/>
              </a:ext>
            </a:extLst>
          </p:cNvPr>
          <p:cNvSpPr txBox="1"/>
          <p:nvPr/>
        </p:nvSpPr>
        <p:spPr>
          <a:xfrm>
            <a:off x="733470" y="1057388"/>
            <a:ext cx="7552018" cy="2744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17"/>
              </a:lnSpc>
            </a:pPr>
            <a:r>
              <a:rPr lang="en-US" sz="9160" b="1" dirty="0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BUENAS PRÁCTICAS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06842F95-BEE2-29FC-2FE8-111F5E78C018}"/>
              </a:ext>
            </a:extLst>
          </p:cNvPr>
          <p:cNvSpPr txBox="1"/>
          <p:nvPr/>
        </p:nvSpPr>
        <p:spPr>
          <a:xfrm>
            <a:off x="9372804" y="2211724"/>
            <a:ext cx="8399076" cy="14758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04516" lvl="1" indent="-302258" algn="l">
              <a:lnSpc>
                <a:spcPts val="3919"/>
              </a:lnSpc>
              <a:buFont typeface="Arial"/>
              <a:buChar char="•"/>
            </a:pP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Para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desarrollar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una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nueva funcionalidad 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 agregar contenido. </a:t>
            </a:r>
          </a:p>
          <a:p>
            <a:pPr marL="604516" lvl="1" indent="-302258" algn="l">
              <a:lnSpc>
                <a:spcPts val="3919"/>
              </a:lnSpc>
              <a:buFont typeface="Arial"/>
              <a:buChar char="•"/>
            </a:pP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Ejemplo: </a:t>
            </a:r>
            <a:r>
              <a:rPr lang="es-MX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feature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/</a:t>
            </a:r>
            <a:r>
              <a:rPr lang="es-MX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login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-usuarios</a:t>
            </a:r>
            <a:endParaRPr lang="en-US" sz="2799" u="none" strike="noStrike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1039219C-6976-2864-C797-F452C7BC8425}"/>
              </a:ext>
            </a:extLst>
          </p:cNvPr>
          <p:cNvSpPr txBox="1"/>
          <p:nvPr/>
        </p:nvSpPr>
        <p:spPr>
          <a:xfrm>
            <a:off x="733470" y="4830563"/>
            <a:ext cx="7924800" cy="34764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s-MX" sz="2799" spc="-5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Para mantener el orden en proyectos donde participan múltiples personas, </a:t>
            </a:r>
            <a:r>
              <a:rPr lang="es-MX" sz="2799" b="1" spc="-5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NO</a:t>
            </a:r>
            <a:r>
              <a:rPr lang="es-MX" sz="2799" spc="-5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usamos nombres casuales como </a:t>
            </a:r>
            <a:r>
              <a:rPr lang="es-MX" sz="2799" i="1" spc="-5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rama-de-juan</a:t>
            </a:r>
            <a:r>
              <a:rPr lang="es-MX" sz="2799" spc="-5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o </a:t>
            </a:r>
            <a:r>
              <a:rPr lang="es-MX" sz="2799" i="1" spc="-5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prueba-1</a:t>
            </a:r>
            <a:r>
              <a:rPr lang="es-MX" sz="2799" spc="-5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</a:p>
          <a:p>
            <a:pPr marL="0" lvl="1" indent="0" algn="l">
              <a:lnSpc>
                <a:spcPts val="3919"/>
              </a:lnSpc>
            </a:pPr>
            <a:endParaRPr lang="es-MX" sz="2799" spc="-5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1" indent="0" algn="l">
              <a:lnSpc>
                <a:spcPts val="3919"/>
              </a:lnSpc>
            </a:pPr>
            <a:r>
              <a:rPr lang="es-MX" sz="2799" b="1" spc="-5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Utilizamos</a:t>
            </a:r>
            <a:r>
              <a:rPr lang="es-MX" sz="2799" spc="-5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prefijos o </a:t>
            </a:r>
            <a:r>
              <a:rPr lang="es-MX" sz="2799" b="1" spc="-5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etiquetas</a:t>
            </a:r>
            <a:r>
              <a:rPr lang="es-MX" sz="2799" spc="-5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que indican exactamente qué estamos haciendo.</a:t>
            </a:r>
            <a:endParaRPr lang="en-US" sz="2799" u="none" strike="noStrike" spc="-5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" name="Freeform 13">
            <a:extLst>
              <a:ext uri="{FF2B5EF4-FFF2-40B4-BE49-F238E27FC236}">
                <a16:creationId xmlns:a16="http://schemas.microsoft.com/office/drawing/2014/main" id="{D7FA1EA0-17C0-C500-92AA-9685DD5B2091}"/>
              </a:ext>
            </a:extLst>
          </p:cNvPr>
          <p:cNvSpPr/>
          <p:nvPr/>
        </p:nvSpPr>
        <p:spPr>
          <a:xfrm>
            <a:off x="11912750" y="2066718"/>
            <a:ext cx="4901677" cy="1319494"/>
          </a:xfrm>
          <a:custGeom>
            <a:avLst/>
            <a:gdLst/>
            <a:ahLst/>
            <a:cxnLst/>
            <a:rect l="l" t="t" r="r" b="b"/>
            <a:pathLst>
              <a:path w="1556879" h="419100">
                <a:moveTo>
                  <a:pt x="30849" y="0"/>
                </a:moveTo>
                <a:lnTo>
                  <a:pt x="1526030" y="0"/>
                </a:lnTo>
                <a:cubicBezTo>
                  <a:pt x="1534212" y="0"/>
                  <a:pt x="1542058" y="3250"/>
                  <a:pt x="1547844" y="9035"/>
                </a:cubicBezTo>
                <a:cubicBezTo>
                  <a:pt x="1553629" y="14821"/>
                  <a:pt x="1556879" y="22667"/>
                  <a:pt x="1556879" y="30849"/>
                </a:cubicBezTo>
                <a:lnTo>
                  <a:pt x="1556879" y="388251"/>
                </a:lnTo>
                <a:cubicBezTo>
                  <a:pt x="1556879" y="396433"/>
                  <a:pt x="1553629" y="404279"/>
                  <a:pt x="1547844" y="410065"/>
                </a:cubicBezTo>
                <a:cubicBezTo>
                  <a:pt x="1542058" y="415850"/>
                  <a:pt x="1534212" y="419100"/>
                  <a:pt x="1526030" y="419100"/>
                </a:cubicBezTo>
                <a:lnTo>
                  <a:pt x="30849" y="419100"/>
                </a:lnTo>
                <a:cubicBezTo>
                  <a:pt x="22667" y="419100"/>
                  <a:pt x="14821" y="415850"/>
                  <a:pt x="9035" y="410065"/>
                </a:cubicBezTo>
                <a:cubicBezTo>
                  <a:pt x="3250" y="404279"/>
                  <a:pt x="0" y="396433"/>
                  <a:pt x="0" y="388251"/>
                </a:cubicBezTo>
                <a:lnTo>
                  <a:pt x="0" y="30849"/>
                </a:lnTo>
                <a:cubicBezTo>
                  <a:pt x="0" y="22667"/>
                  <a:pt x="3250" y="14821"/>
                  <a:pt x="9035" y="9035"/>
                </a:cubicBezTo>
                <a:cubicBezTo>
                  <a:pt x="14821" y="3250"/>
                  <a:pt x="22667" y="0"/>
                  <a:pt x="30849" y="0"/>
                </a:cubicBez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grpSp>
        <p:nvGrpSpPr>
          <p:cNvPr id="21" name="Grupo 20">
            <a:extLst>
              <a:ext uri="{FF2B5EF4-FFF2-40B4-BE49-F238E27FC236}">
                <a16:creationId xmlns:a16="http://schemas.microsoft.com/office/drawing/2014/main" id="{C283EEC9-7508-B8C8-7A5B-9FB7137ADFA3}"/>
              </a:ext>
            </a:extLst>
          </p:cNvPr>
          <p:cNvGrpSpPr/>
          <p:nvPr/>
        </p:nvGrpSpPr>
        <p:grpSpPr>
          <a:xfrm>
            <a:off x="9982200" y="808294"/>
            <a:ext cx="7277100" cy="1203855"/>
            <a:chOff x="11277600" y="1501245"/>
            <a:chExt cx="7277100" cy="1203855"/>
          </a:xfrm>
        </p:grpSpPr>
        <p:grpSp>
          <p:nvGrpSpPr>
            <p:cNvPr id="12" name="Group 9">
              <a:extLst>
                <a:ext uri="{FF2B5EF4-FFF2-40B4-BE49-F238E27FC236}">
                  <a16:creationId xmlns:a16="http://schemas.microsoft.com/office/drawing/2014/main" id="{968695C4-B027-4872-62FA-B77C43265332}"/>
                </a:ext>
              </a:extLst>
            </p:cNvPr>
            <p:cNvGrpSpPr/>
            <p:nvPr/>
          </p:nvGrpSpPr>
          <p:grpSpPr>
            <a:xfrm>
              <a:off x="11277600" y="1501245"/>
              <a:ext cx="7277100" cy="1203855"/>
              <a:chOff x="0" y="-47625"/>
              <a:chExt cx="2734992" cy="466725"/>
            </a:xfrm>
          </p:grpSpPr>
          <p:sp>
            <p:nvSpPr>
              <p:cNvPr id="17" name="Freeform 10">
                <a:extLst>
                  <a:ext uri="{FF2B5EF4-FFF2-40B4-BE49-F238E27FC236}">
                    <a16:creationId xmlns:a16="http://schemas.microsoft.com/office/drawing/2014/main" id="{3EAF2100-C2EB-6597-6332-5C33DBD4FCD9}"/>
                  </a:ext>
                </a:extLst>
              </p:cNvPr>
              <p:cNvSpPr/>
              <p:nvPr/>
            </p:nvSpPr>
            <p:spPr>
              <a:xfrm>
                <a:off x="0" y="0"/>
                <a:ext cx="2734992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2031332" h="419100">
                    <a:moveTo>
                      <a:pt x="23643" y="0"/>
                    </a:moveTo>
                    <a:lnTo>
                      <a:pt x="2007689" y="0"/>
                    </a:lnTo>
                    <a:cubicBezTo>
                      <a:pt x="2020747" y="0"/>
                      <a:pt x="2031332" y="10585"/>
                      <a:pt x="2031332" y="23643"/>
                    </a:cubicBezTo>
                    <a:lnTo>
                      <a:pt x="2031332" y="395457"/>
                    </a:lnTo>
                    <a:cubicBezTo>
                      <a:pt x="2031332" y="401727"/>
                      <a:pt x="2028841" y="407741"/>
                      <a:pt x="2024407" y="412175"/>
                    </a:cubicBezTo>
                    <a:cubicBezTo>
                      <a:pt x="2019973" y="416609"/>
                      <a:pt x="2013959" y="419100"/>
                      <a:pt x="2007689" y="419100"/>
                    </a:cubicBezTo>
                    <a:lnTo>
                      <a:pt x="23643" y="419100"/>
                    </a:lnTo>
                    <a:cubicBezTo>
                      <a:pt x="17373" y="419100"/>
                      <a:pt x="11359" y="416609"/>
                      <a:pt x="6925" y="412175"/>
                    </a:cubicBezTo>
                    <a:cubicBezTo>
                      <a:pt x="2491" y="407741"/>
                      <a:pt x="0" y="401727"/>
                      <a:pt x="0" y="395457"/>
                    </a:cubicBezTo>
                    <a:lnTo>
                      <a:pt x="0" y="23643"/>
                    </a:lnTo>
                    <a:cubicBezTo>
                      <a:pt x="0" y="17373"/>
                      <a:pt x="2491" y="11359"/>
                      <a:pt x="6925" y="6925"/>
                    </a:cubicBezTo>
                    <a:cubicBezTo>
                      <a:pt x="11359" y="2491"/>
                      <a:pt x="17373" y="0"/>
                      <a:pt x="23643" y="0"/>
                    </a:cubicBezTo>
                    <a:close/>
                  </a:path>
                </a:pathLst>
              </a:custGeom>
              <a:solidFill>
                <a:srgbClr val="0F0E0E"/>
              </a:solidFill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18" name="TextBox 11">
                <a:extLst>
                  <a:ext uri="{FF2B5EF4-FFF2-40B4-BE49-F238E27FC236}">
                    <a16:creationId xmlns:a16="http://schemas.microsoft.com/office/drawing/2014/main" id="{103963CA-5A63-86A3-CB17-091016B1254C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2031332" cy="4667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11"/>
                  </a:lnSpc>
                </a:pPr>
                <a:endParaRPr/>
              </a:p>
            </p:txBody>
          </p:sp>
        </p:grpSp>
        <p:grpSp>
          <p:nvGrpSpPr>
            <p:cNvPr id="20" name="Grupo 19">
              <a:extLst>
                <a:ext uri="{FF2B5EF4-FFF2-40B4-BE49-F238E27FC236}">
                  <a16:creationId xmlns:a16="http://schemas.microsoft.com/office/drawing/2014/main" id="{160B65CA-9873-1D82-EA04-81B5E2EF2F42}"/>
                </a:ext>
              </a:extLst>
            </p:cNvPr>
            <p:cNvGrpSpPr/>
            <p:nvPr/>
          </p:nvGrpSpPr>
          <p:grpSpPr>
            <a:xfrm>
              <a:off x="11506200" y="1790700"/>
              <a:ext cx="4970491" cy="695681"/>
              <a:chOff x="11564909" y="1831143"/>
              <a:chExt cx="4970491" cy="695681"/>
            </a:xfrm>
          </p:grpSpPr>
          <p:sp>
            <p:nvSpPr>
              <p:cNvPr id="16" name="TextBox 14">
                <a:extLst>
                  <a:ext uri="{FF2B5EF4-FFF2-40B4-BE49-F238E27FC236}">
                    <a16:creationId xmlns:a16="http://schemas.microsoft.com/office/drawing/2014/main" id="{8D395463-6B97-7EDC-B54E-3C1FC261A493}"/>
                  </a:ext>
                </a:extLst>
              </p:cNvPr>
              <p:cNvSpPr txBox="1"/>
              <p:nvPr/>
            </p:nvSpPr>
            <p:spPr>
              <a:xfrm>
                <a:off x="12345073" y="1916776"/>
                <a:ext cx="4190327" cy="52441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3611"/>
                  </a:lnSpc>
                </a:pPr>
                <a:r>
                  <a:rPr lang="en-US" sz="2799" spc="-153" dirty="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feature/</a:t>
                </a:r>
                <a:r>
                  <a:rPr lang="en-US" sz="2799" spc="-153" dirty="0" err="1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nombre</a:t>
                </a:r>
                <a:r>
                  <a:rPr lang="en-US" sz="2799" spc="-153" dirty="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-de-la-</a:t>
                </a:r>
                <a:r>
                  <a:rPr lang="en-US" sz="2799" spc="-153" dirty="0" err="1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tarea</a:t>
                </a:r>
                <a:endParaRPr lang="en-US" sz="2799" spc="-153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pic>
            <p:nvPicPr>
              <p:cNvPr id="19" name="Imagen 18" descr="Git-branch - Free vector icons on creazilla.com">
                <a:extLst>
                  <a:ext uri="{FF2B5EF4-FFF2-40B4-BE49-F238E27FC236}">
                    <a16:creationId xmlns:a16="http://schemas.microsoft.com/office/drawing/2014/main" id="{547D7FAC-C154-448E-3A6D-B0B6BAD5658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duotone>
                  <a:schemeClr val="accent3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rightnessContrast bright="40000" contrast="4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11564909" y="1831143"/>
                <a:ext cx="695681" cy="695681"/>
              </a:xfrm>
              <a:prstGeom prst="rect">
                <a:avLst/>
              </a:prstGeom>
            </p:spPr>
          </p:pic>
        </p:grpSp>
      </p:grpSp>
      <p:sp>
        <p:nvSpPr>
          <p:cNvPr id="23" name="TextBox 10">
            <a:extLst>
              <a:ext uri="{FF2B5EF4-FFF2-40B4-BE49-F238E27FC236}">
                <a16:creationId xmlns:a16="http://schemas.microsoft.com/office/drawing/2014/main" id="{DFDD3C40-C43D-3BC3-7F0F-9BE17C3E5B2D}"/>
              </a:ext>
            </a:extLst>
          </p:cNvPr>
          <p:cNvSpPr txBox="1"/>
          <p:nvPr/>
        </p:nvSpPr>
        <p:spPr>
          <a:xfrm>
            <a:off x="9421212" y="8356093"/>
            <a:ext cx="8399076" cy="14758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04516" lvl="1" indent="-302258" algn="l">
              <a:lnSpc>
                <a:spcPts val="3919"/>
              </a:lnSpc>
              <a:buFont typeface="Arial"/>
              <a:buChar char="•"/>
            </a:pP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Exclusivamente para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redactar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o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corregir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manuales, tutoriales o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archivos de lectura 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como el README.md</a:t>
            </a:r>
            <a:endParaRPr lang="en-US" sz="2799" u="none" strike="noStrike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3" name="Grupo 32">
            <a:extLst>
              <a:ext uri="{FF2B5EF4-FFF2-40B4-BE49-F238E27FC236}">
                <a16:creationId xmlns:a16="http://schemas.microsoft.com/office/drawing/2014/main" id="{AE66F6B8-A7B2-B944-6911-C92DD700902A}"/>
              </a:ext>
            </a:extLst>
          </p:cNvPr>
          <p:cNvGrpSpPr/>
          <p:nvPr/>
        </p:nvGrpSpPr>
        <p:grpSpPr>
          <a:xfrm>
            <a:off x="9952892" y="4026832"/>
            <a:ext cx="7277100" cy="1203855"/>
            <a:chOff x="11277600" y="1501245"/>
            <a:chExt cx="7277100" cy="1203855"/>
          </a:xfrm>
        </p:grpSpPr>
        <p:grpSp>
          <p:nvGrpSpPr>
            <p:cNvPr id="34" name="Group 9">
              <a:extLst>
                <a:ext uri="{FF2B5EF4-FFF2-40B4-BE49-F238E27FC236}">
                  <a16:creationId xmlns:a16="http://schemas.microsoft.com/office/drawing/2014/main" id="{4B2FF2EC-011B-EF85-AF9C-CE727F600523}"/>
                </a:ext>
              </a:extLst>
            </p:cNvPr>
            <p:cNvGrpSpPr/>
            <p:nvPr/>
          </p:nvGrpSpPr>
          <p:grpSpPr>
            <a:xfrm>
              <a:off x="11277600" y="1501245"/>
              <a:ext cx="7277100" cy="1203855"/>
              <a:chOff x="0" y="-47625"/>
              <a:chExt cx="2734992" cy="466725"/>
            </a:xfrm>
          </p:grpSpPr>
          <p:sp>
            <p:nvSpPr>
              <p:cNvPr id="38" name="Freeform 10">
                <a:extLst>
                  <a:ext uri="{FF2B5EF4-FFF2-40B4-BE49-F238E27FC236}">
                    <a16:creationId xmlns:a16="http://schemas.microsoft.com/office/drawing/2014/main" id="{B6D23A1B-BCAD-AF5E-67C4-4AE6431A67A2}"/>
                  </a:ext>
                </a:extLst>
              </p:cNvPr>
              <p:cNvSpPr/>
              <p:nvPr/>
            </p:nvSpPr>
            <p:spPr>
              <a:xfrm>
                <a:off x="0" y="0"/>
                <a:ext cx="2734992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2031332" h="419100">
                    <a:moveTo>
                      <a:pt x="23643" y="0"/>
                    </a:moveTo>
                    <a:lnTo>
                      <a:pt x="2007689" y="0"/>
                    </a:lnTo>
                    <a:cubicBezTo>
                      <a:pt x="2020747" y="0"/>
                      <a:pt x="2031332" y="10585"/>
                      <a:pt x="2031332" y="23643"/>
                    </a:cubicBezTo>
                    <a:lnTo>
                      <a:pt x="2031332" y="395457"/>
                    </a:lnTo>
                    <a:cubicBezTo>
                      <a:pt x="2031332" y="401727"/>
                      <a:pt x="2028841" y="407741"/>
                      <a:pt x="2024407" y="412175"/>
                    </a:cubicBezTo>
                    <a:cubicBezTo>
                      <a:pt x="2019973" y="416609"/>
                      <a:pt x="2013959" y="419100"/>
                      <a:pt x="2007689" y="419100"/>
                    </a:cubicBezTo>
                    <a:lnTo>
                      <a:pt x="23643" y="419100"/>
                    </a:lnTo>
                    <a:cubicBezTo>
                      <a:pt x="17373" y="419100"/>
                      <a:pt x="11359" y="416609"/>
                      <a:pt x="6925" y="412175"/>
                    </a:cubicBezTo>
                    <a:cubicBezTo>
                      <a:pt x="2491" y="407741"/>
                      <a:pt x="0" y="401727"/>
                      <a:pt x="0" y="395457"/>
                    </a:cubicBezTo>
                    <a:lnTo>
                      <a:pt x="0" y="23643"/>
                    </a:lnTo>
                    <a:cubicBezTo>
                      <a:pt x="0" y="17373"/>
                      <a:pt x="2491" y="11359"/>
                      <a:pt x="6925" y="6925"/>
                    </a:cubicBezTo>
                    <a:cubicBezTo>
                      <a:pt x="11359" y="2491"/>
                      <a:pt x="17373" y="0"/>
                      <a:pt x="23643" y="0"/>
                    </a:cubicBezTo>
                    <a:close/>
                  </a:path>
                </a:pathLst>
              </a:custGeom>
              <a:solidFill>
                <a:srgbClr val="0F0E0E"/>
              </a:solidFill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39" name="TextBox 11">
                <a:extLst>
                  <a:ext uri="{FF2B5EF4-FFF2-40B4-BE49-F238E27FC236}">
                    <a16:creationId xmlns:a16="http://schemas.microsoft.com/office/drawing/2014/main" id="{92F6B6B7-7B20-8D18-7890-9C2501BD766C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2031332" cy="4667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11"/>
                  </a:lnSpc>
                </a:pPr>
                <a:endParaRPr/>
              </a:p>
            </p:txBody>
          </p:sp>
        </p:grpSp>
        <p:grpSp>
          <p:nvGrpSpPr>
            <p:cNvPr id="35" name="Grupo 34">
              <a:extLst>
                <a:ext uri="{FF2B5EF4-FFF2-40B4-BE49-F238E27FC236}">
                  <a16:creationId xmlns:a16="http://schemas.microsoft.com/office/drawing/2014/main" id="{6E4A2F33-4B12-E7A4-9209-60292AF32323}"/>
                </a:ext>
              </a:extLst>
            </p:cNvPr>
            <p:cNvGrpSpPr/>
            <p:nvPr/>
          </p:nvGrpSpPr>
          <p:grpSpPr>
            <a:xfrm>
              <a:off x="11506200" y="1790700"/>
              <a:ext cx="4970491" cy="695681"/>
              <a:chOff x="11564909" y="1831143"/>
              <a:chExt cx="4970491" cy="695681"/>
            </a:xfrm>
          </p:grpSpPr>
          <p:sp>
            <p:nvSpPr>
              <p:cNvPr id="36" name="TextBox 14">
                <a:extLst>
                  <a:ext uri="{FF2B5EF4-FFF2-40B4-BE49-F238E27FC236}">
                    <a16:creationId xmlns:a16="http://schemas.microsoft.com/office/drawing/2014/main" id="{E8B51A66-0D62-6E0C-22D0-552B7D62A765}"/>
                  </a:ext>
                </a:extLst>
              </p:cNvPr>
              <p:cNvSpPr txBox="1"/>
              <p:nvPr/>
            </p:nvSpPr>
            <p:spPr>
              <a:xfrm>
                <a:off x="12345073" y="1916776"/>
                <a:ext cx="4190327" cy="52441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3611"/>
                  </a:lnSpc>
                </a:pPr>
                <a:r>
                  <a:rPr lang="en-US" sz="2799" spc="-153" dirty="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fix/</a:t>
                </a:r>
                <a:r>
                  <a:rPr lang="en-US" sz="2799" spc="-153" dirty="0" err="1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nombre</a:t>
                </a:r>
                <a:r>
                  <a:rPr lang="en-US" sz="2799" spc="-153" dirty="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-del-error</a:t>
                </a:r>
              </a:p>
            </p:txBody>
          </p:sp>
          <p:pic>
            <p:nvPicPr>
              <p:cNvPr id="37" name="Imagen 36" descr="Git-branch - Free vector icons on creazilla.com">
                <a:extLst>
                  <a:ext uri="{FF2B5EF4-FFF2-40B4-BE49-F238E27FC236}">
                    <a16:creationId xmlns:a16="http://schemas.microsoft.com/office/drawing/2014/main" id="{37CF566B-9897-5635-B070-DE08593574B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duotone>
                  <a:schemeClr val="accent3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rightnessContrast bright="40000" contrast="4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11564909" y="1831143"/>
                <a:ext cx="695681" cy="695681"/>
              </a:xfrm>
              <a:prstGeom prst="rect">
                <a:avLst/>
              </a:prstGeom>
            </p:spPr>
          </p:pic>
        </p:grpSp>
      </p:grpSp>
      <p:sp>
        <p:nvSpPr>
          <p:cNvPr id="41" name="TextBox 10">
            <a:extLst>
              <a:ext uri="{FF2B5EF4-FFF2-40B4-BE49-F238E27FC236}">
                <a16:creationId xmlns:a16="http://schemas.microsoft.com/office/drawing/2014/main" id="{D1AE5D02-2206-30AC-977C-07DA360B2AA2}"/>
              </a:ext>
            </a:extLst>
          </p:cNvPr>
          <p:cNvSpPr txBox="1"/>
          <p:nvPr/>
        </p:nvSpPr>
        <p:spPr>
          <a:xfrm>
            <a:off x="9343496" y="5166493"/>
            <a:ext cx="8399076" cy="14758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04516" lvl="1" indent="-302258" algn="l">
              <a:lnSpc>
                <a:spcPts val="3919"/>
              </a:lnSpc>
              <a:buFont typeface="Arial"/>
              <a:buChar char="•"/>
            </a:pP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Para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corregir errores 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 fallos menores en un código que ya existía. </a:t>
            </a:r>
          </a:p>
          <a:p>
            <a:pPr marL="604516" lvl="1" indent="-302258" algn="l">
              <a:lnSpc>
                <a:spcPts val="3919"/>
              </a:lnSpc>
              <a:buFont typeface="Arial"/>
              <a:buChar char="•"/>
            </a:pP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Ejemplo: </a:t>
            </a:r>
            <a:r>
              <a:rPr lang="es-MX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fix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/corregir-recuperar-contraseña</a:t>
            </a:r>
            <a:endParaRPr lang="en-US" sz="2799" u="none" strike="noStrike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42" name="Grupo 41">
            <a:extLst>
              <a:ext uri="{FF2B5EF4-FFF2-40B4-BE49-F238E27FC236}">
                <a16:creationId xmlns:a16="http://schemas.microsoft.com/office/drawing/2014/main" id="{37984ECF-B6EC-B338-7626-4DA2F9D85BF5}"/>
              </a:ext>
            </a:extLst>
          </p:cNvPr>
          <p:cNvGrpSpPr/>
          <p:nvPr/>
        </p:nvGrpSpPr>
        <p:grpSpPr>
          <a:xfrm>
            <a:off x="9982200" y="6899992"/>
            <a:ext cx="7277100" cy="1203855"/>
            <a:chOff x="11277600" y="1501245"/>
            <a:chExt cx="7277100" cy="1203855"/>
          </a:xfrm>
        </p:grpSpPr>
        <p:grpSp>
          <p:nvGrpSpPr>
            <p:cNvPr id="43" name="Group 9">
              <a:extLst>
                <a:ext uri="{FF2B5EF4-FFF2-40B4-BE49-F238E27FC236}">
                  <a16:creationId xmlns:a16="http://schemas.microsoft.com/office/drawing/2014/main" id="{2D3FCD9C-13BF-1671-73EA-9CDDB6BCB8B0}"/>
                </a:ext>
              </a:extLst>
            </p:cNvPr>
            <p:cNvGrpSpPr/>
            <p:nvPr/>
          </p:nvGrpSpPr>
          <p:grpSpPr>
            <a:xfrm>
              <a:off x="11277600" y="1501245"/>
              <a:ext cx="7277100" cy="1203855"/>
              <a:chOff x="0" y="-47625"/>
              <a:chExt cx="2734992" cy="466725"/>
            </a:xfrm>
          </p:grpSpPr>
          <p:sp>
            <p:nvSpPr>
              <p:cNvPr id="47" name="Freeform 10">
                <a:extLst>
                  <a:ext uri="{FF2B5EF4-FFF2-40B4-BE49-F238E27FC236}">
                    <a16:creationId xmlns:a16="http://schemas.microsoft.com/office/drawing/2014/main" id="{AEB7200C-4EC9-B3F2-4B95-AF92F3F4B99C}"/>
                  </a:ext>
                </a:extLst>
              </p:cNvPr>
              <p:cNvSpPr/>
              <p:nvPr/>
            </p:nvSpPr>
            <p:spPr>
              <a:xfrm>
                <a:off x="0" y="0"/>
                <a:ext cx="2734992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2031332" h="419100">
                    <a:moveTo>
                      <a:pt x="23643" y="0"/>
                    </a:moveTo>
                    <a:lnTo>
                      <a:pt x="2007689" y="0"/>
                    </a:lnTo>
                    <a:cubicBezTo>
                      <a:pt x="2020747" y="0"/>
                      <a:pt x="2031332" y="10585"/>
                      <a:pt x="2031332" y="23643"/>
                    </a:cubicBezTo>
                    <a:lnTo>
                      <a:pt x="2031332" y="395457"/>
                    </a:lnTo>
                    <a:cubicBezTo>
                      <a:pt x="2031332" y="401727"/>
                      <a:pt x="2028841" y="407741"/>
                      <a:pt x="2024407" y="412175"/>
                    </a:cubicBezTo>
                    <a:cubicBezTo>
                      <a:pt x="2019973" y="416609"/>
                      <a:pt x="2013959" y="419100"/>
                      <a:pt x="2007689" y="419100"/>
                    </a:cubicBezTo>
                    <a:lnTo>
                      <a:pt x="23643" y="419100"/>
                    </a:lnTo>
                    <a:cubicBezTo>
                      <a:pt x="17373" y="419100"/>
                      <a:pt x="11359" y="416609"/>
                      <a:pt x="6925" y="412175"/>
                    </a:cubicBezTo>
                    <a:cubicBezTo>
                      <a:pt x="2491" y="407741"/>
                      <a:pt x="0" y="401727"/>
                      <a:pt x="0" y="395457"/>
                    </a:cubicBezTo>
                    <a:lnTo>
                      <a:pt x="0" y="23643"/>
                    </a:lnTo>
                    <a:cubicBezTo>
                      <a:pt x="0" y="17373"/>
                      <a:pt x="2491" y="11359"/>
                      <a:pt x="6925" y="6925"/>
                    </a:cubicBezTo>
                    <a:cubicBezTo>
                      <a:pt x="11359" y="2491"/>
                      <a:pt x="17373" y="0"/>
                      <a:pt x="23643" y="0"/>
                    </a:cubicBezTo>
                    <a:close/>
                  </a:path>
                </a:pathLst>
              </a:custGeom>
              <a:solidFill>
                <a:srgbClr val="0F0E0E"/>
              </a:solidFill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48" name="TextBox 11">
                <a:extLst>
                  <a:ext uri="{FF2B5EF4-FFF2-40B4-BE49-F238E27FC236}">
                    <a16:creationId xmlns:a16="http://schemas.microsoft.com/office/drawing/2014/main" id="{C50D58F7-837C-875E-42BE-3D46BB3FFBCA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2031332" cy="4667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11"/>
                  </a:lnSpc>
                </a:pPr>
                <a:endParaRPr/>
              </a:p>
            </p:txBody>
          </p:sp>
        </p:grpSp>
        <p:grpSp>
          <p:nvGrpSpPr>
            <p:cNvPr id="44" name="Grupo 43">
              <a:extLst>
                <a:ext uri="{FF2B5EF4-FFF2-40B4-BE49-F238E27FC236}">
                  <a16:creationId xmlns:a16="http://schemas.microsoft.com/office/drawing/2014/main" id="{EB84CD9E-DE64-F506-5942-42D869B6F39F}"/>
                </a:ext>
              </a:extLst>
            </p:cNvPr>
            <p:cNvGrpSpPr/>
            <p:nvPr/>
          </p:nvGrpSpPr>
          <p:grpSpPr>
            <a:xfrm>
              <a:off x="11506200" y="1790700"/>
              <a:ext cx="4970491" cy="695681"/>
              <a:chOff x="11564909" y="1831143"/>
              <a:chExt cx="4970491" cy="695681"/>
            </a:xfrm>
          </p:grpSpPr>
          <p:sp>
            <p:nvSpPr>
              <p:cNvPr id="45" name="TextBox 14">
                <a:extLst>
                  <a:ext uri="{FF2B5EF4-FFF2-40B4-BE49-F238E27FC236}">
                    <a16:creationId xmlns:a16="http://schemas.microsoft.com/office/drawing/2014/main" id="{3D96044A-0A9A-CD07-AC45-C8DA21A63985}"/>
                  </a:ext>
                </a:extLst>
              </p:cNvPr>
              <p:cNvSpPr txBox="1"/>
              <p:nvPr/>
            </p:nvSpPr>
            <p:spPr>
              <a:xfrm>
                <a:off x="12345073" y="1916776"/>
                <a:ext cx="4190327" cy="52441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3611"/>
                  </a:lnSpc>
                </a:pPr>
                <a:r>
                  <a:rPr lang="en-US" sz="2799" spc="-153" dirty="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docs/</a:t>
                </a:r>
                <a:r>
                  <a:rPr lang="en-US" sz="2799" spc="-153" dirty="0" err="1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documentacion</a:t>
                </a:r>
                <a:endParaRPr lang="en-US" sz="2799" spc="-153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pic>
            <p:nvPicPr>
              <p:cNvPr id="46" name="Imagen 45" descr="Git-branch - Free vector icons on creazilla.com">
                <a:extLst>
                  <a:ext uri="{FF2B5EF4-FFF2-40B4-BE49-F238E27FC236}">
                    <a16:creationId xmlns:a16="http://schemas.microsoft.com/office/drawing/2014/main" id="{976DC6D7-F16C-2DAF-4031-67ED5CA5C50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duotone>
                  <a:schemeClr val="accent3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rightnessContrast bright="40000" contrast="4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11564909" y="1831143"/>
                <a:ext cx="695681" cy="695681"/>
              </a:xfrm>
              <a:prstGeom prst="rect">
                <a:avLst/>
              </a:prstGeom>
            </p:spPr>
          </p:pic>
        </p:grpSp>
      </p:grpSp>
      <p:grpSp>
        <p:nvGrpSpPr>
          <p:cNvPr id="58" name="Grupo 57">
            <a:extLst>
              <a:ext uri="{FF2B5EF4-FFF2-40B4-BE49-F238E27FC236}">
                <a16:creationId xmlns:a16="http://schemas.microsoft.com/office/drawing/2014/main" id="{0C542220-132E-5E0F-6B09-F8BEC16C4762}"/>
              </a:ext>
            </a:extLst>
          </p:cNvPr>
          <p:cNvGrpSpPr/>
          <p:nvPr/>
        </p:nvGrpSpPr>
        <p:grpSpPr>
          <a:xfrm>
            <a:off x="-228601" y="-478361"/>
            <a:ext cx="2905050" cy="1476032"/>
            <a:chOff x="-228601" y="-478361"/>
            <a:chExt cx="2905050" cy="1476032"/>
          </a:xfrm>
        </p:grpSpPr>
        <p:grpSp>
          <p:nvGrpSpPr>
            <p:cNvPr id="59" name="Group 10">
              <a:extLst>
                <a:ext uri="{FF2B5EF4-FFF2-40B4-BE49-F238E27FC236}">
                  <a16:creationId xmlns:a16="http://schemas.microsoft.com/office/drawing/2014/main" id="{37123AD5-43CE-18AC-5404-A2AB7E250B70}"/>
                </a:ext>
              </a:extLst>
            </p:cNvPr>
            <p:cNvGrpSpPr/>
            <p:nvPr/>
          </p:nvGrpSpPr>
          <p:grpSpPr>
            <a:xfrm>
              <a:off x="-228601" y="-478361"/>
              <a:ext cx="2905050" cy="1221311"/>
              <a:chOff x="0" y="0"/>
              <a:chExt cx="1355852" cy="720510"/>
            </a:xfrm>
          </p:grpSpPr>
          <p:sp>
            <p:nvSpPr>
              <p:cNvPr id="61" name="Freeform 11">
                <a:extLst>
                  <a:ext uri="{FF2B5EF4-FFF2-40B4-BE49-F238E27FC236}">
                    <a16:creationId xmlns:a16="http://schemas.microsoft.com/office/drawing/2014/main" id="{C2B4726D-8FD4-C2EA-E5E5-8ED9531D66E6}"/>
                  </a:ext>
                </a:extLst>
              </p:cNvPr>
              <p:cNvSpPr/>
              <p:nvPr/>
            </p:nvSpPr>
            <p:spPr>
              <a:xfrm>
                <a:off x="0" y="0"/>
                <a:ext cx="1355852" cy="720510"/>
              </a:xfrm>
              <a:custGeom>
                <a:avLst/>
                <a:gdLst/>
                <a:ahLst/>
                <a:cxnLst/>
                <a:rect l="l" t="t" r="r" b="b"/>
                <a:pathLst>
                  <a:path w="1355852" h="720510">
                    <a:moveTo>
                      <a:pt x="150387" y="0"/>
                    </a:moveTo>
                    <a:lnTo>
                      <a:pt x="1205465" y="0"/>
                    </a:lnTo>
                    <a:cubicBezTo>
                      <a:pt x="1245350" y="0"/>
                      <a:pt x="1283602" y="15844"/>
                      <a:pt x="1311805" y="44047"/>
                    </a:cubicBezTo>
                    <a:cubicBezTo>
                      <a:pt x="1340008" y="72250"/>
                      <a:pt x="1355852" y="110502"/>
                      <a:pt x="1355852" y="150387"/>
                    </a:cubicBezTo>
                    <a:lnTo>
                      <a:pt x="1355852" y="570123"/>
                    </a:lnTo>
                    <a:cubicBezTo>
                      <a:pt x="1355852" y="653179"/>
                      <a:pt x="1288522" y="720510"/>
                      <a:pt x="1205465" y="720510"/>
                    </a:cubicBezTo>
                    <a:lnTo>
                      <a:pt x="150387" y="720510"/>
                    </a:lnTo>
                    <a:cubicBezTo>
                      <a:pt x="67331" y="720510"/>
                      <a:pt x="0" y="653179"/>
                      <a:pt x="0" y="570123"/>
                    </a:cubicBezTo>
                    <a:lnTo>
                      <a:pt x="0" y="150387"/>
                    </a:lnTo>
                    <a:cubicBezTo>
                      <a:pt x="0" y="67331"/>
                      <a:pt x="67331" y="0"/>
                      <a:pt x="150387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62" name="TextBox 12">
                <a:extLst>
                  <a:ext uri="{FF2B5EF4-FFF2-40B4-BE49-F238E27FC236}">
                    <a16:creationId xmlns:a16="http://schemas.microsoft.com/office/drawing/2014/main" id="{6257CC99-71CC-E411-C3F0-038199DC3B24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5852" cy="739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pic>
          <p:nvPicPr>
            <p:cNvPr id="60" name="Imagen 59">
              <a:extLst>
                <a:ext uri="{FF2B5EF4-FFF2-40B4-BE49-F238E27FC236}">
                  <a16:creationId xmlns:a16="http://schemas.microsoft.com/office/drawing/2014/main" id="{9ED579E5-6CB9-8AA5-3153-2C652D80491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1" y="-375754"/>
              <a:ext cx="1373425" cy="13734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2120891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3" grpId="0"/>
      <p:bldP spid="4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474048-0478-3D49-FA78-B9769D3C5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CC15A15-61E0-238D-6870-B295F37D708C}"/>
              </a:ext>
            </a:extLst>
          </p:cNvPr>
          <p:cNvSpPr/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21128220-19D1-E6C8-216E-E6CFF29F9114}"/>
              </a:ext>
            </a:extLst>
          </p:cNvPr>
          <p:cNvGrpSpPr/>
          <p:nvPr/>
        </p:nvGrpSpPr>
        <p:grpSpPr>
          <a:xfrm>
            <a:off x="-698849" y="9575651"/>
            <a:ext cx="19685699" cy="2666805"/>
            <a:chOff x="0" y="0"/>
            <a:chExt cx="5184711" cy="702368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60A318C0-B4DF-CD6E-28D9-48F3BAF3D6D0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74703272-A460-EE28-59A8-C3432CB3C1B8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06373A88-8820-5212-9E98-60E6B65AB080}"/>
              </a:ext>
            </a:extLst>
          </p:cNvPr>
          <p:cNvGrpSpPr/>
          <p:nvPr/>
        </p:nvGrpSpPr>
        <p:grpSpPr>
          <a:xfrm>
            <a:off x="-698849" y="-1923855"/>
            <a:ext cx="19685699" cy="2666805"/>
            <a:chOff x="0" y="0"/>
            <a:chExt cx="5184711" cy="70236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35CB2A4C-625A-A624-9A23-C6B7FE2F2FD1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9B8BA422-B744-13FB-E150-9EAEC054310A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451C7C90-065E-EC14-C9C0-86244B9EB3F9}"/>
              </a:ext>
            </a:extLst>
          </p:cNvPr>
          <p:cNvSpPr/>
          <p:nvPr/>
        </p:nvSpPr>
        <p:spPr>
          <a:xfrm>
            <a:off x="15872392" y="2091327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C81A031A-BC06-CC6E-9126-846897A2FBEB}"/>
              </a:ext>
            </a:extLst>
          </p:cNvPr>
          <p:cNvSpPr/>
          <p:nvPr/>
        </p:nvSpPr>
        <p:spPr>
          <a:xfrm>
            <a:off x="16901092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1B0CB70D-01DE-6D08-5476-07EB6F5EAA71}"/>
              </a:ext>
            </a:extLst>
          </p:cNvPr>
          <p:cNvSpPr/>
          <p:nvPr/>
        </p:nvSpPr>
        <p:spPr>
          <a:xfrm flipH="1">
            <a:off x="-1389129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B338E312-17C1-906D-C21E-54DBF85249FA}"/>
              </a:ext>
            </a:extLst>
          </p:cNvPr>
          <p:cNvSpPr/>
          <p:nvPr/>
        </p:nvSpPr>
        <p:spPr>
          <a:xfrm flipH="1">
            <a:off x="-360429" y="2459791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4FDAFBFF-8185-C4B4-CE33-56D701CEA6D2}"/>
              </a:ext>
            </a:extLst>
          </p:cNvPr>
          <p:cNvSpPr txBox="1"/>
          <p:nvPr/>
        </p:nvSpPr>
        <p:spPr>
          <a:xfrm>
            <a:off x="2190449" y="4764320"/>
            <a:ext cx="13907101" cy="1490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19"/>
              </a:lnSpc>
            </a:pPr>
            <a:r>
              <a:rPr lang="es-MX" sz="3200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Una vez clonado el proyecto, el primer paso correcto en un entorno real es:</a:t>
            </a:r>
          </a:p>
          <a:p>
            <a:pPr algn="ctr">
              <a:lnSpc>
                <a:spcPts val="3919"/>
              </a:lnSpc>
            </a:pPr>
            <a:r>
              <a:rPr lang="es-MX" sz="3200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crear</a:t>
            </a:r>
            <a:r>
              <a:rPr lang="es-MX" sz="3200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MX" sz="3200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una rama de trabajo propia</a:t>
            </a:r>
            <a:r>
              <a:rPr lang="es-MX" sz="3200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lang="en-US" sz="3200" u="none" strike="noStrike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B78178D6-A67C-D3E3-1713-FC2497851696}"/>
              </a:ext>
            </a:extLst>
          </p:cNvPr>
          <p:cNvSpPr txBox="1"/>
          <p:nvPr/>
        </p:nvSpPr>
        <p:spPr>
          <a:xfrm>
            <a:off x="3055238" y="924585"/>
            <a:ext cx="11638327" cy="2744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717"/>
              </a:lnSpc>
            </a:pPr>
            <a:r>
              <a:rPr lang="en-US" sz="9160" b="1" dirty="0" err="1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Comandos</a:t>
            </a:r>
            <a:r>
              <a:rPr lang="en-US" sz="9160" b="1" dirty="0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 para </a:t>
            </a:r>
            <a:r>
              <a:rPr lang="en-US" sz="9160" b="1" dirty="0" err="1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gestionar</a:t>
            </a:r>
            <a:r>
              <a:rPr lang="en-US" sz="9160" b="1" dirty="0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 Ramas</a:t>
            </a:r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A1B652F7-F424-70E7-32A9-84F3A0A28A6F}"/>
              </a:ext>
            </a:extLst>
          </p:cNvPr>
          <p:cNvGrpSpPr/>
          <p:nvPr/>
        </p:nvGrpSpPr>
        <p:grpSpPr>
          <a:xfrm>
            <a:off x="-228601" y="-478361"/>
            <a:ext cx="2905050" cy="1476032"/>
            <a:chOff x="-228601" y="-478361"/>
            <a:chExt cx="2905050" cy="1476032"/>
          </a:xfrm>
        </p:grpSpPr>
        <p:grpSp>
          <p:nvGrpSpPr>
            <p:cNvPr id="16" name="Group 10">
              <a:extLst>
                <a:ext uri="{FF2B5EF4-FFF2-40B4-BE49-F238E27FC236}">
                  <a16:creationId xmlns:a16="http://schemas.microsoft.com/office/drawing/2014/main" id="{B90366AB-187A-8B00-DCE4-757C58D7A031}"/>
                </a:ext>
              </a:extLst>
            </p:cNvPr>
            <p:cNvGrpSpPr/>
            <p:nvPr/>
          </p:nvGrpSpPr>
          <p:grpSpPr>
            <a:xfrm>
              <a:off x="-228601" y="-478361"/>
              <a:ext cx="2905050" cy="1221311"/>
              <a:chOff x="0" y="0"/>
              <a:chExt cx="1355852" cy="720510"/>
            </a:xfrm>
          </p:grpSpPr>
          <p:sp>
            <p:nvSpPr>
              <p:cNvPr id="18" name="Freeform 11">
                <a:extLst>
                  <a:ext uri="{FF2B5EF4-FFF2-40B4-BE49-F238E27FC236}">
                    <a16:creationId xmlns:a16="http://schemas.microsoft.com/office/drawing/2014/main" id="{49E7F444-4483-C1BB-83A3-440D0DE4BBDB}"/>
                  </a:ext>
                </a:extLst>
              </p:cNvPr>
              <p:cNvSpPr/>
              <p:nvPr/>
            </p:nvSpPr>
            <p:spPr>
              <a:xfrm>
                <a:off x="0" y="0"/>
                <a:ext cx="1355852" cy="720510"/>
              </a:xfrm>
              <a:custGeom>
                <a:avLst/>
                <a:gdLst/>
                <a:ahLst/>
                <a:cxnLst/>
                <a:rect l="l" t="t" r="r" b="b"/>
                <a:pathLst>
                  <a:path w="1355852" h="720510">
                    <a:moveTo>
                      <a:pt x="150387" y="0"/>
                    </a:moveTo>
                    <a:lnTo>
                      <a:pt x="1205465" y="0"/>
                    </a:lnTo>
                    <a:cubicBezTo>
                      <a:pt x="1245350" y="0"/>
                      <a:pt x="1283602" y="15844"/>
                      <a:pt x="1311805" y="44047"/>
                    </a:cubicBezTo>
                    <a:cubicBezTo>
                      <a:pt x="1340008" y="72250"/>
                      <a:pt x="1355852" y="110502"/>
                      <a:pt x="1355852" y="150387"/>
                    </a:cubicBezTo>
                    <a:lnTo>
                      <a:pt x="1355852" y="570123"/>
                    </a:lnTo>
                    <a:cubicBezTo>
                      <a:pt x="1355852" y="653179"/>
                      <a:pt x="1288522" y="720510"/>
                      <a:pt x="1205465" y="720510"/>
                    </a:cubicBezTo>
                    <a:lnTo>
                      <a:pt x="150387" y="720510"/>
                    </a:lnTo>
                    <a:cubicBezTo>
                      <a:pt x="67331" y="720510"/>
                      <a:pt x="0" y="653179"/>
                      <a:pt x="0" y="570123"/>
                    </a:cubicBezTo>
                    <a:lnTo>
                      <a:pt x="0" y="150387"/>
                    </a:lnTo>
                    <a:cubicBezTo>
                      <a:pt x="0" y="67331"/>
                      <a:pt x="67331" y="0"/>
                      <a:pt x="150387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19" name="TextBox 12">
                <a:extLst>
                  <a:ext uri="{FF2B5EF4-FFF2-40B4-BE49-F238E27FC236}">
                    <a16:creationId xmlns:a16="http://schemas.microsoft.com/office/drawing/2014/main" id="{6537F728-ED91-C482-5C55-E0362AEF1626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5852" cy="739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pic>
          <p:nvPicPr>
            <p:cNvPr id="17" name="Imagen 16">
              <a:extLst>
                <a:ext uri="{FF2B5EF4-FFF2-40B4-BE49-F238E27FC236}">
                  <a16:creationId xmlns:a16="http://schemas.microsoft.com/office/drawing/2014/main" id="{0204BA0E-F40C-AC5A-F3C1-6468BC7D781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1" y="-375754"/>
              <a:ext cx="1373425" cy="13734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83487452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3DF478-1877-B9C3-1809-30A25F33B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5330F55-1B6D-CB02-8C0D-4EE7A4468D74}"/>
              </a:ext>
            </a:extLst>
          </p:cNvPr>
          <p:cNvSpPr/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67F008AD-C05B-1713-B7AC-393514FDA5C3}"/>
              </a:ext>
            </a:extLst>
          </p:cNvPr>
          <p:cNvGrpSpPr/>
          <p:nvPr/>
        </p:nvGrpSpPr>
        <p:grpSpPr>
          <a:xfrm>
            <a:off x="-698849" y="9575651"/>
            <a:ext cx="19685699" cy="2666805"/>
            <a:chOff x="0" y="0"/>
            <a:chExt cx="5184711" cy="702368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CD4C02D2-2D10-3F6A-CFC4-FD9E0A803167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8DCDE3AE-26BE-E227-437D-943075B55F6D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9515EE51-1070-1357-F8EE-23EDFFF035FD}"/>
              </a:ext>
            </a:extLst>
          </p:cNvPr>
          <p:cNvSpPr/>
          <p:nvPr/>
        </p:nvSpPr>
        <p:spPr>
          <a:xfrm>
            <a:off x="15872392" y="2091327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1C629479-0CA6-A456-F27C-225755C1BE15}"/>
              </a:ext>
            </a:extLst>
          </p:cNvPr>
          <p:cNvSpPr/>
          <p:nvPr/>
        </p:nvSpPr>
        <p:spPr>
          <a:xfrm>
            <a:off x="16901092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62AC1121-5E42-E84F-993D-DAD8C89D6298}"/>
              </a:ext>
            </a:extLst>
          </p:cNvPr>
          <p:cNvSpPr/>
          <p:nvPr/>
        </p:nvSpPr>
        <p:spPr>
          <a:xfrm flipH="1">
            <a:off x="-1389129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6E1566C9-80F9-9DA4-5E4E-07CB00945302}"/>
              </a:ext>
            </a:extLst>
          </p:cNvPr>
          <p:cNvSpPr/>
          <p:nvPr/>
        </p:nvSpPr>
        <p:spPr>
          <a:xfrm flipH="1">
            <a:off x="-360429" y="2459791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5D3C2369-EAC4-F0E0-818B-D0BC2407C959}"/>
              </a:ext>
            </a:extLst>
          </p:cNvPr>
          <p:cNvGrpSpPr/>
          <p:nvPr/>
        </p:nvGrpSpPr>
        <p:grpSpPr>
          <a:xfrm>
            <a:off x="-2221" y="1028700"/>
            <a:ext cx="4706728" cy="1543050"/>
            <a:chOff x="0" y="0"/>
            <a:chExt cx="1239632" cy="406400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BB72991-877D-E7E4-EB02-57C28820ED92}"/>
                </a:ext>
              </a:extLst>
            </p:cNvPr>
            <p:cNvSpPr/>
            <p:nvPr/>
          </p:nvSpPr>
          <p:spPr>
            <a:xfrm>
              <a:off x="0" y="0"/>
              <a:ext cx="1239632" cy="406400"/>
            </a:xfrm>
            <a:custGeom>
              <a:avLst/>
              <a:gdLst/>
              <a:ahLst/>
              <a:cxnLst/>
              <a:rect l="l" t="t" r="r" b="b"/>
              <a:pathLst>
                <a:path w="1239632" h="406400">
                  <a:moveTo>
                    <a:pt x="1036432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1036432" y="406400"/>
                  </a:lnTo>
                  <a:lnTo>
                    <a:pt x="1239632" y="203200"/>
                  </a:lnTo>
                  <a:lnTo>
                    <a:pt x="1036432" y="0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148590BE-227A-7326-0599-DA8F7FFE66B4}"/>
                </a:ext>
              </a:extLst>
            </p:cNvPr>
            <p:cNvSpPr txBox="1"/>
            <p:nvPr/>
          </p:nvSpPr>
          <p:spPr>
            <a:xfrm>
              <a:off x="0" y="-47625"/>
              <a:ext cx="1125332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418"/>
                </a:lnSpc>
              </a:pPr>
              <a:r>
                <a:rPr lang="en-US" sz="4200" spc="-231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&gt; git branch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E350EFED-2EC4-A226-9455-0DBCB01B7C9F}"/>
              </a:ext>
            </a:extLst>
          </p:cNvPr>
          <p:cNvGrpSpPr/>
          <p:nvPr/>
        </p:nvGrpSpPr>
        <p:grpSpPr>
          <a:xfrm>
            <a:off x="-698849" y="-1923855"/>
            <a:ext cx="19685699" cy="2666805"/>
            <a:chOff x="0" y="0"/>
            <a:chExt cx="5184711" cy="702368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B157168A-FE93-23AF-B95A-238896BA05BD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0D5D40F5-51EF-8EEA-859E-7CE26906EA7A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22" name="TextBox 22">
            <a:extLst>
              <a:ext uri="{FF2B5EF4-FFF2-40B4-BE49-F238E27FC236}">
                <a16:creationId xmlns:a16="http://schemas.microsoft.com/office/drawing/2014/main" id="{DCA41EBC-776F-5A19-8090-BD366E186019}"/>
              </a:ext>
            </a:extLst>
          </p:cNvPr>
          <p:cNvSpPr txBox="1"/>
          <p:nvPr/>
        </p:nvSpPr>
        <p:spPr>
          <a:xfrm>
            <a:off x="1336410" y="4521694"/>
            <a:ext cx="3612844" cy="254548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1874"/>
              </a:lnSpc>
            </a:pPr>
            <a:endParaRPr/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449BF3B2-8E9B-2A27-0D89-2C13526FDC6F}"/>
              </a:ext>
            </a:extLst>
          </p:cNvPr>
          <p:cNvSpPr txBox="1"/>
          <p:nvPr/>
        </p:nvSpPr>
        <p:spPr>
          <a:xfrm>
            <a:off x="5079317" y="1063672"/>
            <a:ext cx="12658371" cy="1475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Lista </a:t>
            </a: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todas las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ramas locales </a:t>
            </a: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existentes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marL="0" lvl="1" indent="0" algn="l">
              <a:lnSpc>
                <a:spcPts val="3919"/>
              </a:lnSpc>
            </a:pP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Resalta (generalmente en verde o con un asterisco) la rama en la que estás posicionado actualmente.</a:t>
            </a:r>
            <a:endParaRPr lang="en-US" sz="2799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0" name="Group 10">
            <a:extLst>
              <a:ext uri="{FF2B5EF4-FFF2-40B4-BE49-F238E27FC236}">
                <a16:creationId xmlns:a16="http://schemas.microsoft.com/office/drawing/2014/main" id="{DD9EE2F1-8581-1835-6F52-11E9EE8DC9B8}"/>
              </a:ext>
            </a:extLst>
          </p:cNvPr>
          <p:cNvGrpSpPr/>
          <p:nvPr/>
        </p:nvGrpSpPr>
        <p:grpSpPr>
          <a:xfrm>
            <a:off x="-2221" y="5446124"/>
            <a:ext cx="4706728" cy="1543050"/>
            <a:chOff x="0" y="0"/>
            <a:chExt cx="1239632" cy="406400"/>
          </a:xfrm>
        </p:grpSpPr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0DCE57C5-47E5-8352-7446-FF5969835A49}"/>
                </a:ext>
              </a:extLst>
            </p:cNvPr>
            <p:cNvSpPr/>
            <p:nvPr/>
          </p:nvSpPr>
          <p:spPr>
            <a:xfrm>
              <a:off x="0" y="0"/>
              <a:ext cx="1239632" cy="406400"/>
            </a:xfrm>
            <a:custGeom>
              <a:avLst/>
              <a:gdLst/>
              <a:ahLst/>
              <a:cxnLst/>
              <a:rect l="l" t="t" r="r" b="b"/>
              <a:pathLst>
                <a:path w="1239632" h="406400">
                  <a:moveTo>
                    <a:pt x="1036432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1036432" y="406400"/>
                  </a:lnTo>
                  <a:lnTo>
                    <a:pt x="1239632" y="203200"/>
                  </a:lnTo>
                  <a:lnTo>
                    <a:pt x="1036432" y="0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44" name="TextBox 12">
              <a:extLst>
                <a:ext uri="{FF2B5EF4-FFF2-40B4-BE49-F238E27FC236}">
                  <a16:creationId xmlns:a16="http://schemas.microsoft.com/office/drawing/2014/main" id="{86A784B9-1D39-458D-25B7-398D99B388F4}"/>
                </a:ext>
              </a:extLst>
            </p:cNvPr>
            <p:cNvSpPr txBox="1"/>
            <p:nvPr/>
          </p:nvSpPr>
          <p:spPr>
            <a:xfrm>
              <a:off x="0" y="-47625"/>
              <a:ext cx="1125332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418"/>
                </a:lnSpc>
              </a:pPr>
              <a:r>
                <a:rPr lang="en-US" sz="4200" spc="-231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&gt; git branch -a</a:t>
              </a:r>
            </a:p>
          </p:txBody>
        </p:sp>
      </p:grpSp>
      <p:sp>
        <p:nvSpPr>
          <p:cNvPr id="45" name="TextBox 35">
            <a:extLst>
              <a:ext uri="{FF2B5EF4-FFF2-40B4-BE49-F238E27FC236}">
                <a16:creationId xmlns:a16="http://schemas.microsoft.com/office/drawing/2014/main" id="{A0C2BDEE-7F40-CE80-F79A-5743BDFA2776}"/>
              </a:ext>
            </a:extLst>
          </p:cNvPr>
          <p:cNvSpPr txBox="1"/>
          <p:nvPr/>
        </p:nvSpPr>
        <p:spPr>
          <a:xfrm>
            <a:off x="5079317" y="5481096"/>
            <a:ext cx="12658371" cy="1475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Lista </a:t>
            </a: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todas las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ramas locales </a:t>
            </a: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existentes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 y remotas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marL="0" lvl="1" indent="0" algn="l">
              <a:lnSpc>
                <a:spcPts val="3919"/>
              </a:lnSpc>
            </a:pP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Resalta (generalmente en verde o con un asterisco) la rama en la que estás posicionado actualmente.</a:t>
            </a:r>
            <a:endParaRPr lang="en-US" sz="2799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9" name="Imagen 78">
            <a:extLst>
              <a:ext uri="{FF2B5EF4-FFF2-40B4-BE49-F238E27FC236}">
                <a16:creationId xmlns:a16="http://schemas.microsoft.com/office/drawing/2014/main" id="{BC2C6112-7BB2-DED5-BA89-64EB821948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16003" y="2892767"/>
            <a:ext cx="15843297" cy="2176131"/>
          </a:xfrm>
          <a:prstGeom prst="rect">
            <a:avLst/>
          </a:prstGeom>
        </p:spPr>
      </p:pic>
      <p:pic>
        <p:nvPicPr>
          <p:cNvPr id="81" name="Imagen 80">
            <a:extLst>
              <a:ext uri="{FF2B5EF4-FFF2-40B4-BE49-F238E27FC236}">
                <a16:creationId xmlns:a16="http://schemas.microsoft.com/office/drawing/2014/main" id="{88CDB226-AB3E-B284-12C5-0FE45A675C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41501" y="7139513"/>
            <a:ext cx="14204997" cy="3284514"/>
          </a:xfrm>
          <a:prstGeom prst="rect">
            <a:avLst/>
          </a:prstGeom>
        </p:spPr>
      </p:pic>
      <p:grpSp>
        <p:nvGrpSpPr>
          <p:cNvPr id="13" name="Grupo 12">
            <a:extLst>
              <a:ext uri="{FF2B5EF4-FFF2-40B4-BE49-F238E27FC236}">
                <a16:creationId xmlns:a16="http://schemas.microsoft.com/office/drawing/2014/main" id="{64F8B663-6E10-F6B7-7CF3-1292C922ECAB}"/>
              </a:ext>
            </a:extLst>
          </p:cNvPr>
          <p:cNvGrpSpPr/>
          <p:nvPr/>
        </p:nvGrpSpPr>
        <p:grpSpPr>
          <a:xfrm>
            <a:off x="-228601" y="-478361"/>
            <a:ext cx="2905050" cy="1476032"/>
            <a:chOff x="-228601" y="-478361"/>
            <a:chExt cx="2905050" cy="1476032"/>
          </a:xfrm>
        </p:grpSpPr>
        <p:grpSp>
          <p:nvGrpSpPr>
            <p:cNvPr id="14" name="Group 10">
              <a:extLst>
                <a:ext uri="{FF2B5EF4-FFF2-40B4-BE49-F238E27FC236}">
                  <a16:creationId xmlns:a16="http://schemas.microsoft.com/office/drawing/2014/main" id="{28AA0431-D7FA-974F-39AF-E66506E7217D}"/>
                </a:ext>
              </a:extLst>
            </p:cNvPr>
            <p:cNvGrpSpPr/>
            <p:nvPr/>
          </p:nvGrpSpPr>
          <p:grpSpPr>
            <a:xfrm>
              <a:off x="-228601" y="-478361"/>
              <a:ext cx="2905050" cy="1221311"/>
              <a:chOff x="0" y="0"/>
              <a:chExt cx="1355852" cy="720510"/>
            </a:xfrm>
          </p:grpSpPr>
          <p:sp>
            <p:nvSpPr>
              <p:cNvPr id="16" name="Freeform 11">
                <a:extLst>
                  <a:ext uri="{FF2B5EF4-FFF2-40B4-BE49-F238E27FC236}">
                    <a16:creationId xmlns:a16="http://schemas.microsoft.com/office/drawing/2014/main" id="{E0AD97DB-B388-8D29-4116-8E5899C1FD2D}"/>
                  </a:ext>
                </a:extLst>
              </p:cNvPr>
              <p:cNvSpPr/>
              <p:nvPr/>
            </p:nvSpPr>
            <p:spPr>
              <a:xfrm>
                <a:off x="0" y="0"/>
                <a:ext cx="1355852" cy="720510"/>
              </a:xfrm>
              <a:custGeom>
                <a:avLst/>
                <a:gdLst/>
                <a:ahLst/>
                <a:cxnLst/>
                <a:rect l="l" t="t" r="r" b="b"/>
                <a:pathLst>
                  <a:path w="1355852" h="720510">
                    <a:moveTo>
                      <a:pt x="150387" y="0"/>
                    </a:moveTo>
                    <a:lnTo>
                      <a:pt x="1205465" y="0"/>
                    </a:lnTo>
                    <a:cubicBezTo>
                      <a:pt x="1245350" y="0"/>
                      <a:pt x="1283602" y="15844"/>
                      <a:pt x="1311805" y="44047"/>
                    </a:cubicBezTo>
                    <a:cubicBezTo>
                      <a:pt x="1340008" y="72250"/>
                      <a:pt x="1355852" y="110502"/>
                      <a:pt x="1355852" y="150387"/>
                    </a:cubicBezTo>
                    <a:lnTo>
                      <a:pt x="1355852" y="570123"/>
                    </a:lnTo>
                    <a:cubicBezTo>
                      <a:pt x="1355852" y="653179"/>
                      <a:pt x="1288522" y="720510"/>
                      <a:pt x="1205465" y="720510"/>
                    </a:cubicBezTo>
                    <a:lnTo>
                      <a:pt x="150387" y="720510"/>
                    </a:lnTo>
                    <a:cubicBezTo>
                      <a:pt x="67331" y="720510"/>
                      <a:pt x="0" y="653179"/>
                      <a:pt x="0" y="570123"/>
                    </a:cubicBezTo>
                    <a:lnTo>
                      <a:pt x="0" y="150387"/>
                    </a:lnTo>
                    <a:cubicBezTo>
                      <a:pt x="0" y="67331"/>
                      <a:pt x="67331" y="0"/>
                      <a:pt x="150387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23" name="TextBox 12">
                <a:extLst>
                  <a:ext uri="{FF2B5EF4-FFF2-40B4-BE49-F238E27FC236}">
                    <a16:creationId xmlns:a16="http://schemas.microsoft.com/office/drawing/2014/main" id="{CAC87DB9-38B5-41B0-1931-7FF32E939B4E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5852" cy="739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pic>
          <p:nvPicPr>
            <p:cNvPr id="15" name="Imagen 14">
              <a:extLst>
                <a:ext uri="{FF2B5EF4-FFF2-40B4-BE49-F238E27FC236}">
                  <a16:creationId xmlns:a16="http://schemas.microsoft.com/office/drawing/2014/main" id="{2A2D2983-5845-678D-1D3F-ECF24E8583F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1" y="-375754"/>
              <a:ext cx="1373425" cy="13734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5301228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4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ED9A44-BC75-B001-ED2E-98411BEE2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F7D77F6-6E40-244B-D99D-D9D70401BBA3}"/>
              </a:ext>
            </a:extLst>
          </p:cNvPr>
          <p:cNvSpPr/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3B7E0E1C-08F2-71D8-B5B1-9B11F647D77E}"/>
              </a:ext>
            </a:extLst>
          </p:cNvPr>
          <p:cNvGrpSpPr/>
          <p:nvPr/>
        </p:nvGrpSpPr>
        <p:grpSpPr>
          <a:xfrm>
            <a:off x="-698849" y="9575651"/>
            <a:ext cx="19685699" cy="2666805"/>
            <a:chOff x="0" y="0"/>
            <a:chExt cx="5184711" cy="702368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C5171D08-5460-6EC6-CDFA-5F7A0700001E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77D8307B-CE6C-97ED-7B35-CF1F131EBEBA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CD289C0A-F7AF-3BBE-47E5-8B6212E7CB85}"/>
              </a:ext>
            </a:extLst>
          </p:cNvPr>
          <p:cNvSpPr/>
          <p:nvPr/>
        </p:nvSpPr>
        <p:spPr>
          <a:xfrm>
            <a:off x="15872392" y="2091327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C51D5AE6-7851-FB89-10FC-6D9505DE2AF7}"/>
              </a:ext>
            </a:extLst>
          </p:cNvPr>
          <p:cNvSpPr/>
          <p:nvPr/>
        </p:nvSpPr>
        <p:spPr>
          <a:xfrm>
            <a:off x="16901092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1AC44B9D-3452-E555-D15B-E4D9FA9DD512}"/>
              </a:ext>
            </a:extLst>
          </p:cNvPr>
          <p:cNvSpPr/>
          <p:nvPr/>
        </p:nvSpPr>
        <p:spPr>
          <a:xfrm flipH="1">
            <a:off x="-1389129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CDA0BC63-5862-4CF2-FDE1-40BA5EB27DCF}"/>
              </a:ext>
            </a:extLst>
          </p:cNvPr>
          <p:cNvSpPr/>
          <p:nvPr/>
        </p:nvSpPr>
        <p:spPr>
          <a:xfrm flipH="1">
            <a:off x="-360429" y="2459791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DFD83DC-F016-F2EE-290A-BAACC50C2CEA}"/>
              </a:ext>
            </a:extLst>
          </p:cNvPr>
          <p:cNvGrpSpPr/>
          <p:nvPr/>
        </p:nvGrpSpPr>
        <p:grpSpPr>
          <a:xfrm>
            <a:off x="-2221" y="1028700"/>
            <a:ext cx="4706728" cy="1543050"/>
            <a:chOff x="0" y="0"/>
            <a:chExt cx="1239632" cy="406400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93E478E7-BB9D-F169-CEC3-A0B60F5BFC83}"/>
                </a:ext>
              </a:extLst>
            </p:cNvPr>
            <p:cNvSpPr/>
            <p:nvPr/>
          </p:nvSpPr>
          <p:spPr>
            <a:xfrm>
              <a:off x="0" y="0"/>
              <a:ext cx="1239632" cy="406400"/>
            </a:xfrm>
            <a:custGeom>
              <a:avLst/>
              <a:gdLst/>
              <a:ahLst/>
              <a:cxnLst/>
              <a:rect l="l" t="t" r="r" b="b"/>
              <a:pathLst>
                <a:path w="1239632" h="406400">
                  <a:moveTo>
                    <a:pt x="1036432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1036432" y="406400"/>
                  </a:lnTo>
                  <a:lnTo>
                    <a:pt x="1239632" y="203200"/>
                  </a:lnTo>
                  <a:lnTo>
                    <a:pt x="1036432" y="0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2D34E354-D831-E379-CBEA-19C0BA94F5D8}"/>
                </a:ext>
              </a:extLst>
            </p:cNvPr>
            <p:cNvSpPr txBox="1"/>
            <p:nvPr/>
          </p:nvSpPr>
          <p:spPr>
            <a:xfrm>
              <a:off x="0" y="-47625"/>
              <a:ext cx="1125332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418"/>
                </a:lnSpc>
              </a:pPr>
              <a:r>
                <a:rPr lang="en-US" sz="4200" spc="-231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&gt; git switch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C76BDAA-BCF3-AEE1-4EA9-D38F2032AB20}"/>
              </a:ext>
            </a:extLst>
          </p:cNvPr>
          <p:cNvGrpSpPr/>
          <p:nvPr/>
        </p:nvGrpSpPr>
        <p:grpSpPr>
          <a:xfrm>
            <a:off x="-698849" y="-1923855"/>
            <a:ext cx="19685699" cy="2666805"/>
            <a:chOff x="0" y="0"/>
            <a:chExt cx="5184711" cy="702368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06E6643A-D9E4-68E4-8BB8-A71BA65C6058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008691A9-1D20-14AA-3E51-5300CCC0994A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22" name="TextBox 22">
            <a:extLst>
              <a:ext uri="{FF2B5EF4-FFF2-40B4-BE49-F238E27FC236}">
                <a16:creationId xmlns:a16="http://schemas.microsoft.com/office/drawing/2014/main" id="{11BD383C-38FA-6EFA-280C-B45D42761518}"/>
              </a:ext>
            </a:extLst>
          </p:cNvPr>
          <p:cNvSpPr txBox="1"/>
          <p:nvPr/>
        </p:nvSpPr>
        <p:spPr>
          <a:xfrm>
            <a:off x="1336410" y="4521694"/>
            <a:ext cx="3612844" cy="254548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1874"/>
              </a:lnSpc>
            </a:pPr>
            <a:endParaRPr/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652EEA79-AE9B-5402-6759-F116DF5055FB}"/>
              </a:ext>
            </a:extLst>
          </p:cNvPr>
          <p:cNvSpPr txBox="1"/>
          <p:nvPr/>
        </p:nvSpPr>
        <p:spPr>
          <a:xfrm>
            <a:off x="5079317" y="1469577"/>
            <a:ext cx="12658371" cy="4755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Cambia</a:t>
            </a: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el área de trabajo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hacia una rama </a:t>
            </a: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ya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existente</a:t>
            </a: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lang="en-US" sz="2799" spc="-75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0" name="Group 10">
            <a:extLst>
              <a:ext uri="{FF2B5EF4-FFF2-40B4-BE49-F238E27FC236}">
                <a16:creationId xmlns:a16="http://schemas.microsoft.com/office/drawing/2014/main" id="{4EFF76B5-B349-C260-44A6-3D59D8F7662C}"/>
              </a:ext>
            </a:extLst>
          </p:cNvPr>
          <p:cNvGrpSpPr/>
          <p:nvPr/>
        </p:nvGrpSpPr>
        <p:grpSpPr>
          <a:xfrm>
            <a:off x="-217534" y="5078359"/>
            <a:ext cx="4922041" cy="1910815"/>
            <a:chOff x="-56708" y="-96860"/>
            <a:chExt cx="1296340" cy="503260"/>
          </a:xfrm>
        </p:grpSpPr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5659232E-82AF-AD2F-BDCE-9B9A78D418BB}"/>
                </a:ext>
              </a:extLst>
            </p:cNvPr>
            <p:cNvSpPr/>
            <p:nvPr/>
          </p:nvSpPr>
          <p:spPr>
            <a:xfrm>
              <a:off x="0" y="0"/>
              <a:ext cx="1239632" cy="406400"/>
            </a:xfrm>
            <a:custGeom>
              <a:avLst/>
              <a:gdLst/>
              <a:ahLst/>
              <a:cxnLst/>
              <a:rect l="l" t="t" r="r" b="b"/>
              <a:pathLst>
                <a:path w="1239632" h="406400">
                  <a:moveTo>
                    <a:pt x="1036432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1036432" y="406400"/>
                  </a:lnTo>
                  <a:lnTo>
                    <a:pt x="1239632" y="203200"/>
                  </a:lnTo>
                  <a:lnTo>
                    <a:pt x="1036432" y="0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44" name="TextBox 12">
              <a:extLst>
                <a:ext uri="{FF2B5EF4-FFF2-40B4-BE49-F238E27FC236}">
                  <a16:creationId xmlns:a16="http://schemas.microsoft.com/office/drawing/2014/main" id="{FD482EDB-75FD-3338-8C15-80D15A7B0446}"/>
                </a:ext>
              </a:extLst>
            </p:cNvPr>
            <p:cNvSpPr txBox="1"/>
            <p:nvPr/>
          </p:nvSpPr>
          <p:spPr>
            <a:xfrm>
              <a:off x="-56708" y="-96860"/>
              <a:ext cx="1125332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418"/>
                </a:lnSpc>
              </a:pPr>
              <a:r>
                <a:rPr lang="en-US" sz="4200" spc="-231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&gt; git switch -c</a:t>
              </a:r>
            </a:p>
          </p:txBody>
        </p:sp>
      </p:grpSp>
      <p:sp>
        <p:nvSpPr>
          <p:cNvPr id="45" name="TextBox 35">
            <a:extLst>
              <a:ext uri="{FF2B5EF4-FFF2-40B4-BE49-F238E27FC236}">
                <a16:creationId xmlns:a16="http://schemas.microsoft.com/office/drawing/2014/main" id="{54FBE9C3-1A08-3B79-1C89-463B317B3E8C}"/>
              </a:ext>
            </a:extLst>
          </p:cNvPr>
          <p:cNvSpPr txBox="1"/>
          <p:nvPr/>
        </p:nvSpPr>
        <p:spPr>
          <a:xfrm>
            <a:off x="5048425" y="5729791"/>
            <a:ext cx="12658371" cy="975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Crea</a:t>
            </a: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una rama nueva</a:t>
            </a: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y cambia a ella </a:t>
            </a: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de manera inmediata en un solo paso.</a:t>
            </a:r>
            <a:endParaRPr lang="en-US" sz="2799" spc="-75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9" name="Imagen 78">
            <a:extLst>
              <a:ext uri="{FF2B5EF4-FFF2-40B4-BE49-F238E27FC236}">
                <a16:creationId xmlns:a16="http://schemas.microsoft.com/office/drawing/2014/main" id="{1ABCD092-E1BC-E250-D80C-BD938B38D7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16003" y="2740173"/>
            <a:ext cx="15843297" cy="2481319"/>
          </a:xfrm>
          <a:prstGeom prst="rect">
            <a:avLst/>
          </a:prstGeom>
        </p:spPr>
      </p:pic>
      <p:pic>
        <p:nvPicPr>
          <p:cNvPr id="81" name="Imagen 80">
            <a:extLst>
              <a:ext uri="{FF2B5EF4-FFF2-40B4-BE49-F238E27FC236}">
                <a16:creationId xmlns:a16="http://schemas.microsoft.com/office/drawing/2014/main" id="{32F80457-0FC1-AB00-B0FB-C7F6BF07676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41501" y="7395771"/>
            <a:ext cx="14204997" cy="2771997"/>
          </a:xfrm>
          <a:prstGeom prst="rect">
            <a:avLst/>
          </a:prstGeom>
        </p:spPr>
      </p:pic>
      <p:sp>
        <p:nvSpPr>
          <p:cNvPr id="14" name="TextBox 12">
            <a:extLst>
              <a:ext uri="{FF2B5EF4-FFF2-40B4-BE49-F238E27FC236}">
                <a16:creationId xmlns:a16="http://schemas.microsoft.com/office/drawing/2014/main" id="{C495A72A-F32F-8344-E779-ACB63AE0CDBB}"/>
              </a:ext>
            </a:extLst>
          </p:cNvPr>
          <p:cNvSpPr txBox="1"/>
          <p:nvPr/>
        </p:nvSpPr>
        <p:spPr>
          <a:xfrm>
            <a:off x="136952" y="6304491"/>
            <a:ext cx="3612845" cy="565429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5418"/>
              </a:lnSpc>
            </a:pPr>
            <a:r>
              <a:rPr lang="en-US" sz="3600" spc="-231" dirty="0">
                <a:solidFill>
                  <a:schemeClr val="bg1">
                    <a:lumMod val="75000"/>
                  </a:schemeClr>
                </a:solidFill>
                <a:latin typeface="Roboto"/>
                <a:ea typeface="Roboto"/>
                <a:cs typeface="Roboto"/>
                <a:sym typeface="Roboto"/>
              </a:rPr>
              <a:t>&gt; git checkout -b</a:t>
            </a:r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1526F901-39A8-02D8-72E7-34F4DF99781C}"/>
              </a:ext>
            </a:extLst>
          </p:cNvPr>
          <p:cNvGrpSpPr/>
          <p:nvPr/>
        </p:nvGrpSpPr>
        <p:grpSpPr>
          <a:xfrm>
            <a:off x="-228601" y="-478361"/>
            <a:ext cx="2905050" cy="1476032"/>
            <a:chOff x="-228601" y="-478361"/>
            <a:chExt cx="2905050" cy="1476032"/>
          </a:xfrm>
        </p:grpSpPr>
        <p:grpSp>
          <p:nvGrpSpPr>
            <p:cNvPr id="16" name="Group 10">
              <a:extLst>
                <a:ext uri="{FF2B5EF4-FFF2-40B4-BE49-F238E27FC236}">
                  <a16:creationId xmlns:a16="http://schemas.microsoft.com/office/drawing/2014/main" id="{CCBFB6DA-EBD1-C013-5EBD-3ADE2EB1C6DA}"/>
                </a:ext>
              </a:extLst>
            </p:cNvPr>
            <p:cNvGrpSpPr/>
            <p:nvPr/>
          </p:nvGrpSpPr>
          <p:grpSpPr>
            <a:xfrm>
              <a:off x="-228601" y="-478361"/>
              <a:ext cx="2905050" cy="1221311"/>
              <a:chOff x="0" y="0"/>
              <a:chExt cx="1355852" cy="720510"/>
            </a:xfrm>
          </p:grpSpPr>
          <p:sp>
            <p:nvSpPr>
              <p:cNvPr id="24" name="Freeform 11">
                <a:extLst>
                  <a:ext uri="{FF2B5EF4-FFF2-40B4-BE49-F238E27FC236}">
                    <a16:creationId xmlns:a16="http://schemas.microsoft.com/office/drawing/2014/main" id="{AE868253-E20A-1E98-5E7A-302485EA9B37}"/>
                  </a:ext>
                </a:extLst>
              </p:cNvPr>
              <p:cNvSpPr/>
              <p:nvPr/>
            </p:nvSpPr>
            <p:spPr>
              <a:xfrm>
                <a:off x="0" y="0"/>
                <a:ext cx="1355852" cy="720510"/>
              </a:xfrm>
              <a:custGeom>
                <a:avLst/>
                <a:gdLst/>
                <a:ahLst/>
                <a:cxnLst/>
                <a:rect l="l" t="t" r="r" b="b"/>
                <a:pathLst>
                  <a:path w="1355852" h="720510">
                    <a:moveTo>
                      <a:pt x="150387" y="0"/>
                    </a:moveTo>
                    <a:lnTo>
                      <a:pt x="1205465" y="0"/>
                    </a:lnTo>
                    <a:cubicBezTo>
                      <a:pt x="1245350" y="0"/>
                      <a:pt x="1283602" y="15844"/>
                      <a:pt x="1311805" y="44047"/>
                    </a:cubicBezTo>
                    <a:cubicBezTo>
                      <a:pt x="1340008" y="72250"/>
                      <a:pt x="1355852" y="110502"/>
                      <a:pt x="1355852" y="150387"/>
                    </a:cubicBezTo>
                    <a:lnTo>
                      <a:pt x="1355852" y="570123"/>
                    </a:lnTo>
                    <a:cubicBezTo>
                      <a:pt x="1355852" y="653179"/>
                      <a:pt x="1288522" y="720510"/>
                      <a:pt x="1205465" y="720510"/>
                    </a:cubicBezTo>
                    <a:lnTo>
                      <a:pt x="150387" y="720510"/>
                    </a:lnTo>
                    <a:cubicBezTo>
                      <a:pt x="67331" y="720510"/>
                      <a:pt x="0" y="653179"/>
                      <a:pt x="0" y="570123"/>
                    </a:cubicBezTo>
                    <a:lnTo>
                      <a:pt x="0" y="150387"/>
                    </a:lnTo>
                    <a:cubicBezTo>
                      <a:pt x="0" y="67331"/>
                      <a:pt x="67331" y="0"/>
                      <a:pt x="150387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25" name="TextBox 12">
                <a:extLst>
                  <a:ext uri="{FF2B5EF4-FFF2-40B4-BE49-F238E27FC236}">
                    <a16:creationId xmlns:a16="http://schemas.microsoft.com/office/drawing/2014/main" id="{C2CB2CE8-C758-7661-0010-A6023FD96335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5852" cy="739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pic>
          <p:nvPicPr>
            <p:cNvPr id="23" name="Imagen 22">
              <a:extLst>
                <a:ext uri="{FF2B5EF4-FFF2-40B4-BE49-F238E27FC236}">
                  <a16:creationId xmlns:a16="http://schemas.microsoft.com/office/drawing/2014/main" id="{44E43B23-493C-8171-3BCC-D2D2E75B133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1" y="-375754"/>
              <a:ext cx="1373425" cy="13734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1257262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45" grpId="0"/>
      <p:bldP spid="1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2EE49E-1380-6527-A87B-601CD4053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492E41B-F6BE-BBBC-FDCB-FE447352B89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 dirty="0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35F110E8-8277-06BD-F99E-401CC17BB450}"/>
              </a:ext>
            </a:extLst>
          </p:cNvPr>
          <p:cNvGrpSpPr/>
          <p:nvPr/>
        </p:nvGrpSpPr>
        <p:grpSpPr>
          <a:xfrm>
            <a:off x="-698849" y="9575651"/>
            <a:ext cx="19685699" cy="2666805"/>
            <a:chOff x="0" y="0"/>
            <a:chExt cx="5184711" cy="702368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83D398B4-DAC7-A094-8168-FBA9C5323079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 dirty="0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FB30B71B-2EF1-D032-4531-8A6CD9B806D1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98DCC199-F210-6615-94D4-3BBBB24DB8B7}"/>
              </a:ext>
            </a:extLst>
          </p:cNvPr>
          <p:cNvGrpSpPr/>
          <p:nvPr/>
        </p:nvGrpSpPr>
        <p:grpSpPr>
          <a:xfrm>
            <a:off x="-698849" y="-1923855"/>
            <a:ext cx="19685699" cy="2666805"/>
            <a:chOff x="0" y="0"/>
            <a:chExt cx="5184711" cy="70236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DA564848-0996-D2BF-84D2-93C5C3382DE2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31AD6264-4C52-785D-206F-CE1B3A2B882B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5CEC2DA5-FAA7-3D4B-B4DA-3209F335503C}"/>
              </a:ext>
            </a:extLst>
          </p:cNvPr>
          <p:cNvSpPr/>
          <p:nvPr/>
        </p:nvSpPr>
        <p:spPr>
          <a:xfrm>
            <a:off x="15872392" y="2091327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4F4BCA38-E552-B596-EAA7-B18E4578CBB1}"/>
              </a:ext>
            </a:extLst>
          </p:cNvPr>
          <p:cNvSpPr/>
          <p:nvPr/>
        </p:nvSpPr>
        <p:spPr>
          <a:xfrm>
            <a:off x="16901092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ADCA566D-A1B5-F52C-08F1-672B7169F26B}"/>
              </a:ext>
            </a:extLst>
          </p:cNvPr>
          <p:cNvSpPr/>
          <p:nvPr/>
        </p:nvSpPr>
        <p:spPr>
          <a:xfrm flipH="1">
            <a:off x="-1389129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09D5EAE6-D1E8-DDB8-0030-E047ACA48A6C}"/>
              </a:ext>
            </a:extLst>
          </p:cNvPr>
          <p:cNvSpPr/>
          <p:nvPr/>
        </p:nvSpPr>
        <p:spPr>
          <a:xfrm flipH="1">
            <a:off x="-360429" y="2459791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3" name="AutoShape 13">
            <a:extLst>
              <a:ext uri="{FF2B5EF4-FFF2-40B4-BE49-F238E27FC236}">
                <a16:creationId xmlns:a16="http://schemas.microsoft.com/office/drawing/2014/main" id="{B2363343-5D8C-21E6-66CE-C17D2A816725}"/>
              </a:ext>
            </a:extLst>
          </p:cNvPr>
          <p:cNvSpPr/>
          <p:nvPr/>
        </p:nvSpPr>
        <p:spPr>
          <a:xfrm>
            <a:off x="7536505" y="7691911"/>
            <a:ext cx="910158" cy="0"/>
          </a:xfrm>
          <a:prstGeom prst="line">
            <a:avLst/>
          </a:prstGeom>
          <a:ln w="57150" cap="flat">
            <a:solidFill>
              <a:srgbClr val="F15226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4724FE1B-0353-177F-AD4D-0097FB18768F}"/>
              </a:ext>
            </a:extLst>
          </p:cNvPr>
          <p:cNvSpPr/>
          <p:nvPr/>
        </p:nvSpPr>
        <p:spPr>
          <a:xfrm>
            <a:off x="8446662" y="7114256"/>
            <a:ext cx="1155311" cy="1155311"/>
          </a:xfrm>
          <a:custGeom>
            <a:avLst/>
            <a:gdLst/>
            <a:ahLst/>
            <a:cxnLst/>
            <a:rect l="l" t="t" r="r" b="b"/>
            <a:pathLst>
              <a:path w="1155311" h="1155311">
                <a:moveTo>
                  <a:pt x="0" y="0"/>
                </a:moveTo>
                <a:lnTo>
                  <a:pt x="1155310" y="0"/>
                </a:lnTo>
                <a:lnTo>
                  <a:pt x="1155310" y="1155310"/>
                </a:lnTo>
                <a:lnTo>
                  <a:pt x="0" y="11553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8F619B56-8556-FB2C-DF1E-562EBB65F972}"/>
              </a:ext>
            </a:extLst>
          </p:cNvPr>
          <p:cNvSpPr/>
          <p:nvPr/>
        </p:nvSpPr>
        <p:spPr>
          <a:xfrm>
            <a:off x="6381193" y="7114256"/>
            <a:ext cx="1155311" cy="1155311"/>
          </a:xfrm>
          <a:custGeom>
            <a:avLst/>
            <a:gdLst/>
            <a:ahLst/>
            <a:cxnLst/>
            <a:rect l="l" t="t" r="r" b="b"/>
            <a:pathLst>
              <a:path w="1155311" h="1155311">
                <a:moveTo>
                  <a:pt x="0" y="0"/>
                </a:moveTo>
                <a:lnTo>
                  <a:pt x="1155310" y="0"/>
                </a:lnTo>
                <a:lnTo>
                  <a:pt x="1155310" y="1155310"/>
                </a:lnTo>
                <a:lnTo>
                  <a:pt x="0" y="11553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A6AF3F03-5985-0B17-E40D-661BE05EFF35}"/>
              </a:ext>
            </a:extLst>
          </p:cNvPr>
          <p:cNvSpPr/>
          <p:nvPr/>
        </p:nvSpPr>
        <p:spPr>
          <a:xfrm>
            <a:off x="4253059" y="7117891"/>
            <a:ext cx="1155311" cy="1155311"/>
          </a:xfrm>
          <a:custGeom>
            <a:avLst/>
            <a:gdLst/>
            <a:ahLst/>
            <a:cxnLst/>
            <a:rect l="l" t="t" r="r" b="b"/>
            <a:pathLst>
              <a:path w="1155311" h="1155311">
                <a:moveTo>
                  <a:pt x="0" y="0"/>
                </a:moveTo>
                <a:lnTo>
                  <a:pt x="1155311" y="0"/>
                </a:lnTo>
                <a:lnTo>
                  <a:pt x="1155311" y="1155311"/>
                </a:lnTo>
                <a:lnTo>
                  <a:pt x="0" y="11553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AutoShape 17">
            <a:extLst>
              <a:ext uri="{FF2B5EF4-FFF2-40B4-BE49-F238E27FC236}">
                <a16:creationId xmlns:a16="http://schemas.microsoft.com/office/drawing/2014/main" id="{8822099F-C46D-F544-E937-B764BB1048D0}"/>
              </a:ext>
            </a:extLst>
          </p:cNvPr>
          <p:cNvSpPr/>
          <p:nvPr/>
        </p:nvSpPr>
        <p:spPr>
          <a:xfrm flipH="1">
            <a:off x="5408369" y="7695547"/>
            <a:ext cx="951057" cy="0"/>
          </a:xfrm>
          <a:prstGeom prst="line">
            <a:avLst/>
          </a:prstGeom>
          <a:ln w="57150" cap="flat">
            <a:solidFill>
              <a:srgbClr val="F15226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4986E462-C62B-677F-6E16-1B8A2FE491E6}"/>
              </a:ext>
            </a:extLst>
          </p:cNvPr>
          <p:cNvSpPr/>
          <p:nvPr/>
        </p:nvSpPr>
        <p:spPr>
          <a:xfrm>
            <a:off x="2901640" y="7693729"/>
            <a:ext cx="1351420" cy="1818"/>
          </a:xfrm>
          <a:prstGeom prst="line">
            <a:avLst/>
          </a:prstGeom>
          <a:ln w="57150" cap="flat">
            <a:solidFill>
              <a:srgbClr val="F15226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19" name="Freeform 19">
            <a:extLst>
              <a:ext uri="{FF2B5EF4-FFF2-40B4-BE49-F238E27FC236}">
                <a16:creationId xmlns:a16="http://schemas.microsoft.com/office/drawing/2014/main" id="{760A3A84-44F2-F9D4-91B2-FA017B60CAF7}"/>
              </a:ext>
            </a:extLst>
          </p:cNvPr>
          <p:cNvSpPr/>
          <p:nvPr/>
        </p:nvSpPr>
        <p:spPr>
          <a:xfrm>
            <a:off x="615204" y="6550511"/>
            <a:ext cx="2286436" cy="2286436"/>
          </a:xfrm>
          <a:custGeom>
            <a:avLst/>
            <a:gdLst/>
            <a:ahLst/>
            <a:cxnLst/>
            <a:rect l="l" t="t" r="r" b="b"/>
            <a:pathLst>
              <a:path w="2286436" h="2286436">
                <a:moveTo>
                  <a:pt x="0" y="0"/>
                </a:moveTo>
                <a:lnTo>
                  <a:pt x="2286436" y="0"/>
                </a:lnTo>
                <a:lnTo>
                  <a:pt x="2286436" y="2286436"/>
                </a:lnTo>
                <a:lnTo>
                  <a:pt x="0" y="22864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9E62CFDC-E0D0-F883-E00A-6ED6EAF49B3B}"/>
              </a:ext>
            </a:extLst>
          </p:cNvPr>
          <p:cNvSpPr txBox="1"/>
          <p:nvPr/>
        </p:nvSpPr>
        <p:spPr>
          <a:xfrm>
            <a:off x="783615" y="758816"/>
            <a:ext cx="17197243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s-MX" sz="7500" b="1" dirty="0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¿QUÉ VAMOS A HACER?</a:t>
            </a:r>
            <a:endParaRPr lang="en-US" sz="7500" b="1" dirty="0">
              <a:solidFill>
                <a:srgbClr val="FFFFFF"/>
              </a:solidFill>
              <a:latin typeface="Lato Bold"/>
              <a:ea typeface="Lato Bold"/>
              <a:cs typeface="Lato Bold"/>
              <a:sym typeface="Lato Bold"/>
            </a:endParaRPr>
          </a:p>
        </p:txBody>
      </p:sp>
      <p:sp>
        <p:nvSpPr>
          <p:cNvPr id="26" name="Freeform 26">
            <a:extLst>
              <a:ext uri="{FF2B5EF4-FFF2-40B4-BE49-F238E27FC236}">
                <a16:creationId xmlns:a16="http://schemas.microsoft.com/office/drawing/2014/main" id="{4E0CBFD3-AD8A-4528-8969-5B8365D143E5}"/>
              </a:ext>
            </a:extLst>
          </p:cNvPr>
          <p:cNvSpPr/>
          <p:nvPr/>
        </p:nvSpPr>
        <p:spPr>
          <a:xfrm>
            <a:off x="10409502" y="5077654"/>
            <a:ext cx="971079" cy="971079"/>
          </a:xfrm>
          <a:custGeom>
            <a:avLst/>
            <a:gdLst/>
            <a:ahLst/>
            <a:cxnLst/>
            <a:rect l="l" t="t" r="r" b="b"/>
            <a:pathLst>
              <a:path w="971079" h="971079">
                <a:moveTo>
                  <a:pt x="0" y="0"/>
                </a:moveTo>
                <a:lnTo>
                  <a:pt x="971079" y="0"/>
                </a:lnTo>
                <a:lnTo>
                  <a:pt x="971079" y="971079"/>
                </a:lnTo>
                <a:lnTo>
                  <a:pt x="0" y="9710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28" name="Freeform 28">
            <a:extLst>
              <a:ext uri="{FF2B5EF4-FFF2-40B4-BE49-F238E27FC236}">
                <a16:creationId xmlns:a16="http://schemas.microsoft.com/office/drawing/2014/main" id="{99277AD8-E01E-A4B7-D7E4-A6CB975B9370}"/>
              </a:ext>
            </a:extLst>
          </p:cNvPr>
          <p:cNvSpPr/>
          <p:nvPr/>
        </p:nvSpPr>
        <p:spPr>
          <a:xfrm>
            <a:off x="9124355" y="5563195"/>
            <a:ext cx="1268873" cy="1505860"/>
          </a:xfrm>
          <a:custGeom>
            <a:avLst/>
            <a:gdLst/>
            <a:ahLst/>
            <a:cxnLst/>
            <a:rect l="l" t="t" r="r" b="b"/>
            <a:pathLst>
              <a:path w="1995163" h="1353803">
                <a:moveTo>
                  <a:pt x="0" y="1353803"/>
                </a:moveTo>
                <a:lnTo>
                  <a:pt x="0" y="881060"/>
                </a:lnTo>
                <a:cubicBezTo>
                  <a:pt x="0" y="820432"/>
                  <a:pt x="24084" y="762286"/>
                  <a:pt x="66955" y="719415"/>
                </a:cubicBezTo>
                <a:cubicBezTo>
                  <a:pt x="109826" y="676545"/>
                  <a:pt x="167971" y="652460"/>
                  <a:pt x="228600" y="652460"/>
                </a:cubicBezTo>
                <a:lnTo>
                  <a:pt x="1411680" y="652460"/>
                </a:lnTo>
                <a:cubicBezTo>
                  <a:pt x="1537932" y="652460"/>
                  <a:pt x="1640280" y="550112"/>
                  <a:pt x="1640280" y="423860"/>
                </a:cubicBezTo>
                <a:lnTo>
                  <a:pt x="1640280" y="177441"/>
                </a:lnTo>
                <a:cubicBezTo>
                  <a:pt x="1640280" y="130381"/>
                  <a:pt x="1658975" y="85248"/>
                  <a:pt x="1692251" y="51971"/>
                </a:cubicBezTo>
                <a:cubicBezTo>
                  <a:pt x="1725528" y="18694"/>
                  <a:pt x="1770661" y="0"/>
                  <a:pt x="1817722" y="0"/>
                </a:cubicBezTo>
                <a:lnTo>
                  <a:pt x="1995163" y="0"/>
                </a:lnTo>
              </a:path>
            </a:pathLst>
          </a:custGeom>
          <a:ln w="57150" cap="flat">
            <a:solidFill>
              <a:srgbClr val="7ED957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4EAA136A-9927-11BE-D660-98801CE058A4}"/>
              </a:ext>
            </a:extLst>
          </p:cNvPr>
          <p:cNvSpPr txBox="1"/>
          <p:nvPr/>
        </p:nvSpPr>
        <p:spPr>
          <a:xfrm>
            <a:off x="9761471" y="7397719"/>
            <a:ext cx="2415608" cy="509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master/main</a:t>
            </a:r>
          </a:p>
        </p:txBody>
      </p:sp>
      <p:sp>
        <p:nvSpPr>
          <p:cNvPr id="56" name="TextBox 35">
            <a:extLst>
              <a:ext uri="{FF2B5EF4-FFF2-40B4-BE49-F238E27FC236}">
                <a16:creationId xmlns:a16="http://schemas.microsoft.com/office/drawing/2014/main" id="{FDCB476D-4550-72DC-A61D-39B38255A0E0}"/>
              </a:ext>
            </a:extLst>
          </p:cNvPr>
          <p:cNvSpPr txBox="1"/>
          <p:nvPr/>
        </p:nvSpPr>
        <p:spPr>
          <a:xfrm>
            <a:off x="11450596" y="5230534"/>
            <a:ext cx="2415608" cy="4755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develop</a:t>
            </a:r>
          </a:p>
        </p:txBody>
      </p:sp>
      <p:grpSp>
        <p:nvGrpSpPr>
          <p:cNvPr id="52" name="Grupo 51">
            <a:extLst>
              <a:ext uri="{FF2B5EF4-FFF2-40B4-BE49-F238E27FC236}">
                <a16:creationId xmlns:a16="http://schemas.microsoft.com/office/drawing/2014/main" id="{A6855D2A-5E0E-C591-7A1F-AD237E4A6B4F}"/>
              </a:ext>
            </a:extLst>
          </p:cNvPr>
          <p:cNvGrpSpPr/>
          <p:nvPr/>
        </p:nvGrpSpPr>
        <p:grpSpPr>
          <a:xfrm>
            <a:off x="-228601" y="-478361"/>
            <a:ext cx="2905050" cy="1476032"/>
            <a:chOff x="-228601" y="-478361"/>
            <a:chExt cx="2905050" cy="1476032"/>
          </a:xfrm>
        </p:grpSpPr>
        <p:grpSp>
          <p:nvGrpSpPr>
            <p:cNvPr id="54" name="Group 10">
              <a:extLst>
                <a:ext uri="{FF2B5EF4-FFF2-40B4-BE49-F238E27FC236}">
                  <a16:creationId xmlns:a16="http://schemas.microsoft.com/office/drawing/2014/main" id="{29B37E29-7A38-2096-F1D5-686262E0056F}"/>
                </a:ext>
              </a:extLst>
            </p:cNvPr>
            <p:cNvGrpSpPr/>
            <p:nvPr/>
          </p:nvGrpSpPr>
          <p:grpSpPr>
            <a:xfrm>
              <a:off x="-228601" y="-478361"/>
              <a:ext cx="2905050" cy="1221311"/>
              <a:chOff x="0" y="0"/>
              <a:chExt cx="1355852" cy="720510"/>
            </a:xfrm>
          </p:grpSpPr>
          <p:sp>
            <p:nvSpPr>
              <p:cNvPr id="57" name="Freeform 11">
                <a:extLst>
                  <a:ext uri="{FF2B5EF4-FFF2-40B4-BE49-F238E27FC236}">
                    <a16:creationId xmlns:a16="http://schemas.microsoft.com/office/drawing/2014/main" id="{2E8ADAE8-240F-EBB9-AD4E-F50145BBC10D}"/>
                  </a:ext>
                </a:extLst>
              </p:cNvPr>
              <p:cNvSpPr/>
              <p:nvPr/>
            </p:nvSpPr>
            <p:spPr>
              <a:xfrm>
                <a:off x="0" y="0"/>
                <a:ext cx="1355852" cy="720510"/>
              </a:xfrm>
              <a:custGeom>
                <a:avLst/>
                <a:gdLst/>
                <a:ahLst/>
                <a:cxnLst/>
                <a:rect l="l" t="t" r="r" b="b"/>
                <a:pathLst>
                  <a:path w="1355852" h="720510">
                    <a:moveTo>
                      <a:pt x="150387" y="0"/>
                    </a:moveTo>
                    <a:lnTo>
                      <a:pt x="1205465" y="0"/>
                    </a:lnTo>
                    <a:cubicBezTo>
                      <a:pt x="1245350" y="0"/>
                      <a:pt x="1283602" y="15844"/>
                      <a:pt x="1311805" y="44047"/>
                    </a:cubicBezTo>
                    <a:cubicBezTo>
                      <a:pt x="1340008" y="72250"/>
                      <a:pt x="1355852" y="110502"/>
                      <a:pt x="1355852" y="150387"/>
                    </a:cubicBezTo>
                    <a:lnTo>
                      <a:pt x="1355852" y="570123"/>
                    </a:lnTo>
                    <a:cubicBezTo>
                      <a:pt x="1355852" y="653179"/>
                      <a:pt x="1288522" y="720510"/>
                      <a:pt x="1205465" y="720510"/>
                    </a:cubicBezTo>
                    <a:lnTo>
                      <a:pt x="150387" y="720510"/>
                    </a:lnTo>
                    <a:cubicBezTo>
                      <a:pt x="67331" y="720510"/>
                      <a:pt x="0" y="653179"/>
                      <a:pt x="0" y="570123"/>
                    </a:cubicBezTo>
                    <a:lnTo>
                      <a:pt x="0" y="150387"/>
                    </a:lnTo>
                    <a:cubicBezTo>
                      <a:pt x="0" y="67331"/>
                      <a:pt x="67331" y="0"/>
                      <a:pt x="150387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58" name="TextBox 12">
                <a:extLst>
                  <a:ext uri="{FF2B5EF4-FFF2-40B4-BE49-F238E27FC236}">
                    <a16:creationId xmlns:a16="http://schemas.microsoft.com/office/drawing/2014/main" id="{525FF3A9-9BC7-B5E3-8726-0FD4AA05AAEF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5852" cy="739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pic>
          <p:nvPicPr>
            <p:cNvPr id="55" name="Imagen 54">
              <a:extLst>
                <a:ext uri="{FF2B5EF4-FFF2-40B4-BE49-F238E27FC236}">
                  <a16:creationId xmlns:a16="http://schemas.microsoft.com/office/drawing/2014/main" id="{FA18C1D8-4376-134B-92D4-8250BF78A81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1" y="-375754"/>
              <a:ext cx="1373425" cy="13734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9930050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8" grpId="0" animBg="1"/>
      <p:bldP spid="5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C1C577-F7C7-7117-6E8F-29D20D1BA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4346489-AEE2-852A-F940-31938E863B6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 dirty="0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F4F372C8-92A0-082A-A59C-84D5380A55E2}"/>
              </a:ext>
            </a:extLst>
          </p:cNvPr>
          <p:cNvGrpSpPr/>
          <p:nvPr/>
        </p:nvGrpSpPr>
        <p:grpSpPr>
          <a:xfrm>
            <a:off x="-698849" y="9575651"/>
            <a:ext cx="19685699" cy="2666805"/>
            <a:chOff x="0" y="0"/>
            <a:chExt cx="5184711" cy="702368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B124CCC7-FC09-E1D9-8A33-D7CD841C9FB5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 dirty="0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B6CA508C-F707-14A2-59FA-67C54192C27E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39589CCF-D02C-8C1A-52A5-93B576B463E2}"/>
              </a:ext>
            </a:extLst>
          </p:cNvPr>
          <p:cNvGrpSpPr/>
          <p:nvPr/>
        </p:nvGrpSpPr>
        <p:grpSpPr>
          <a:xfrm>
            <a:off x="-698849" y="-1923855"/>
            <a:ext cx="19685699" cy="2666805"/>
            <a:chOff x="0" y="0"/>
            <a:chExt cx="5184711" cy="70236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4126A125-9ADE-2ED5-63BC-5A17A70EB45C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3F755F4A-5766-BE3F-6B8F-65DB11D0F4BC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65E68CB1-2B85-BF77-1EAE-C03F23F2555F}"/>
              </a:ext>
            </a:extLst>
          </p:cNvPr>
          <p:cNvSpPr/>
          <p:nvPr/>
        </p:nvSpPr>
        <p:spPr>
          <a:xfrm>
            <a:off x="15872392" y="2091327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ABD2ED12-A009-5C16-0811-20662E9E8DD4}"/>
              </a:ext>
            </a:extLst>
          </p:cNvPr>
          <p:cNvSpPr/>
          <p:nvPr/>
        </p:nvSpPr>
        <p:spPr>
          <a:xfrm>
            <a:off x="16901092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4F645D1C-AD86-DFFA-B661-7F5194D51B28}"/>
              </a:ext>
            </a:extLst>
          </p:cNvPr>
          <p:cNvSpPr/>
          <p:nvPr/>
        </p:nvSpPr>
        <p:spPr>
          <a:xfrm flipH="1">
            <a:off x="-1389129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2093F2C7-035E-A695-D852-EF1917797BA9}"/>
              </a:ext>
            </a:extLst>
          </p:cNvPr>
          <p:cNvSpPr/>
          <p:nvPr/>
        </p:nvSpPr>
        <p:spPr>
          <a:xfrm flipH="1">
            <a:off x="-360429" y="2459791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3" name="AutoShape 13">
            <a:extLst>
              <a:ext uri="{FF2B5EF4-FFF2-40B4-BE49-F238E27FC236}">
                <a16:creationId xmlns:a16="http://schemas.microsoft.com/office/drawing/2014/main" id="{746CBB2C-8B14-3415-2BB2-CFAA876EF088}"/>
              </a:ext>
            </a:extLst>
          </p:cNvPr>
          <p:cNvSpPr/>
          <p:nvPr/>
        </p:nvSpPr>
        <p:spPr>
          <a:xfrm>
            <a:off x="7536505" y="7691911"/>
            <a:ext cx="910158" cy="0"/>
          </a:xfrm>
          <a:prstGeom prst="line">
            <a:avLst/>
          </a:prstGeom>
          <a:ln w="57150" cap="flat">
            <a:solidFill>
              <a:srgbClr val="F15226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4DD66DA5-F72F-B610-2B13-E68FBC6CE820}"/>
              </a:ext>
            </a:extLst>
          </p:cNvPr>
          <p:cNvSpPr/>
          <p:nvPr/>
        </p:nvSpPr>
        <p:spPr>
          <a:xfrm>
            <a:off x="8446662" y="7114256"/>
            <a:ext cx="1155311" cy="1155311"/>
          </a:xfrm>
          <a:custGeom>
            <a:avLst/>
            <a:gdLst/>
            <a:ahLst/>
            <a:cxnLst/>
            <a:rect l="l" t="t" r="r" b="b"/>
            <a:pathLst>
              <a:path w="1155311" h="1155311">
                <a:moveTo>
                  <a:pt x="0" y="0"/>
                </a:moveTo>
                <a:lnTo>
                  <a:pt x="1155310" y="0"/>
                </a:lnTo>
                <a:lnTo>
                  <a:pt x="1155310" y="1155310"/>
                </a:lnTo>
                <a:lnTo>
                  <a:pt x="0" y="11553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635B48ED-04F2-F214-6DAD-F89F53115DDE}"/>
              </a:ext>
            </a:extLst>
          </p:cNvPr>
          <p:cNvSpPr/>
          <p:nvPr/>
        </p:nvSpPr>
        <p:spPr>
          <a:xfrm>
            <a:off x="6381193" y="7114256"/>
            <a:ext cx="1155311" cy="1155311"/>
          </a:xfrm>
          <a:custGeom>
            <a:avLst/>
            <a:gdLst/>
            <a:ahLst/>
            <a:cxnLst/>
            <a:rect l="l" t="t" r="r" b="b"/>
            <a:pathLst>
              <a:path w="1155311" h="1155311">
                <a:moveTo>
                  <a:pt x="0" y="0"/>
                </a:moveTo>
                <a:lnTo>
                  <a:pt x="1155310" y="0"/>
                </a:lnTo>
                <a:lnTo>
                  <a:pt x="1155310" y="1155310"/>
                </a:lnTo>
                <a:lnTo>
                  <a:pt x="0" y="11553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42927BC0-9DD2-961A-343C-C9C21FD154E9}"/>
              </a:ext>
            </a:extLst>
          </p:cNvPr>
          <p:cNvSpPr/>
          <p:nvPr/>
        </p:nvSpPr>
        <p:spPr>
          <a:xfrm>
            <a:off x="4253059" y="7117891"/>
            <a:ext cx="1155311" cy="1155311"/>
          </a:xfrm>
          <a:custGeom>
            <a:avLst/>
            <a:gdLst/>
            <a:ahLst/>
            <a:cxnLst/>
            <a:rect l="l" t="t" r="r" b="b"/>
            <a:pathLst>
              <a:path w="1155311" h="1155311">
                <a:moveTo>
                  <a:pt x="0" y="0"/>
                </a:moveTo>
                <a:lnTo>
                  <a:pt x="1155311" y="0"/>
                </a:lnTo>
                <a:lnTo>
                  <a:pt x="1155311" y="1155311"/>
                </a:lnTo>
                <a:lnTo>
                  <a:pt x="0" y="11553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AutoShape 17">
            <a:extLst>
              <a:ext uri="{FF2B5EF4-FFF2-40B4-BE49-F238E27FC236}">
                <a16:creationId xmlns:a16="http://schemas.microsoft.com/office/drawing/2014/main" id="{C074E541-4D04-C3E2-8E90-1A3A469AFC37}"/>
              </a:ext>
            </a:extLst>
          </p:cNvPr>
          <p:cNvSpPr/>
          <p:nvPr/>
        </p:nvSpPr>
        <p:spPr>
          <a:xfrm flipH="1">
            <a:off x="5408369" y="7695547"/>
            <a:ext cx="951057" cy="0"/>
          </a:xfrm>
          <a:prstGeom prst="line">
            <a:avLst/>
          </a:prstGeom>
          <a:ln w="57150" cap="flat">
            <a:solidFill>
              <a:srgbClr val="F15226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6C746B6A-1316-B903-82F3-09A6391862F4}"/>
              </a:ext>
            </a:extLst>
          </p:cNvPr>
          <p:cNvSpPr/>
          <p:nvPr/>
        </p:nvSpPr>
        <p:spPr>
          <a:xfrm>
            <a:off x="2901640" y="7693729"/>
            <a:ext cx="1351420" cy="1818"/>
          </a:xfrm>
          <a:prstGeom prst="line">
            <a:avLst/>
          </a:prstGeom>
          <a:ln w="57150" cap="flat">
            <a:solidFill>
              <a:srgbClr val="F15226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19" name="Freeform 19">
            <a:extLst>
              <a:ext uri="{FF2B5EF4-FFF2-40B4-BE49-F238E27FC236}">
                <a16:creationId xmlns:a16="http://schemas.microsoft.com/office/drawing/2014/main" id="{ABA427D6-B07F-BE97-C2ED-DDF1D9846E56}"/>
              </a:ext>
            </a:extLst>
          </p:cNvPr>
          <p:cNvSpPr/>
          <p:nvPr/>
        </p:nvSpPr>
        <p:spPr>
          <a:xfrm>
            <a:off x="615204" y="6550511"/>
            <a:ext cx="2286436" cy="2286436"/>
          </a:xfrm>
          <a:custGeom>
            <a:avLst/>
            <a:gdLst/>
            <a:ahLst/>
            <a:cxnLst/>
            <a:rect l="l" t="t" r="r" b="b"/>
            <a:pathLst>
              <a:path w="2286436" h="2286436">
                <a:moveTo>
                  <a:pt x="0" y="0"/>
                </a:moveTo>
                <a:lnTo>
                  <a:pt x="2286436" y="0"/>
                </a:lnTo>
                <a:lnTo>
                  <a:pt x="2286436" y="2286436"/>
                </a:lnTo>
                <a:lnTo>
                  <a:pt x="0" y="22864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307FBAA6-9F25-46D3-8AF1-95CBC469C89C}"/>
              </a:ext>
            </a:extLst>
          </p:cNvPr>
          <p:cNvSpPr txBox="1"/>
          <p:nvPr/>
        </p:nvSpPr>
        <p:spPr>
          <a:xfrm>
            <a:off x="783615" y="758816"/>
            <a:ext cx="17197243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s-MX" sz="7500" b="1" dirty="0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¿QUÉ VAMOS A HACER?</a:t>
            </a:r>
            <a:endParaRPr lang="en-US" sz="7500" b="1" dirty="0">
              <a:solidFill>
                <a:srgbClr val="FFFFFF"/>
              </a:solidFill>
              <a:latin typeface="Lato Bold"/>
              <a:ea typeface="Lato Bold"/>
              <a:cs typeface="Lato Bold"/>
              <a:sym typeface="Lato Bold"/>
            </a:endParaRPr>
          </a:p>
        </p:txBody>
      </p:sp>
      <p:sp>
        <p:nvSpPr>
          <p:cNvPr id="26" name="Freeform 26">
            <a:extLst>
              <a:ext uri="{FF2B5EF4-FFF2-40B4-BE49-F238E27FC236}">
                <a16:creationId xmlns:a16="http://schemas.microsoft.com/office/drawing/2014/main" id="{072465F2-EA20-5D03-839C-71EBA0B1114D}"/>
              </a:ext>
            </a:extLst>
          </p:cNvPr>
          <p:cNvSpPr/>
          <p:nvPr/>
        </p:nvSpPr>
        <p:spPr>
          <a:xfrm>
            <a:off x="10409502" y="5077654"/>
            <a:ext cx="971079" cy="971079"/>
          </a:xfrm>
          <a:custGeom>
            <a:avLst/>
            <a:gdLst/>
            <a:ahLst/>
            <a:cxnLst/>
            <a:rect l="l" t="t" r="r" b="b"/>
            <a:pathLst>
              <a:path w="971079" h="971079">
                <a:moveTo>
                  <a:pt x="0" y="0"/>
                </a:moveTo>
                <a:lnTo>
                  <a:pt x="971079" y="0"/>
                </a:lnTo>
                <a:lnTo>
                  <a:pt x="971079" y="971079"/>
                </a:lnTo>
                <a:lnTo>
                  <a:pt x="0" y="9710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28" name="Freeform 28">
            <a:extLst>
              <a:ext uri="{FF2B5EF4-FFF2-40B4-BE49-F238E27FC236}">
                <a16:creationId xmlns:a16="http://schemas.microsoft.com/office/drawing/2014/main" id="{2EA37E58-71F8-CE5B-5A9E-EF4BB101AC1C}"/>
              </a:ext>
            </a:extLst>
          </p:cNvPr>
          <p:cNvSpPr/>
          <p:nvPr/>
        </p:nvSpPr>
        <p:spPr>
          <a:xfrm>
            <a:off x="9124355" y="5563195"/>
            <a:ext cx="1268873" cy="1505860"/>
          </a:xfrm>
          <a:custGeom>
            <a:avLst/>
            <a:gdLst/>
            <a:ahLst/>
            <a:cxnLst/>
            <a:rect l="l" t="t" r="r" b="b"/>
            <a:pathLst>
              <a:path w="1995163" h="1353803">
                <a:moveTo>
                  <a:pt x="0" y="1353803"/>
                </a:moveTo>
                <a:lnTo>
                  <a:pt x="0" y="881060"/>
                </a:lnTo>
                <a:cubicBezTo>
                  <a:pt x="0" y="820432"/>
                  <a:pt x="24084" y="762286"/>
                  <a:pt x="66955" y="719415"/>
                </a:cubicBezTo>
                <a:cubicBezTo>
                  <a:pt x="109826" y="676545"/>
                  <a:pt x="167971" y="652460"/>
                  <a:pt x="228600" y="652460"/>
                </a:cubicBezTo>
                <a:lnTo>
                  <a:pt x="1411680" y="652460"/>
                </a:lnTo>
                <a:cubicBezTo>
                  <a:pt x="1537932" y="652460"/>
                  <a:pt x="1640280" y="550112"/>
                  <a:pt x="1640280" y="423860"/>
                </a:cubicBezTo>
                <a:lnTo>
                  <a:pt x="1640280" y="177441"/>
                </a:lnTo>
                <a:cubicBezTo>
                  <a:pt x="1640280" y="130381"/>
                  <a:pt x="1658975" y="85248"/>
                  <a:pt x="1692251" y="51971"/>
                </a:cubicBezTo>
                <a:cubicBezTo>
                  <a:pt x="1725528" y="18694"/>
                  <a:pt x="1770661" y="0"/>
                  <a:pt x="1817722" y="0"/>
                </a:cubicBezTo>
                <a:lnTo>
                  <a:pt x="1995163" y="0"/>
                </a:lnTo>
              </a:path>
            </a:pathLst>
          </a:custGeom>
          <a:ln w="57150" cap="flat">
            <a:solidFill>
              <a:srgbClr val="7ED957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33" name="Freeform 33">
            <a:extLst>
              <a:ext uri="{FF2B5EF4-FFF2-40B4-BE49-F238E27FC236}">
                <a16:creationId xmlns:a16="http://schemas.microsoft.com/office/drawing/2014/main" id="{AA95AD8A-5F54-6DBE-3B8D-68EBE55778D8}"/>
              </a:ext>
            </a:extLst>
          </p:cNvPr>
          <p:cNvSpPr/>
          <p:nvPr/>
        </p:nvSpPr>
        <p:spPr>
          <a:xfrm>
            <a:off x="12206142" y="3060344"/>
            <a:ext cx="971079" cy="971079"/>
          </a:xfrm>
          <a:custGeom>
            <a:avLst/>
            <a:gdLst/>
            <a:ahLst/>
            <a:cxnLst/>
            <a:rect l="l" t="t" r="r" b="b"/>
            <a:pathLst>
              <a:path w="971079" h="971079">
                <a:moveTo>
                  <a:pt x="0" y="0"/>
                </a:moveTo>
                <a:lnTo>
                  <a:pt x="971079" y="0"/>
                </a:lnTo>
                <a:lnTo>
                  <a:pt x="971079" y="971079"/>
                </a:lnTo>
                <a:lnTo>
                  <a:pt x="0" y="9710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 dirty="0"/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CA2A448F-2FCC-6043-102E-53D9A00B01E6}"/>
              </a:ext>
            </a:extLst>
          </p:cNvPr>
          <p:cNvSpPr txBox="1"/>
          <p:nvPr/>
        </p:nvSpPr>
        <p:spPr>
          <a:xfrm>
            <a:off x="9761471" y="7397719"/>
            <a:ext cx="2415608" cy="509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master/main</a:t>
            </a:r>
          </a:p>
        </p:txBody>
      </p:sp>
      <p:sp>
        <p:nvSpPr>
          <p:cNvPr id="56" name="TextBox 35">
            <a:extLst>
              <a:ext uri="{FF2B5EF4-FFF2-40B4-BE49-F238E27FC236}">
                <a16:creationId xmlns:a16="http://schemas.microsoft.com/office/drawing/2014/main" id="{1BE5B7AC-DD44-5FD8-4A53-45572508463A}"/>
              </a:ext>
            </a:extLst>
          </p:cNvPr>
          <p:cNvSpPr txBox="1"/>
          <p:nvPr/>
        </p:nvSpPr>
        <p:spPr>
          <a:xfrm>
            <a:off x="11450596" y="5230534"/>
            <a:ext cx="2415608" cy="4755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develop</a:t>
            </a:r>
          </a:p>
        </p:txBody>
      </p:sp>
      <p:sp>
        <p:nvSpPr>
          <p:cNvPr id="63" name="TextBox 35">
            <a:extLst>
              <a:ext uri="{FF2B5EF4-FFF2-40B4-BE49-F238E27FC236}">
                <a16:creationId xmlns:a16="http://schemas.microsoft.com/office/drawing/2014/main" id="{F45FF133-98F8-C2A4-1EC1-9959BBAF00D9}"/>
              </a:ext>
            </a:extLst>
          </p:cNvPr>
          <p:cNvSpPr txBox="1"/>
          <p:nvPr/>
        </p:nvSpPr>
        <p:spPr>
          <a:xfrm>
            <a:off x="13317002" y="3150959"/>
            <a:ext cx="3225882" cy="4755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feature/mi-</a:t>
            </a:r>
            <a:r>
              <a:rPr lang="en-US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rama</a:t>
            </a:r>
            <a:endParaRPr lang="en-US" sz="2799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63" name="Grupo 162">
            <a:extLst>
              <a:ext uri="{FF2B5EF4-FFF2-40B4-BE49-F238E27FC236}">
                <a16:creationId xmlns:a16="http://schemas.microsoft.com/office/drawing/2014/main" id="{7C3659CC-6818-0C5D-3F33-D21BD39A8B66}"/>
              </a:ext>
            </a:extLst>
          </p:cNvPr>
          <p:cNvGrpSpPr/>
          <p:nvPr/>
        </p:nvGrpSpPr>
        <p:grpSpPr>
          <a:xfrm>
            <a:off x="8307044" y="5790116"/>
            <a:ext cx="748120" cy="1238948"/>
            <a:chOff x="13219195" y="3545885"/>
            <a:chExt cx="1092601" cy="1597615"/>
          </a:xfrm>
        </p:grpSpPr>
        <p:sp>
          <p:nvSpPr>
            <p:cNvPr id="164" name="Cara sonriente 163">
              <a:extLst>
                <a:ext uri="{FF2B5EF4-FFF2-40B4-BE49-F238E27FC236}">
                  <a16:creationId xmlns:a16="http://schemas.microsoft.com/office/drawing/2014/main" id="{C8424730-F0F1-377F-2D19-B650A06FE42B}"/>
                </a:ext>
              </a:extLst>
            </p:cNvPr>
            <p:cNvSpPr/>
            <p:nvPr/>
          </p:nvSpPr>
          <p:spPr>
            <a:xfrm>
              <a:off x="13397071" y="3545885"/>
              <a:ext cx="728851" cy="711088"/>
            </a:xfrm>
            <a:prstGeom prst="smileyFac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cxnSp>
          <p:nvCxnSpPr>
            <p:cNvPr id="165" name="Conector recto 164">
              <a:extLst>
                <a:ext uri="{FF2B5EF4-FFF2-40B4-BE49-F238E27FC236}">
                  <a16:creationId xmlns:a16="http://schemas.microsoft.com/office/drawing/2014/main" id="{20B53A94-0C6E-3B2A-BEF0-9A08762DA01E}"/>
                </a:ext>
              </a:extLst>
            </p:cNvPr>
            <p:cNvCxnSpPr>
              <a:cxnSpLocks/>
              <a:stCxn id="164" idx="4"/>
            </p:cNvCxnSpPr>
            <p:nvPr/>
          </p:nvCxnSpPr>
          <p:spPr>
            <a:xfrm>
              <a:off x="13761500" y="4256972"/>
              <a:ext cx="3996" cy="657928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Conector recto 165">
              <a:extLst>
                <a:ext uri="{FF2B5EF4-FFF2-40B4-BE49-F238E27FC236}">
                  <a16:creationId xmlns:a16="http://schemas.microsoft.com/office/drawing/2014/main" id="{359C0516-BD19-653F-9019-3E9245B885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765496" y="4281136"/>
              <a:ext cx="546300" cy="176564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Conector recto 166">
              <a:extLst>
                <a:ext uri="{FF2B5EF4-FFF2-40B4-BE49-F238E27FC236}">
                  <a16:creationId xmlns:a16="http://schemas.microsoft.com/office/drawing/2014/main" id="{13AF2BD7-26D5-ACB5-17BF-B871F450677D}"/>
                </a:ext>
              </a:extLst>
            </p:cNvPr>
            <p:cNvCxnSpPr>
              <a:cxnSpLocks/>
            </p:cNvCxnSpPr>
            <p:nvPr/>
          </p:nvCxnSpPr>
          <p:spPr>
            <a:xfrm>
              <a:off x="13219195" y="4268548"/>
              <a:ext cx="546300" cy="176564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Conector recto 167">
              <a:extLst>
                <a:ext uri="{FF2B5EF4-FFF2-40B4-BE49-F238E27FC236}">
                  <a16:creationId xmlns:a16="http://schemas.microsoft.com/office/drawing/2014/main" id="{B23795BB-68E6-AF2E-39D0-C05992E15BD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329735" y="4894261"/>
              <a:ext cx="435761" cy="238665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Conector recto 168">
              <a:extLst>
                <a:ext uri="{FF2B5EF4-FFF2-40B4-BE49-F238E27FC236}">
                  <a16:creationId xmlns:a16="http://schemas.microsoft.com/office/drawing/2014/main" id="{C8708A8D-823B-3C44-424C-09A7D4FE16E1}"/>
                </a:ext>
              </a:extLst>
            </p:cNvPr>
            <p:cNvCxnSpPr>
              <a:cxnSpLocks/>
            </p:cNvCxnSpPr>
            <p:nvPr/>
          </p:nvCxnSpPr>
          <p:spPr>
            <a:xfrm>
              <a:off x="13756923" y="4880061"/>
              <a:ext cx="369002" cy="263439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Grupo 31">
            <a:extLst>
              <a:ext uri="{FF2B5EF4-FFF2-40B4-BE49-F238E27FC236}">
                <a16:creationId xmlns:a16="http://schemas.microsoft.com/office/drawing/2014/main" id="{7043B4B3-AC59-4715-B014-0831DDF233F7}"/>
              </a:ext>
            </a:extLst>
          </p:cNvPr>
          <p:cNvGrpSpPr/>
          <p:nvPr/>
        </p:nvGrpSpPr>
        <p:grpSpPr>
          <a:xfrm>
            <a:off x="9128521" y="5070139"/>
            <a:ext cx="2256226" cy="1991401"/>
            <a:chOff x="9128529" y="5082286"/>
            <a:chExt cx="2256226" cy="1991401"/>
          </a:xfrm>
        </p:grpSpPr>
        <p:sp>
          <p:nvSpPr>
            <p:cNvPr id="22" name="Freeform 26">
              <a:extLst>
                <a:ext uri="{FF2B5EF4-FFF2-40B4-BE49-F238E27FC236}">
                  <a16:creationId xmlns:a16="http://schemas.microsoft.com/office/drawing/2014/main" id="{B2521D25-284A-F508-DCEE-B8323A5F5092}"/>
                </a:ext>
              </a:extLst>
            </p:cNvPr>
            <p:cNvSpPr/>
            <p:nvPr/>
          </p:nvSpPr>
          <p:spPr>
            <a:xfrm>
              <a:off x="10413676" y="5082286"/>
              <a:ext cx="971079" cy="971079"/>
            </a:xfrm>
            <a:custGeom>
              <a:avLst/>
              <a:gdLst/>
              <a:ahLst/>
              <a:cxnLst/>
              <a:rect l="l" t="t" r="r" b="b"/>
              <a:pathLst>
                <a:path w="971079" h="971079">
                  <a:moveTo>
                    <a:pt x="0" y="0"/>
                  </a:moveTo>
                  <a:lnTo>
                    <a:pt x="971079" y="0"/>
                  </a:lnTo>
                  <a:lnTo>
                    <a:pt x="971079" y="971079"/>
                  </a:lnTo>
                  <a:lnTo>
                    <a:pt x="0" y="971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24" name="Freeform 28">
              <a:extLst>
                <a:ext uri="{FF2B5EF4-FFF2-40B4-BE49-F238E27FC236}">
                  <a16:creationId xmlns:a16="http://schemas.microsoft.com/office/drawing/2014/main" id="{53F7A0FB-A854-6BED-D933-E35474210AE7}"/>
                </a:ext>
              </a:extLst>
            </p:cNvPr>
            <p:cNvSpPr/>
            <p:nvPr/>
          </p:nvSpPr>
          <p:spPr>
            <a:xfrm>
              <a:off x="9128529" y="5567827"/>
              <a:ext cx="1268873" cy="1505860"/>
            </a:xfrm>
            <a:custGeom>
              <a:avLst/>
              <a:gdLst/>
              <a:ahLst/>
              <a:cxnLst/>
              <a:rect l="l" t="t" r="r" b="b"/>
              <a:pathLst>
                <a:path w="1995163" h="1353803">
                  <a:moveTo>
                    <a:pt x="0" y="1353803"/>
                  </a:moveTo>
                  <a:lnTo>
                    <a:pt x="0" y="881060"/>
                  </a:lnTo>
                  <a:cubicBezTo>
                    <a:pt x="0" y="820432"/>
                    <a:pt x="24084" y="762286"/>
                    <a:pt x="66955" y="719415"/>
                  </a:cubicBezTo>
                  <a:cubicBezTo>
                    <a:pt x="109826" y="676545"/>
                    <a:pt x="167971" y="652460"/>
                    <a:pt x="228600" y="652460"/>
                  </a:cubicBezTo>
                  <a:lnTo>
                    <a:pt x="1411680" y="652460"/>
                  </a:lnTo>
                  <a:cubicBezTo>
                    <a:pt x="1537932" y="652460"/>
                    <a:pt x="1640280" y="550112"/>
                    <a:pt x="1640280" y="423860"/>
                  </a:cubicBezTo>
                  <a:lnTo>
                    <a:pt x="1640280" y="177441"/>
                  </a:lnTo>
                  <a:cubicBezTo>
                    <a:pt x="1640280" y="130381"/>
                    <a:pt x="1658975" y="85248"/>
                    <a:pt x="1692251" y="51971"/>
                  </a:cubicBezTo>
                  <a:cubicBezTo>
                    <a:pt x="1725528" y="18694"/>
                    <a:pt x="1770661" y="0"/>
                    <a:pt x="1817722" y="0"/>
                  </a:cubicBezTo>
                  <a:lnTo>
                    <a:pt x="1995163" y="0"/>
                  </a:lnTo>
                </a:path>
              </a:pathLst>
            </a:custGeom>
            <a:ln w="57150" cap="flat">
              <a:solidFill>
                <a:srgbClr val="7ED957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40" name="Freeform 28">
            <a:extLst>
              <a:ext uri="{FF2B5EF4-FFF2-40B4-BE49-F238E27FC236}">
                <a16:creationId xmlns:a16="http://schemas.microsoft.com/office/drawing/2014/main" id="{6509716F-2577-A033-0850-149C24002A7C}"/>
              </a:ext>
            </a:extLst>
          </p:cNvPr>
          <p:cNvSpPr/>
          <p:nvPr/>
        </p:nvSpPr>
        <p:spPr>
          <a:xfrm>
            <a:off x="10920190" y="3576426"/>
            <a:ext cx="1268873" cy="1505860"/>
          </a:xfrm>
          <a:custGeom>
            <a:avLst/>
            <a:gdLst/>
            <a:ahLst/>
            <a:cxnLst/>
            <a:rect l="l" t="t" r="r" b="b"/>
            <a:pathLst>
              <a:path w="1995163" h="1353803">
                <a:moveTo>
                  <a:pt x="0" y="1353803"/>
                </a:moveTo>
                <a:lnTo>
                  <a:pt x="0" y="881060"/>
                </a:lnTo>
                <a:cubicBezTo>
                  <a:pt x="0" y="820432"/>
                  <a:pt x="24084" y="762286"/>
                  <a:pt x="66955" y="719415"/>
                </a:cubicBezTo>
                <a:cubicBezTo>
                  <a:pt x="109826" y="676545"/>
                  <a:pt x="167971" y="652460"/>
                  <a:pt x="228600" y="652460"/>
                </a:cubicBezTo>
                <a:lnTo>
                  <a:pt x="1411680" y="652460"/>
                </a:lnTo>
                <a:cubicBezTo>
                  <a:pt x="1537932" y="652460"/>
                  <a:pt x="1640280" y="550112"/>
                  <a:pt x="1640280" y="423860"/>
                </a:cubicBezTo>
                <a:lnTo>
                  <a:pt x="1640280" y="177441"/>
                </a:lnTo>
                <a:cubicBezTo>
                  <a:pt x="1640280" y="130381"/>
                  <a:pt x="1658975" y="85248"/>
                  <a:pt x="1692251" y="51971"/>
                </a:cubicBezTo>
                <a:cubicBezTo>
                  <a:pt x="1725528" y="18694"/>
                  <a:pt x="1770661" y="0"/>
                  <a:pt x="1817722" y="0"/>
                </a:cubicBezTo>
                <a:lnTo>
                  <a:pt x="1995163" y="0"/>
                </a:lnTo>
              </a:path>
            </a:pathLst>
          </a:custGeom>
          <a:ln w="57150" cap="flat">
            <a:solidFill>
              <a:srgbClr val="CB6CE6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s-MX" dirty="0"/>
          </a:p>
        </p:txBody>
      </p:sp>
      <p:grpSp>
        <p:nvGrpSpPr>
          <p:cNvPr id="20" name="Group 51">
            <a:extLst>
              <a:ext uri="{FF2B5EF4-FFF2-40B4-BE49-F238E27FC236}">
                <a16:creationId xmlns:a16="http://schemas.microsoft.com/office/drawing/2014/main" id="{7A9C5F1F-41B0-54CE-0522-EACB7562EBF9}"/>
              </a:ext>
            </a:extLst>
          </p:cNvPr>
          <p:cNvGrpSpPr/>
          <p:nvPr/>
        </p:nvGrpSpPr>
        <p:grpSpPr>
          <a:xfrm>
            <a:off x="795194" y="2297940"/>
            <a:ext cx="6089055" cy="960554"/>
            <a:chOff x="0" y="0"/>
            <a:chExt cx="15818362" cy="1280739"/>
          </a:xfrm>
        </p:grpSpPr>
        <p:grpSp>
          <p:nvGrpSpPr>
            <p:cNvPr id="23" name="Group 52">
              <a:extLst>
                <a:ext uri="{FF2B5EF4-FFF2-40B4-BE49-F238E27FC236}">
                  <a16:creationId xmlns:a16="http://schemas.microsoft.com/office/drawing/2014/main" id="{5128A555-76ED-EB52-188D-8714BA1D27E0}"/>
                </a:ext>
              </a:extLst>
            </p:cNvPr>
            <p:cNvGrpSpPr/>
            <p:nvPr/>
          </p:nvGrpSpPr>
          <p:grpSpPr>
            <a:xfrm>
              <a:off x="0" y="0"/>
              <a:ext cx="15818362" cy="1280739"/>
              <a:chOff x="0" y="0"/>
              <a:chExt cx="2441105" cy="197645"/>
            </a:xfrm>
          </p:grpSpPr>
          <p:sp>
            <p:nvSpPr>
              <p:cNvPr id="29" name="Freeform 53">
                <a:extLst>
                  <a:ext uri="{FF2B5EF4-FFF2-40B4-BE49-F238E27FC236}">
                    <a16:creationId xmlns:a16="http://schemas.microsoft.com/office/drawing/2014/main" id="{DA544BEF-BC01-BDC0-1436-C16178BBD616}"/>
                  </a:ext>
                </a:extLst>
              </p:cNvPr>
              <p:cNvSpPr/>
              <p:nvPr/>
            </p:nvSpPr>
            <p:spPr>
              <a:xfrm>
                <a:off x="0" y="0"/>
                <a:ext cx="2441105" cy="197645"/>
              </a:xfrm>
              <a:custGeom>
                <a:avLst/>
                <a:gdLst/>
                <a:ahLst/>
                <a:cxnLst/>
                <a:rect l="l" t="t" r="r" b="b"/>
                <a:pathLst>
                  <a:path w="2441105" h="197645">
                    <a:moveTo>
                      <a:pt x="12745" y="0"/>
                    </a:moveTo>
                    <a:lnTo>
                      <a:pt x="2428360" y="0"/>
                    </a:lnTo>
                    <a:cubicBezTo>
                      <a:pt x="2431740" y="0"/>
                      <a:pt x="2434982" y="1343"/>
                      <a:pt x="2437372" y="3733"/>
                    </a:cubicBezTo>
                    <a:cubicBezTo>
                      <a:pt x="2439763" y="6123"/>
                      <a:pt x="2441105" y="9365"/>
                      <a:pt x="2441105" y="12745"/>
                    </a:cubicBezTo>
                    <a:lnTo>
                      <a:pt x="2441105" y="184899"/>
                    </a:lnTo>
                    <a:cubicBezTo>
                      <a:pt x="2441105" y="188280"/>
                      <a:pt x="2439763" y="191522"/>
                      <a:pt x="2437372" y="193912"/>
                    </a:cubicBezTo>
                    <a:cubicBezTo>
                      <a:pt x="2434982" y="196302"/>
                      <a:pt x="2431740" y="197645"/>
                      <a:pt x="2428360" y="197645"/>
                    </a:cubicBezTo>
                    <a:lnTo>
                      <a:pt x="12745" y="197645"/>
                    </a:lnTo>
                    <a:cubicBezTo>
                      <a:pt x="9365" y="197645"/>
                      <a:pt x="6123" y="196302"/>
                      <a:pt x="3733" y="193912"/>
                    </a:cubicBezTo>
                    <a:cubicBezTo>
                      <a:pt x="1343" y="191522"/>
                      <a:pt x="0" y="188280"/>
                      <a:pt x="0" y="184899"/>
                    </a:cubicBezTo>
                    <a:lnTo>
                      <a:pt x="0" y="12745"/>
                    </a:lnTo>
                    <a:cubicBezTo>
                      <a:pt x="0" y="9365"/>
                      <a:pt x="1343" y="6123"/>
                      <a:pt x="3733" y="3733"/>
                    </a:cubicBezTo>
                    <a:cubicBezTo>
                      <a:pt x="6123" y="1343"/>
                      <a:pt x="9365" y="0"/>
                      <a:pt x="12745" y="0"/>
                    </a:cubicBezTo>
                    <a:close/>
                  </a:path>
                </a:pathLst>
              </a:custGeom>
              <a:solidFill>
                <a:srgbClr val="0F0E0E"/>
              </a:solidFill>
              <a:ln w="38100" cap="rnd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30" name="TextBox 54">
                <a:extLst>
                  <a:ext uri="{FF2B5EF4-FFF2-40B4-BE49-F238E27FC236}">
                    <a16:creationId xmlns:a16="http://schemas.microsoft.com/office/drawing/2014/main" id="{2DE4F284-0CC4-E1B2-AEF9-CD575FCDA0DF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2441105" cy="21669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sp>
          <p:nvSpPr>
            <p:cNvPr id="25" name="TextBox 55">
              <a:extLst>
                <a:ext uri="{FF2B5EF4-FFF2-40B4-BE49-F238E27FC236}">
                  <a16:creationId xmlns:a16="http://schemas.microsoft.com/office/drawing/2014/main" id="{D3ABF9A9-99C7-E56F-A0AA-A9EBAF195574}"/>
                </a:ext>
              </a:extLst>
            </p:cNvPr>
            <p:cNvSpPr txBox="1"/>
            <p:nvPr/>
          </p:nvSpPr>
          <p:spPr>
            <a:xfrm>
              <a:off x="1638409" y="193498"/>
              <a:ext cx="10963949" cy="6731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4199"/>
                </a:lnSpc>
              </a:pPr>
              <a:endParaRPr/>
            </a:p>
          </p:txBody>
        </p:sp>
        <p:sp>
          <p:nvSpPr>
            <p:cNvPr id="27" name="TextBox 56">
              <a:extLst>
                <a:ext uri="{FF2B5EF4-FFF2-40B4-BE49-F238E27FC236}">
                  <a16:creationId xmlns:a16="http://schemas.microsoft.com/office/drawing/2014/main" id="{ABBAD055-4833-03BE-4020-32AE0E515FAF}"/>
                </a:ext>
              </a:extLst>
            </p:cNvPr>
            <p:cNvSpPr txBox="1"/>
            <p:nvPr/>
          </p:nvSpPr>
          <p:spPr>
            <a:xfrm>
              <a:off x="397591" y="334903"/>
              <a:ext cx="15023179" cy="5509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3359"/>
                </a:lnSpc>
              </a:pPr>
              <a:r>
                <a:rPr lang="en-US" sz="2400" spc="-6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&gt; git switch develop</a:t>
              </a:r>
              <a:endParaRPr lang="en-US" sz="2400" spc="-64" dirty="0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1" name="Group 51">
            <a:extLst>
              <a:ext uri="{FF2B5EF4-FFF2-40B4-BE49-F238E27FC236}">
                <a16:creationId xmlns:a16="http://schemas.microsoft.com/office/drawing/2014/main" id="{EECB6C8D-CA23-032C-5322-C0AEEBF49495}"/>
              </a:ext>
            </a:extLst>
          </p:cNvPr>
          <p:cNvGrpSpPr/>
          <p:nvPr/>
        </p:nvGrpSpPr>
        <p:grpSpPr>
          <a:xfrm>
            <a:off x="795194" y="3695588"/>
            <a:ext cx="6089055" cy="960554"/>
            <a:chOff x="0" y="0"/>
            <a:chExt cx="15818362" cy="1280739"/>
          </a:xfrm>
        </p:grpSpPr>
        <p:grpSp>
          <p:nvGrpSpPr>
            <p:cNvPr id="34" name="Group 52">
              <a:extLst>
                <a:ext uri="{FF2B5EF4-FFF2-40B4-BE49-F238E27FC236}">
                  <a16:creationId xmlns:a16="http://schemas.microsoft.com/office/drawing/2014/main" id="{9F445BB7-C028-86A6-AC24-B08FABECD338}"/>
                </a:ext>
              </a:extLst>
            </p:cNvPr>
            <p:cNvGrpSpPr/>
            <p:nvPr/>
          </p:nvGrpSpPr>
          <p:grpSpPr>
            <a:xfrm>
              <a:off x="0" y="0"/>
              <a:ext cx="15818362" cy="1280739"/>
              <a:chOff x="0" y="0"/>
              <a:chExt cx="2441105" cy="197645"/>
            </a:xfrm>
          </p:grpSpPr>
          <p:sp>
            <p:nvSpPr>
              <p:cNvPr id="38" name="Freeform 53">
                <a:extLst>
                  <a:ext uri="{FF2B5EF4-FFF2-40B4-BE49-F238E27FC236}">
                    <a16:creationId xmlns:a16="http://schemas.microsoft.com/office/drawing/2014/main" id="{3FC85BF8-3A9E-E50D-8FC3-BA4733BEA565}"/>
                  </a:ext>
                </a:extLst>
              </p:cNvPr>
              <p:cNvSpPr/>
              <p:nvPr/>
            </p:nvSpPr>
            <p:spPr>
              <a:xfrm>
                <a:off x="0" y="0"/>
                <a:ext cx="2441105" cy="197645"/>
              </a:xfrm>
              <a:custGeom>
                <a:avLst/>
                <a:gdLst/>
                <a:ahLst/>
                <a:cxnLst/>
                <a:rect l="l" t="t" r="r" b="b"/>
                <a:pathLst>
                  <a:path w="2441105" h="197645">
                    <a:moveTo>
                      <a:pt x="12745" y="0"/>
                    </a:moveTo>
                    <a:lnTo>
                      <a:pt x="2428360" y="0"/>
                    </a:lnTo>
                    <a:cubicBezTo>
                      <a:pt x="2431740" y="0"/>
                      <a:pt x="2434982" y="1343"/>
                      <a:pt x="2437372" y="3733"/>
                    </a:cubicBezTo>
                    <a:cubicBezTo>
                      <a:pt x="2439763" y="6123"/>
                      <a:pt x="2441105" y="9365"/>
                      <a:pt x="2441105" y="12745"/>
                    </a:cubicBezTo>
                    <a:lnTo>
                      <a:pt x="2441105" y="184899"/>
                    </a:lnTo>
                    <a:cubicBezTo>
                      <a:pt x="2441105" y="188280"/>
                      <a:pt x="2439763" y="191522"/>
                      <a:pt x="2437372" y="193912"/>
                    </a:cubicBezTo>
                    <a:cubicBezTo>
                      <a:pt x="2434982" y="196302"/>
                      <a:pt x="2431740" y="197645"/>
                      <a:pt x="2428360" y="197645"/>
                    </a:cubicBezTo>
                    <a:lnTo>
                      <a:pt x="12745" y="197645"/>
                    </a:lnTo>
                    <a:cubicBezTo>
                      <a:pt x="9365" y="197645"/>
                      <a:pt x="6123" y="196302"/>
                      <a:pt x="3733" y="193912"/>
                    </a:cubicBezTo>
                    <a:cubicBezTo>
                      <a:pt x="1343" y="191522"/>
                      <a:pt x="0" y="188280"/>
                      <a:pt x="0" y="184899"/>
                    </a:cubicBezTo>
                    <a:lnTo>
                      <a:pt x="0" y="12745"/>
                    </a:lnTo>
                    <a:cubicBezTo>
                      <a:pt x="0" y="9365"/>
                      <a:pt x="1343" y="6123"/>
                      <a:pt x="3733" y="3733"/>
                    </a:cubicBezTo>
                    <a:cubicBezTo>
                      <a:pt x="6123" y="1343"/>
                      <a:pt x="9365" y="0"/>
                      <a:pt x="12745" y="0"/>
                    </a:cubicBezTo>
                    <a:close/>
                  </a:path>
                </a:pathLst>
              </a:custGeom>
              <a:solidFill>
                <a:srgbClr val="0F0E0E"/>
              </a:solidFill>
              <a:ln w="38100" cap="rnd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39" name="TextBox 54">
                <a:extLst>
                  <a:ext uri="{FF2B5EF4-FFF2-40B4-BE49-F238E27FC236}">
                    <a16:creationId xmlns:a16="http://schemas.microsoft.com/office/drawing/2014/main" id="{EACF3101-A2AB-B7C7-323C-A88666A10625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2441105" cy="21669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sp>
          <p:nvSpPr>
            <p:cNvPr id="36" name="TextBox 55">
              <a:extLst>
                <a:ext uri="{FF2B5EF4-FFF2-40B4-BE49-F238E27FC236}">
                  <a16:creationId xmlns:a16="http://schemas.microsoft.com/office/drawing/2014/main" id="{65D0C923-5ACB-19EF-3442-D6DC808F997D}"/>
                </a:ext>
              </a:extLst>
            </p:cNvPr>
            <p:cNvSpPr txBox="1"/>
            <p:nvPr/>
          </p:nvSpPr>
          <p:spPr>
            <a:xfrm>
              <a:off x="1638409" y="193498"/>
              <a:ext cx="10963949" cy="6731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4199"/>
                </a:lnSpc>
              </a:pPr>
              <a:endParaRPr/>
            </a:p>
          </p:txBody>
        </p:sp>
        <p:sp>
          <p:nvSpPr>
            <p:cNvPr id="37" name="TextBox 56">
              <a:extLst>
                <a:ext uri="{FF2B5EF4-FFF2-40B4-BE49-F238E27FC236}">
                  <a16:creationId xmlns:a16="http://schemas.microsoft.com/office/drawing/2014/main" id="{8721B7D7-39DE-CE85-08F0-44A82BA35319}"/>
                </a:ext>
              </a:extLst>
            </p:cNvPr>
            <p:cNvSpPr txBox="1"/>
            <p:nvPr/>
          </p:nvSpPr>
          <p:spPr>
            <a:xfrm>
              <a:off x="397591" y="334903"/>
              <a:ext cx="15023179" cy="5509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3359"/>
                </a:lnSpc>
              </a:pPr>
              <a:r>
                <a:rPr lang="en-US" sz="2400" spc="-6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&gt; git switch -c feature/mi-</a:t>
              </a:r>
              <a:r>
                <a:rPr lang="en-US" sz="2400" spc="-64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rama</a:t>
              </a:r>
              <a:endParaRPr lang="en-US" sz="2400" spc="-64" dirty="0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1" name="Grupo 40">
            <a:extLst>
              <a:ext uri="{FF2B5EF4-FFF2-40B4-BE49-F238E27FC236}">
                <a16:creationId xmlns:a16="http://schemas.microsoft.com/office/drawing/2014/main" id="{8B2DD28A-7101-E7E5-8F5C-3D98A9B7E3FF}"/>
              </a:ext>
            </a:extLst>
          </p:cNvPr>
          <p:cNvGrpSpPr/>
          <p:nvPr/>
        </p:nvGrpSpPr>
        <p:grpSpPr>
          <a:xfrm>
            <a:off x="-228601" y="-478361"/>
            <a:ext cx="2905050" cy="1476032"/>
            <a:chOff x="-228601" y="-478361"/>
            <a:chExt cx="2905050" cy="1476032"/>
          </a:xfrm>
        </p:grpSpPr>
        <p:grpSp>
          <p:nvGrpSpPr>
            <p:cNvPr id="42" name="Group 10">
              <a:extLst>
                <a:ext uri="{FF2B5EF4-FFF2-40B4-BE49-F238E27FC236}">
                  <a16:creationId xmlns:a16="http://schemas.microsoft.com/office/drawing/2014/main" id="{37D42194-6AFB-C04D-2F8A-7CE9D8638FFC}"/>
                </a:ext>
              </a:extLst>
            </p:cNvPr>
            <p:cNvGrpSpPr/>
            <p:nvPr/>
          </p:nvGrpSpPr>
          <p:grpSpPr>
            <a:xfrm>
              <a:off x="-228601" y="-478361"/>
              <a:ext cx="2905050" cy="1221311"/>
              <a:chOff x="0" y="0"/>
              <a:chExt cx="1355852" cy="720510"/>
            </a:xfrm>
          </p:grpSpPr>
          <p:sp>
            <p:nvSpPr>
              <p:cNvPr id="44" name="Freeform 11">
                <a:extLst>
                  <a:ext uri="{FF2B5EF4-FFF2-40B4-BE49-F238E27FC236}">
                    <a16:creationId xmlns:a16="http://schemas.microsoft.com/office/drawing/2014/main" id="{D62A59D1-2F49-F06E-0457-96F30B8CAFF2}"/>
                  </a:ext>
                </a:extLst>
              </p:cNvPr>
              <p:cNvSpPr/>
              <p:nvPr/>
            </p:nvSpPr>
            <p:spPr>
              <a:xfrm>
                <a:off x="0" y="0"/>
                <a:ext cx="1355852" cy="720510"/>
              </a:xfrm>
              <a:custGeom>
                <a:avLst/>
                <a:gdLst/>
                <a:ahLst/>
                <a:cxnLst/>
                <a:rect l="l" t="t" r="r" b="b"/>
                <a:pathLst>
                  <a:path w="1355852" h="720510">
                    <a:moveTo>
                      <a:pt x="150387" y="0"/>
                    </a:moveTo>
                    <a:lnTo>
                      <a:pt x="1205465" y="0"/>
                    </a:lnTo>
                    <a:cubicBezTo>
                      <a:pt x="1245350" y="0"/>
                      <a:pt x="1283602" y="15844"/>
                      <a:pt x="1311805" y="44047"/>
                    </a:cubicBezTo>
                    <a:cubicBezTo>
                      <a:pt x="1340008" y="72250"/>
                      <a:pt x="1355852" y="110502"/>
                      <a:pt x="1355852" y="150387"/>
                    </a:cubicBezTo>
                    <a:lnTo>
                      <a:pt x="1355852" y="570123"/>
                    </a:lnTo>
                    <a:cubicBezTo>
                      <a:pt x="1355852" y="653179"/>
                      <a:pt x="1288522" y="720510"/>
                      <a:pt x="1205465" y="720510"/>
                    </a:cubicBezTo>
                    <a:lnTo>
                      <a:pt x="150387" y="720510"/>
                    </a:lnTo>
                    <a:cubicBezTo>
                      <a:pt x="67331" y="720510"/>
                      <a:pt x="0" y="653179"/>
                      <a:pt x="0" y="570123"/>
                    </a:cubicBezTo>
                    <a:lnTo>
                      <a:pt x="0" y="150387"/>
                    </a:lnTo>
                    <a:cubicBezTo>
                      <a:pt x="0" y="67331"/>
                      <a:pt x="67331" y="0"/>
                      <a:pt x="150387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45" name="TextBox 12">
                <a:extLst>
                  <a:ext uri="{FF2B5EF4-FFF2-40B4-BE49-F238E27FC236}">
                    <a16:creationId xmlns:a16="http://schemas.microsoft.com/office/drawing/2014/main" id="{9D35B691-1B18-42E5-1EA4-5240AE5B51A3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5852" cy="739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pic>
          <p:nvPicPr>
            <p:cNvPr id="43" name="Imagen 42">
              <a:extLst>
                <a:ext uri="{FF2B5EF4-FFF2-40B4-BE49-F238E27FC236}">
                  <a16:creationId xmlns:a16="http://schemas.microsoft.com/office/drawing/2014/main" id="{F1A2740A-474E-25F0-A608-DB6B87B8EFA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1" y="-375754"/>
              <a:ext cx="1373425" cy="13734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8092811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6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6 -3.82716E-6 L 0.10929 -0.21188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460" y="-1060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6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88889E-6 -4.93827E-7 L 0.09757 -0.19444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878" y="-9722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63" grpId="0"/>
      <p:bldP spid="40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2BEEE3-2986-67A5-4E7D-74BD3817A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08FA060-01DF-6808-2783-D37F5558714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 dirty="0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099D4E49-BAE1-C01C-8C0B-D1E983DE433A}"/>
              </a:ext>
            </a:extLst>
          </p:cNvPr>
          <p:cNvGrpSpPr/>
          <p:nvPr/>
        </p:nvGrpSpPr>
        <p:grpSpPr>
          <a:xfrm>
            <a:off x="-698849" y="9575651"/>
            <a:ext cx="19685699" cy="2666805"/>
            <a:chOff x="0" y="0"/>
            <a:chExt cx="5184711" cy="702368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5959CDEE-D731-3792-62D2-3CE3E73F5C99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 dirty="0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3DE4D62E-B79F-AACF-9E0E-FF491FF3F3ED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057F3EC2-BBFE-E7B7-37FD-8B08A21B2D1F}"/>
              </a:ext>
            </a:extLst>
          </p:cNvPr>
          <p:cNvGrpSpPr/>
          <p:nvPr/>
        </p:nvGrpSpPr>
        <p:grpSpPr>
          <a:xfrm>
            <a:off x="-698849" y="-1923855"/>
            <a:ext cx="19685699" cy="2666805"/>
            <a:chOff x="0" y="0"/>
            <a:chExt cx="5184711" cy="70236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E86BA8D1-46C3-CEDB-CB6E-4579977EF0E5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20CACC49-FB3F-80D2-EDB9-2DF35EBC1035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BCFFF2A7-D54E-CB83-AAF3-180B91C13B4B}"/>
              </a:ext>
            </a:extLst>
          </p:cNvPr>
          <p:cNvSpPr/>
          <p:nvPr/>
        </p:nvSpPr>
        <p:spPr>
          <a:xfrm>
            <a:off x="15872392" y="2091327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09D129F7-2092-247C-0C0E-615DEE71689D}"/>
              </a:ext>
            </a:extLst>
          </p:cNvPr>
          <p:cNvSpPr/>
          <p:nvPr/>
        </p:nvSpPr>
        <p:spPr>
          <a:xfrm>
            <a:off x="16901092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9BB2D60A-CE88-FBE7-1CCC-8A1075E3DC62}"/>
              </a:ext>
            </a:extLst>
          </p:cNvPr>
          <p:cNvSpPr/>
          <p:nvPr/>
        </p:nvSpPr>
        <p:spPr>
          <a:xfrm flipH="1">
            <a:off x="-1389129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32730971-C7F0-EDA9-D344-3281BC330B9A}"/>
              </a:ext>
            </a:extLst>
          </p:cNvPr>
          <p:cNvSpPr/>
          <p:nvPr/>
        </p:nvSpPr>
        <p:spPr>
          <a:xfrm flipH="1">
            <a:off x="-360429" y="2459791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3" name="AutoShape 13">
            <a:extLst>
              <a:ext uri="{FF2B5EF4-FFF2-40B4-BE49-F238E27FC236}">
                <a16:creationId xmlns:a16="http://schemas.microsoft.com/office/drawing/2014/main" id="{90747096-963C-99CE-1C2A-454E7116BB7B}"/>
              </a:ext>
            </a:extLst>
          </p:cNvPr>
          <p:cNvSpPr/>
          <p:nvPr/>
        </p:nvSpPr>
        <p:spPr>
          <a:xfrm>
            <a:off x="7536505" y="7691911"/>
            <a:ext cx="910158" cy="0"/>
          </a:xfrm>
          <a:prstGeom prst="line">
            <a:avLst/>
          </a:prstGeom>
          <a:ln w="57150" cap="flat">
            <a:solidFill>
              <a:srgbClr val="F15226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E7141BDC-BFEB-EB37-9A4F-2B10F34BD05B}"/>
              </a:ext>
            </a:extLst>
          </p:cNvPr>
          <p:cNvSpPr/>
          <p:nvPr/>
        </p:nvSpPr>
        <p:spPr>
          <a:xfrm>
            <a:off x="8446662" y="7114256"/>
            <a:ext cx="1155311" cy="1155311"/>
          </a:xfrm>
          <a:custGeom>
            <a:avLst/>
            <a:gdLst/>
            <a:ahLst/>
            <a:cxnLst/>
            <a:rect l="l" t="t" r="r" b="b"/>
            <a:pathLst>
              <a:path w="1155311" h="1155311">
                <a:moveTo>
                  <a:pt x="0" y="0"/>
                </a:moveTo>
                <a:lnTo>
                  <a:pt x="1155310" y="0"/>
                </a:lnTo>
                <a:lnTo>
                  <a:pt x="1155310" y="1155310"/>
                </a:lnTo>
                <a:lnTo>
                  <a:pt x="0" y="11553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1D8734F9-143E-DD24-1F54-EA449243A966}"/>
              </a:ext>
            </a:extLst>
          </p:cNvPr>
          <p:cNvSpPr/>
          <p:nvPr/>
        </p:nvSpPr>
        <p:spPr>
          <a:xfrm>
            <a:off x="6381193" y="7114256"/>
            <a:ext cx="1155311" cy="1155311"/>
          </a:xfrm>
          <a:custGeom>
            <a:avLst/>
            <a:gdLst/>
            <a:ahLst/>
            <a:cxnLst/>
            <a:rect l="l" t="t" r="r" b="b"/>
            <a:pathLst>
              <a:path w="1155311" h="1155311">
                <a:moveTo>
                  <a:pt x="0" y="0"/>
                </a:moveTo>
                <a:lnTo>
                  <a:pt x="1155310" y="0"/>
                </a:lnTo>
                <a:lnTo>
                  <a:pt x="1155310" y="1155310"/>
                </a:lnTo>
                <a:lnTo>
                  <a:pt x="0" y="11553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422050DD-AFE2-4BFB-3551-F21F93C7F581}"/>
              </a:ext>
            </a:extLst>
          </p:cNvPr>
          <p:cNvSpPr/>
          <p:nvPr/>
        </p:nvSpPr>
        <p:spPr>
          <a:xfrm>
            <a:off x="4253059" y="7117891"/>
            <a:ext cx="1155311" cy="1155311"/>
          </a:xfrm>
          <a:custGeom>
            <a:avLst/>
            <a:gdLst/>
            <a:ahLst/>
            <a:cxnLst/>
            <a:rect l="l" t="t" r="r" b="b"/>
            <a:pathLst>
              <a:path w="1155311" h="1155311">
                <a:moveTo>
                  <a:pt x="0" y="0"/>
                </a:moveTo>
                <a:lnTo>
                  <a:pt x="1155311" y="0"/>
                </a:lnTo>
                <a:lnTo>
                  <a:pt x="1155311" y="1155311"/>
                </a:lnTo>
                <a:lnTo>
                  <a:pt x="0" y="11553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AutoShape 17">
            <a:extLst>
              <a:ext uri="{FF2B5EF4-FFF2-40B4-BE49-F238E27FC236}">
                <a16:creationId xmlns:a16="http://schemas.microsoft.com/office/drawing/2014/main" id="{A8C214AA-9D06-FA96-6CFC-EC291B4085A2}"/>
              </a:ext>
            </a:extLst>
          </p:cNvPr>
          <p:cNvSpPr/>
          <p:nvPr/>
        </p:nvSpPr>
        <p:spPr>
          <a:xfrm flipH="1">
            <a:off x="5408369" y="7695547"/>
            <a:ext cx="951057" cy="0"/>
          </a:xfrm>
          <a:prstGeom prst="line">
            <a:avLst/>
          </a:prstGeom>
          <a:ln w="57150" cap="flat">
            <a:solidFill>
              <a:srgbClr val="F15226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537DEFB8-2812-7188-62CB-90E560EB5788}"/>
              </a:ext>
            </a:extLst>
          </p:cNvPr>
          <p:cNvSpPr/>
          <p:nvPr/>
        </p:nvSpPr>
        <p:spPr>
          <a:xfrm>
            <a:off x="2901640" y="7693729"/>
            <a:ext cx="1351420" cy="1818"/>
          </a:xfrm>
          <a:prstGeom prst="line">
            <a:avLst/>
          </a:prstGeom>
          <a:ln w="57150" cap="flat">
            <a:solidFill>
              <a:srgbClr val="F15226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19" name="Freeform 19">
            <a:extLst>
              <a:ext uri="{FF2B5EF4-FFF2-40B4-BE49-F238E27FC236}">
                <a16:creationId xmlns:a16="http://schemas.microsoft.com/office/drawing/2014/main" id="{7CFC8EC6-4919-50F8-3388-9094C91E6FF0}"/>
              </a:ext>
            </a:extLst>
          </p:cNvPr>
          <p:cNvSpPr/>
          <p:nvPr/>
        </p:nvSpPr>
        <p:spPr>
          <a:xfrm>
            <a:off x="615204" y="6550511"/>
            <a:ext cx="2286436" cy="2286436"/>
          </a:xfrm>
          <a:custGeom>
            <a:avLst/>
            <a:gdLst/>
            <a:ahLst/>
            <a:cxnLst/>
            <a:rect l="l" t="t" r="r" b="b"/>
            <a:pathLst>
              <a:path w="2286436" h="2286436">
                <a:moveTo>
                  <a:pt x="0" y="0"/>
                </a:moveTo>
                <a:lnTo>
                  <a:pt x="2286436" y="0"/>
                </a:lnTo>
                <a:lnTo>
                  <a:pt x="2286436" y="2286436"/>
                </a:lnTo>
                <a:lnTo>
                  <a:pt x="0" y="22864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14416EB4-3152-361D-FC61-F33EE49D985C}"/>
              </a:ext>
            </a:extLst>
          </p:cNvPr>
          <p:cNvSpPr txBox="1"/>
          <p:nvPr/>
        </p:nvSpPr>
        <p:spPr>
          <a:xfrm>
            <a:off x="783615" y="758816"/>
            <a:ext cx="17197243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s-MX" sz="7500" b="1" dirty="0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¿QUÉ VAMOS A HACER?</a:t>
            </a:r>
            <a:endParaRPr lang="en-US" sz="7500" b="1" dirty="0">
              <a:solidFill>
                <a:srgbClr val="FFFFFF"/>
              </a:solidFill>
              <a:latin typeface="Lato Bold"/>
              <a:ea typeface="Lato Bold"/>
              <a:cs typeface="Lato Bold"/>
              <a:sym typeface="Lato Bold"/>
            </a:endParaRPr>
          </a:p>
        </p:txBody>
      </p:sp>
      <p:sp>
        <p:nvSpPr>
          <p:cNvPr id="26" name="Freeform 26">
            <a:extLst>
              <a:ext uri="{FF2B5EF4-FFF2-40B4-BE49-F238E27FC236}">
                <a16:creationId xmlns:a16="http://schemas.microsoft.com/office/drawing/2014/main" id="{61612E6A-08D5-0009-25F7-193AF8314F41}"/>
              </a:ext>
            </a:extLst>
          </p:cNvPr>
          <p:cNvSpPr/>
          <p:nvPr/>
        </p:nvSpPr>
        <p:spPr>
          <a:xfrm>
            <a:off x="10409502" y="5077654"/>
            <a:ext cx="971079" cy="971079"/>
          </a:xfrm>
          <a:custGeom>
            <a:avLst/>
            <a:gdLst/>
            <a:ahLst/>
            <a:cxnLst/>
            <a:rect l="l" t="t" r="r" b="b"/>
            <a:pathLst>
              <a:path w="971079" h="971079">
                <a:moveTo>
                  <a:pt x="0" y="0"/>
                </a:moveTo>
                <a:lnTo>
                  <a:pt x="971079" y="0"/>
                </a:lnTo>
                <a:lnTo>
                  <a:pt x="971079" y="971079"/>
                </a:lnTo>
                <a:lnTo>
                  <a:pt x="0" y="9710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28" name="Freeform 28">
            <a:extLst>
              <a:ext uri="{FF2B5EF4-FFF2-40B4-BE49-F238E27FC236}">
                <a16:creationId xmlns:a16="http://schemas.microsoft.com/office/drawing/2014/main" id="{9215D57B-F69C-D068-3F08-CD502F905FEA}"/>
              </a:ext>
            </a:extLst>
          </p:cNvPr>
          <p:cNvSpPr/>
          <p:nvPr/>
        </p:nvSpPr>
        <p:spPr>
          <a:xfrm>
            <a:off x="9124355" y="5563195"/>
            <a:ext cx="1268873" cy="1505860"/>
          </a:xfrm>
          <a:custGeom>
            <a:avLst/>
            <a:gdLst/>
            <a:ahLst/>
            <a:cxnLst/>
            <a:rect l="l" t="t" r="r" b="b"/>
            <a:pathLst>
              <a:path w="1995163" h="1353803">
                <a:moveTo>
                  <a:pt x="0" y="1353803"/>
                </a:moveTo>
                <a:lnTo>
                  <a:pt x="0" y="881060"/>
                </a:lnTo>
                <a:cubicBezTo>
                  <a:pt x="0" y="820432"/>
                  <a:pt x="24084" y="762286"/>
                  <a:pt x="66955" y="719415"/>
                </a:cubicBezTo>
                <a:cubicBezTo>
                  <a:pt x="109826" y="676545"/>
                  <a:pt x="167971" y="652460"/>
                  <a:pt x="228600" y="652460"/>
                </a:cubicBezTo>
                <a:lnTo>
                  <a:pt x="1411680" y="652460"/>
                </a:lnTo>
                <a:cubicBezTo>
                  <a:pt x="1537932" y="652460"/>
                  <a:pt x="1640280" y="550112"/>
                  <a:pt x="1640280" y="423860"/>
                </a:cubicBezTo>
                <a:lnTo>
                  <a:pt x="1640280" y="177441"/>
                </a:lnTo>
                <a:cubicBezTo>
                  <a:pt x="1640280" y="130381"/>
                  <a:pt x="1658975" y="85248"/>
                  <a:pt x="1692251" y="51971"/>
                </a:cubicBezTo>
                <a:cubicBezTo>
                  <a:pt x="1725528" y="18694"/>
                  <a:pt x="1770661" y="0"/>
                  <a:pt x="1817722" y="0"/>
                </a:cubicBezTo>
                <a:lnTo>
                  <a:pt x="1995163" y="0"/>
                </a:lnTo>
              </a:path>
            </a:pathLst>
          </a:custGeom>
          <a:ln w="57150" cap="flat">
            <a:solidFill>
              <a:srgbClr val="7ED957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33" name="Freeform 33">
            <a:extLst>
              <a:ext uri="{FF2B5EF4-FFF2-40B4-BE49-F238E27FC236}">
                <a16:creationId xmlns:a16="http://schemas.microsoft.com/office/drawing/2014/main" id="{930BCAA2-FB5D-5868-08C9-C7CF3D9B30B9}"/>
              </a:ext>
            </a:extLst>
          </p:cNvPr>
          <p:cNvSpPr/>
          <p:nvPr/>
        </p:nvSpPr>
        <p:spPr>
          <a:xfrm>
            <a:off x="12206142" y="3060344"/>
            <a:ext cx="971079" cy="971079"/>
          </a:xfrm>
          <a:custGeom>
            <a:avLst/>
            <a:gdLst/>
            <a:ahLst/>
            <a:cxnLst/>
            <a:rect l="l" t="t" r="r" b="b"/>
            <a:pathLst>
              <a:path w="971079" h="971079">
                <a:moveTo>
                  <a:pt x="0" y="0"/>
                </a:moveTo>
                <a:lnTo>
                  <a:pt x="971079" y="0"/>
                </a:lnTo>
                <a:lnTo>
                  <a:pt x="971079" y="971079"/>
                </a:lnTo>
                <a:lnTo>
                  <a:pt x="0" y="9710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 dirty="0"/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2C1580E5-8C9D-3DCD-CF27-B02DABDA1309}"/>
              </a:ext>
            </a:extLst>
          </p:cNvPr>
          <p:cNvSpPr txBox="1"/>
          <p:nvPr/>
        </p:nvSpPr>
        <p:spPr>
          <a:xfrm>
            <a:off x="9761471" y="7397719"/>
            <a:ext cx="2415608" cy="509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master/main</a:t>
            </a:r>
          </a:p>
        </p:txBody>
      </p:sp>
      <p:sp>
        <p:nvSpPr>
          <p:cNvPr id="56" name="TextBox 35">
            <a:extLst>
              <a:ext uri="{FF2B5EF4-FFF2-40B4-BE49-F238E27FC236}">
                <a16:creationId xmlns:a16="http://schemas.microsoft.com/office/drawing/2014/main" id="{DDB67FED-83EC-0CAB-1605-272D107EEF6E}"/>
              </a:ext>
            </a:extLst>
          </p:cNvPr>
          <p:cNvSpPr txBox="1"/>
          <p:nvPr/>
        </p:nvSpPr>
        <p:spPr>
          <a:xfrm>
            <a:off x="11450596" y="5230534"/>
            <a:ext cx="2415608" cy="4755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develop</a:t>
            </a:r>
          </a:p>
        </p:txBody>
      </p:sp>
      <p:sp>
        <p:nvSpPr>
          <p:cNvPr id="63" name="TextBox 35">
            <a:extLst>
              <a:ext uri="{FF2B5EF4-FFF2-40B4-BE49-F238E27FC236}">
                <a16:creationId xmlns:a16="http://schemas.microsoft.com/office/drawing/2014/main" id="{C3F7B110-DD54-E5B3-94E6-1AC8F6042ECD}"/>
              </a:ext>
            </a:extLst>
          </p:cNvPr>
          <p:cNvSpPr txBox="1"/>
          <p:nvPr/>
        </p:nvSpPr>
        <p:spPr>
          <a:xfrm>
            <a:off x="13317002" y="3150959"/>
            <a:ext cx="3225882" cy="4755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feature/mi-</a:t>
            </a:r>
            <a:r>
              <a:rPr lang="en-US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rama</a:t>
            </a:r>
            <a:endParaRPr lang="en-US" sz="2799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0" name="Freeform 28">
            <a:extLst>
              <a:ext uri="{FF2B5EF4-FFF2-40B4-BE49-F238E27FC236}">
                <a16:creationId xmlns:a16="http://schemas.microsoft.com/office/drawing/2014/main" id="{20532D40-AD6E-92B0-5AA7-44AE41FEA2F2}"/>
              </a:ext>
            </a:extLst>
          </p:cNvPr>
          <p:cNvSpPr/>
          <p:nvPr/>
        </p:nvSpPr>
        <p:spPr>
          <a:xfrm>
            <a:off x="10920190" y="3576426"/>
            <a:ext cx="1268873" cy="1505860"/>
          </a:xfrm>
          <a:custGeom>
            <a:avLst/>
            <a:gdLst/>
            <a:ahLst/>
            <a:cxnLst/>
            <a:rect l="l" t="t" r="r" b="b"/>
            <a:pathLst>
              <a:path w="1995163" h="1353803">
                <a:moveTo>
                  <a:pt x="0" y="1353803"/>
                </a:moveTo>
                <a:lnTo>
                  <a:pt x="0" y="881060"/>
                </a:lnTo>
                <a:cubicBezTo>
                  <a:pt x="0" y="820432"/>
                  <a:pt x="24084" y="762286"/>
                  <a:pt x="66955" y="719415"/>
                </a:cubicBezTo>
                <a:cubicBezTo>
                  <a:pt x="109826" y="676545"/>
                  <a:pt x="167971" y="652460"/>
                  <a:pt x="228600" y="652460"/>
                </a:cubicBezTo>
                <a:lnTo>
                  <a:pt x="1411680" y="652460"/>
                </a:lnTo>
                <a:cubicBezTo>
                  <a:pt x="1537932" y="652460"/>
                  <a:pt x="1640280" y="550112"/>
                  <a:pt x="1640280" y="423860"/>
                </a:cubicBezTo>
                <a:lnTo>
                  <a:pt x="1640280" y="177441"/>
                </a:lnTo>
                <a:cubicBezTo>
                  <a:pt x="1640280" y="130381"/>
                  <a:pt x="1658975" y="85248"/>
                  <a:pt x="1692251" y="51971"/>
                </a:cubicBezTo>
                <a:cubicBezTo>
                  <a:pt x="1725528" y="18694"/>
                  <a:pt x="1770661" y="0"/>
                  <a:pt x="1817722" y="0"/>
                </a:cubicBezTo>
                <a:lnTo>
                  <a:pt x="1995163" y="0"/>
                </a:lnTo>
              </a:path>
            </a:pathLst>
          </a:custGeom>
          <a:ln w="57150" cap="flat">
            <a:solidFill>
              <a:srgbClr val="CB6CE6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s-MX" dirty="0"/>
          </a:p>
        </p:txBody>
      </p:sp>
      <p:grpSp>
        <p:nvGrpSpPr>
          <p:cNvPr id="29" name="Grupo 28">
            <a:extLst>
              <a:ext uri="{FF2B5EF4-FFF2-40B4-BE49-F238E27FC236}">
                <a16:creationId xmlns:a16="http://schemas.microsoft.com/office/drawing/2014/main" id="{5F021A51-3228-EB25-C337-AA2E83E81BB5}"/>
              </a:ext>
            </a:extLst>
          </p:cNvPr>
          <p:cNvGrpSpPr/>
          <p:nvPr/>
        </p:nvGrpSpPr>
        <p:grpSpPr>
          <a:xfrm>
            <a:off x="10292869" y="3608937"/>
            <a:ext cx="748120" cy="1238948"/>
            <a:chOff x="13219195" y="3545885"/>
            <a:chExt cx="1092601" cy="1597615"/>
          </a:xfrm>
        </p:grpSpPr>
        <p:sp>
          <p:nvSpPr>
            <p:cNvPr id="30" name="Cara sonriente 29">
              <a:extLst>
                <a:ext uri="{FF2B5EF4-FFF2-40B4-BE49-F238E27FC236}">
                  <a16:creationId xmlns:a16="http://schemas.microsoft.com/office/drawing/2014/main" id="{9092051F-BD6C-259F-DEFE-E9C971195D91}"/>
                </a:ext>
              </a:extLst>
            </p:cNvPr>
            <p:cNvSpPr/>
            <p:nvPr/>
          </p:nvSpPr>
          <p:spPr>
            <a:xfrm>
              <a:off x="13397071" y="3545885"/>
              <a:ext cx="728851" cy="711088"/>
            </a:xfrm>
            <a:prstGeom prst="smileyFac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cxnSp>
          <p:nvCxnSpPr>
            <p:cNvPr id="31" name="Conector recto 30">
              <a:extLst>
                <a:ext uri="{FF2B5EF4-FFF2-40B4-BE49-F238E27FC236}">
                  <a16:creationId xmlns:a16="http://schemas.microsoft.com/office/drawing/2014/main" id="{B8032D8A-A100-98FD-283E-192EF37C7ED0}"/>
                </a:ext>
              </a:extLst>
            </p:cNvPr>
            <p:cNvCxnSpPr>
              <a:cxnSpLocks/>
              <a:stCxn id="30" idx="4"/>
            </p:cNvCxnSpPr>
            <p:nvPr/>
          </p:nvCxnSpPr>
          <p:spPr>
            <a:xfrm>
              <a:off x="13761500" y="4256972"/>
              <a:ext cx="3996" cy="657928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ector recto 33">
              <a:extLst>
                <a:ext uri="{FF2B5EF4-FFF2-40B4-BE49-F238E27FC236}">
                  <a16:creationId xmlns:a16="http://schemas.microsoft.com/office/drawing/2014/main" id="{990176C8-97D4-D4B5-7CFD-3CD9EDEA919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765496" y="4281136"/>
              <a:ext cx="546300" cy="176564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ector recto 35">
              <a:extLst>
                <a:ext uri="{FF2B5EF4-FFF2-40B4-BE49-F238E27FC236}">
                  <a16:creationId xmlns:a16="http://schemas.microsoft.com/office/drawing/2014/main" id="{0B0ACA44-8217-1E69-0EA2-C1253F268ABB}"/>
                </a:ext>
              </a:extLst>
            </p:cNvPr>
            <p:cNvCxnSpPr>
              <a:cxnSpLocks/>
            </p:cNvCxnSpPr>
            <p:nvPr/>
          </p:nvCxnSpPr>
          <p:spPr>
            <a:xfrm>
              <a:off x="13219195" y="4268548"/>
              <a:ext cx="546300" cy="176564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ector recto 36">
              <a:extLst>
                <a:ext uri="{FF2B5EF4-FFF2-40B4-BE49-F238E27FC236}">
                  <a16:creationId xmlns:a16="http://schemas.microsoft.com/office/drawing/2014/main" id="{A0B40741-30D6-1719-0C17-51F8B6D5496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329735" y="4894261"/>
              <a:ext cx="435761" cy="238665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ector recto 37">
              <a:extLst>
                <a:ext uri="{FF2B5EF4-FFF2-40B4-BE49-F238E27FC236}">
                  <a16:creationId xmlns:a16="http://schemas.microsoft.com/office/drawing/2014/main" id="{A03742AD-273D-4EEB-DD7E-96B3366B17CA}"/>
                </a:ext>
              </a:extLst>
            </p:cNvPr>
            <p:cNvCxnSpPr>
              <a:cxnSpLocks/>
            </p:cNvCxnSpPr>
            <p:nvPr/>
          </p:nvCxnSpPr>
          <p:spPr>
            <a:xfrm>
              <a:off x="13756923" y="4880061"/>
              <a:ext cx="369002" cy="263439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51">
            <a:extLst>
              <a:ext uri="{FF2B5EF4-FFF2-40B4-BE49-F238E27FC236}">
                <a16:creationId xmlns:a16="http://schemas.microsoft.com/office/drawing/2014/main" id="{D897653B-060D-E234-933B-8BA8FBD496CF}"/>
              </a:ext>
            </a:extLst>
          </p:cNvPr>
          <p:cNvGrpSpPr/>
          <p:nvPr/>
        </p:nvGrpSpPr>
        <p:grpSpPr>
          <a:xfrm>
            <a:off x="795194" y="2297940"/>
            <a:ext cx="6089055" cy="960554"/>
            <a:chOff x="0" y="0"/>
            <a:chExt cx="15818362" cy="1280739"/>
          </a:xfrm>
        </p:grpSpPr>
        <p:grpSp>
          <p:nvGrpSpPr>
            <p:cNvPr id="23" name="Group 52">
              <a:extLst>
                <a:ext uri="{FF2B5EF4-FFF2-40B4-BE49-F238E27FC236}">
                  <a16:creationId xmlns:a16="http://schemas.microsoft.com/office/drawing/2014/main" id="{82DD0A9E-C06B-5DA1-D72F-B19EA8FC356A}"/>
                </a:ext>
              </a:extLst>
            </p:cNvPr>
            <p:cNvGrpSpPr/>
            <p:nvPr/>
          </p:nvGrpSpPr>
          <p:grpSpPr>
            <a:xfrm>
              <a:off x="0" y="0"/>
              <a:ext cx="15818362" cy="1280739"/>
              <a:chOff x="0" y="0"/>
              <a:chExt cx="2441105" cy="197645"/>
            </a:xfrm>
          </p:grpSpPr>
          <p:sp>
            <p:nvSpPr>
              <p:cNvPr id="39" name="Freeform 53">
                <a:extLst>
                  <a:ext uri="{FF2B5EF4-FFF2-40B4-BE49-F238E27FC236}">
                    <a16:creationId xmlns:a16="http://schemas.microsoft.com/office/drawing/2014/main" id="{6377197D-3004-2518-9D9B-7CD7222CDA03}"/>
                  </a:ext>
                </a:extLst>
              </p:cNvPr>
              <p:cNvSpPr/>
              <p:nvPr/>
            </p:nvSpPr>
            <p:spPr>
              <a:xfrm>
                <a:off x="0" y="0"/>
                <a:ext cx="2441105" cy="197645"/>
              </a:xfrm>
              <a:custGeom>
                <a:avLst/>
                <a:gdLst/>
                <a:ahLst/>
                <a:cxnLst/>
                <a:rect l="l" t="t" r="r" b="b"/>
                <a:pathLst>
                  <a:path w="2441105" h="197645">
                    <a:moveTo>
                      <a:pt x="12745" y="0"/>
                    </a:moveTo>
                    <a:lnTo>
                      <a:pt x="2428360" y="0"/>
                    </a:lnTo>
                    <a:cubicBezTo>
                      <a:pt x="2431740" y="0"/>
                      <a:pt x="2434982" y="1343"/>
                      <a:pt x="2437372" y="3733"/>
                    </a:cubicBezTo>
                    <a:cubicBezTo>
                      <a:pt x="2439763" y="6123"/>
                      <a:pt x="2441105" y="9365"/>
                      <a:pt x="2441105" y="12745"/>
                    </a:cubicBezTo>
                    <a:lnTo>
                      <a:pt x="2441105" y="184899"/>
                    </a:lnTo>
                    <a:cubicBezTo>
                      <a:pt x="2441105" y="188280"/>
                      <a:pt x="2439763" y="191522"/>
                      <a:pt x="2437372" y="193912"/>
                    </a:cubicBezTo>
                    <a:cubicBezTo>
                      <a:pt x="2434982" y="196302"/>
                      <a:pt x="2431740" y="197645"/>
                      <a:pt x="2428360" y="197645"/>
                    </a:cubicBezTo>
                    <a:lnTo>
                      <a:pt x="12745" y="197645"/>
                    </a:lnTo>
                    <a:cubicBezTo>
                      <a:pt x="9365" y="197645"/>
                      <a:pt x="6123" y="196302"/>
                      <a:pt x="3733" y="193912"/>
                    </a:cubicBezTo>
                    <a:cubicBezTo>
                      <a:pt x="1343" y="191522"/>
                      <a:pt x="0" y="188280"/>
                      <a:pt x="0" y="184899"/>
                    </a:cubicBezTo>
                    <a:lnTo>
                      <a:pt x="0" y="12745"/>
                    </a:lnTo>
                    <a:cubicBezTo>
                      <a:pt x="0" y="9365"/>
                      <a:pt x="1343" y="6123"/>
                      <a:pt x="3733" y="3733"/>
                    </a:cubicBezTo>
                    <a:cubicBezTo>
                      <a:pt x="6123" y="1343"/>
                      <a:pt x="9365" y="0"/>
                      <a:pt x="12745" y="0"/>
                    </a:cubicBezTo>
                    <a:close/>
                  </a:path>
                </a:pathLst>
              </a:custGeom>
              <a:solidFill>
                <a:srgbClr val="0F0E0E"/>
              </a:solidFill>
              <a:ln w="38100" cap="rnd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41" name="TextBox 54">
                <a:extLst>
                  <a:ext uri="{FF2B5EF4-FFF2-40B4-BE49-F238E27FC236}">
                    <a16:creationId xmlns:a16="http://schemas.microsoft.com/office/drawing/2014/main" id="{A1C28BEC-D32F-E14F-481A-6BBFC2B0E638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2441105" cy="21669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sp>
          <p:nvSpPr>
            <p:cNvPr id="25" name="TextBox 55">
              <a:extLst>
                <a:ext uri="{FF2B5EF4-FFF2-40B4-BE49-F238E27FC236}">
                  <a16:creationId xmlns:a16="http://schemas.microsoft.com/office/drawing/2014/main" id="{A9889C36-07C2-67CD-1CBD-1980D79F3AFE}"/>
                </a:ext>
              </a:extLst>
            </p:cNvPr>
            <p:cNvSpPr txBox="1"/>
            <p:nvPr/>
          </p:nvSpPr>
          <p:spPr>
            <a:xfrm>
              <a:off x="1638409" y="193498"/>
              <a:ext cx="10963949" cy="6731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4199"/>
                </a:lnSpc>
              </a:pPr>
              <a:endParaRPr/>
            </a:p>
          </p:txBody>
        </p:sp>
        <p:sp>
          <p:nvSpPr>
            <p:cNvPr id="27" name="TextBox 56">
              <a:extLst>
                <a:ext uri="{FF2B5EF4-FFF2-40B4-BE49-F238E27FC236}">
                  <a16:creationId xmlns:a16="http://schemas.microsoft.com/office/drawing/2014/main" id="{765F88FB-5DE7-9A09-B240-43E3B3709D77}"/>
                </a:ext>
              </a:extLst>
            </p:cNvPr>
            <p:cNvSpPr txBox="1"/>
            <p:nvPr/>
          </p:nvSpPr>
          <p:spPr>
            <a:xfrm>
              <a:off x="397591" y="334903"/>
              <a:ext cx="15023179" cy="5509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3359"/>
                </a:lnSpc>
              </a:pPr>
              <a:r>
                <a:rPr lang="en-US" sz="2400" spc="-6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&gt; git switch develop</a:t>
              </a:r>
              <a:endParaRPr lang="en-US" sz="2400" spc="-64" dirty="0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2" name="Group 51">
            <a:extLst>
              <a:ext uri="{FF2B5EF4-FFF2-40B4-BE49-F238E27FC236}">
                <a16:creationId xmlns:a16="http://schemas.microsoft.com/office/drawing/2014/main" id="{BCE851FC-AAD6-41BF-2C27-1F802A57B972}"/>
              </a:ext>
            </a:extLst>
          </p:cNvPr>
          <p:cNvGrpSpPr/>
          <p:nvPr/>
        </p:nvGrpSpPr>
        <p:grpSpPr>
          <a:xfrm>
            <a:off x="795194" y="3695588"/>
            <a:ext cx="6089055" cy="960554"/>
            <a:chOff x="0" y="0"/>
            <a:chExt cx="15818362" cy="1280739"/>
          </a:xfrm>
        </p:grpSpPr>
        <p:grpSp>
          <p:nvGrpSpPr>
            <p:cNvPr id="43" name="Group 52">
              <a:extLst>
                <a:ext uri="{FF2B5EF4-FFF2-40B4-BE49-F238E27FC236}">
                  <a16:creationId xmlns:a16="http://schemas.microsoft.com/office/drawing/2014/main" id="{7E325EB0-3A1D-A65E-EE1A-E69F429168DF}"/>
                </a:ext>
              </a:extLst>
            </p:cNvPr>
            <p:cNvGrpSpPr/>
            <p:nvPr/>
          </p:nvGrpSpPr>
          <p:grpSpPr>
            <a:xfrm>
              <a:off x="0" y="0"/>
              <a:ext cx="15818362" cy="1280739"/>
              <a:chOff x="0" y="0"/>
              <a:chExt cx="2441105" cy="197645"/>
            </a:xfrm>
          </p:grpSpPr>
          <p:sp>
            <p:nvSpPr>
              <p:cNvPr id="46" name="Freeform 53">
                <a:extLst>
                  <a:ext uri="{FF2B5EF4-FFF2-40B4-BE49-F238E27FC236}">
                    <a16:creationId xmlns:a16="http://schemas.microsoft.com/office/drawing/2014/main" id="{1B9B5257-99A4-D832-B90E-82F6F91BD521}"/>
                  </a:ext>
                </a:extLst>
              </p:cNvPr>
              <p:cNvSpPr/>
              <p:nvPr/>
            </p:nvSpPr>
            <p:spPr>
              <a:xfrm>
                <a:off x="0" y="0"/>
                <a:ext cx="2441105" cy="197645"/>
              </a:xfrm>
              <a:custGeom>
                <a:avLst/>
                <a:gdLst/>
                <a:ahLst/>
                <a:cxnLst/>
                <a:rect l="l" t="t" r="r" b="b"/>
                <a:pathLst>
                  <a:path w="2441105" h="197645">
                    <a:moveTo>
                      <a:pt x="12745" y="0"/>
                    </a:moveTo>
                    <a:lnTo>
                      <a:pt x="2428360" y="0"/>
                    </a:lnTo>
                    <a:cubicBezTo>
                      <a:pt x="2431740" y="0"/>
                      <a:pt x="2434982" y="1343"/>
                      <a:pt x="2437372" y="3733"/>
                    </a:cubicBezTo>
                    <a:cubicBezTo>
                      <a:pt x="2439763" y="6123"/>
                      <a:pt x="2441105" y="9365"/>
                      <a:pt x="2441105" y="12745"/>
                    </a:cubicBezTo>
                    <a:lnTo>
                      <a:pt x="2441105" y="184899"/>
                    </a:lnTo>
                    <a:cubicBezTo>
                      <a:pt x="2441105" y="188280"/>
                      <a:pt x="2439763" y="191522"/>
                      <a:pt x="2437372" y="193912"/>
                    </a:cubicBezTo>
                    <a:cubicBezTo>
                      <a:pt x="2434982" y="196302"/>
                      <a:pt x="2431740" y="197645"/>
                      <a:pt x="2428360" y="197645"/>
                    </a:cubicBezTo>
                    <a:lnTo>
                      <a:pt x="12745" y="197645"/>
                    </a:lnTo>
                    <a:cubicBezTo>
                      <a:pt x="9365" y="197645"/>
                      <a:pt x="6123" y="196302"/>
                      <a:pt x="3733" y="193912"/>
                    </a:cubicBezTo>
                    <a:cubicBezTo>
                      <a:pt x="1343" y="191522"/>
                      <a:pt x="0" y="188280"/>
                      <a:pt x="0" y="184899"/>
                    </a:cubicBezTo>
                    <a:lnTo>
                      <a:pt x="0" y="12745"/>
                    </a:lnTo>
                    <a:cubicBezTo>
                      <a:pt x="0" y="9365"/>
                      <a:pt x="1343" y="6123"/>
                      <a:pt x="3733" y="3733"/>
                    </a:cubicBezTo>
                    <a:cubicBezTo>
                      <a:pt x="6123" y="1343"/>
                      <a:pt x="9365" y="0"/>
                      <a:pt x="12745" y="0"/>
                    </a:cubicBezTo>
                    <a:close/>
                  </a:path>
                </a:pathLst>
              </a:custGeom>
              <a:solidFill>
                <a:srgbClr val="0F0E0E"/>
              </a:solidFill>
              <a:ln w="38100" cap="rnd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47" name="TextBox 54">
                <a:extLst>
                  <a:ext uri="{FF2B5EF4-FFF2-40B4-BE49-F238E27FC236}">
                    <a16:creationId xmlns:a16="http://schemas.microsoft.com/office/drawing/2014/main" id="{D3CCA745-7461-17EE-682A-C86A72774178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2441105" cy="21669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sp>
          <p:nvSpPr>
            <p:cNvPr id="44" name="TextBox 55">
              <a:extLst>
                <a:ext uri="{FF2B5EF4-FFF2-40B4-BE49-F238E27FC236}">
                  <a16:creationId xmlns:a16="http://schemas.microsoft.com/office/drawing/2014/main" id="{7020A7C4-F44F-33CD-FE35-182B4C81DDE2}"/>
                </a:ext>
              </a:extLst>
            </p:cNvPr>
            <p:cNvSpPr txBox="1"/>
            <p:nvPr/>
          </p:nvSpPr>
          <p:spPr>
            <a:xfrm>
              <a:off x="1638409" y="193498"/>
              <a:ext cx="10963949" cy="6731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4199"/>
                </a:lnSpc>
              </a:pPr>
              <a:endParaRPr/>
            </a:p>
          </p:txBody>
        </p:sp>
        <p:sp>
          <p:nvSpPr>
            <p:cNvPr id="45" name="TextBox 56">
              <a:extLst>
                <a:ext uri="{FF2B5EF4-FFF2-40B4-BE49-F238E27FC236}">
                  <a16:creationId xmlns:a16="http://schemas.microsoft.com/office/drawing/2014/main" id="{5A37342B-D291-1395-C522-FE0BF0A86CFB}"/>
                </a:ext>
              </a:extLst>
            </p:cNvPr>
            <p:cNvSpPr txBox="1"/>
            <p:nvPr/>
          </p:nvSpPr>
          <p:spPr>
            <a:xfrm>
              <a:off x="397591" y="334903"/>
              <a:ext cx="15023179" cy="5509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3359"/>
                </a:lnSpc>
              </a:pPr>
              <a:r>
                <a:rPr lang="en-US" sz="2400" spc="-6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&gt; git switch -c feature/mi-</a:t>
              </a:r>
              <a:r>
                <a:rPr lang="en-US" sz="2400" spc="-64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rama</a:t>
              </a:r>
              <a:endParaRPr lang="en-US" sz="2400" spc="-64" dirty="0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54" name="Grupo 53">
            <a:extLst>
              <a:ext uri="{FF2B5EF4-FFF2-40B4-BE49-F238E27FC236}">
                <a16:creationId xmlns:a16="http://schemas.microsoft.com/office/drawing/2014/main" id="{3701BFD7-F6AF-DCDF-4338-3E2D3EDFB054}"/>
              </a:ext>
            </a:extLst>
          </p:cNvPr>
          <p:cNvGrpSpPr/>
          <p:nvPr/>
        </p:nvGrpSpPr>
        <p:grpSpPr>
          <a:xfrm>
            <a:off x="-228601" y="-478361"/>
            <a:ext cx="2905050" cy="1476032"/>
            <a:chOff x="-228601" y="-478361"/>
            <a:chExt cx="2905050" cy="1476032"/>
          </a:xfrm>
        </p:grpSpPr>
        <p:grpSp>
          <p:nvGrpSpPr>
            <p:cNvPr id="55" name="Group 10">
              <a:extLst>
                <a:ext uri="{FF2B5EF4-FFF2-40B4-BE49-F238E27FC236}">
                  <a16:creationId xmlns:a16="http://schemas.microsoft.com/office/drawing/2014/main" id="{F8605C2F-E22B-DCF3-646B-8B60BDA051E6}"/>
                </a:ext>
              </a:extLst>
            </p:cNvPr>
            <p:cNvGrpSpPr/>
            <p:nvPr/>
          </p:nvGrpSpPr>
          <p:grpSpPr>
            <a:xfrm>
              <a:off x="-228601" y="-478361"/>
              <a:ext cx="2905050" cy="1221311"/>
              <a:chOff x="0" y="0"/>
              <a:chExt cx="1355852" cy="720510"/>
            </a:xfrm>
          </p:grpSpPr>
          <p:sp>
            <p:nvSpPr>
              <p:cNvPr id="58" name="Freeform 11">
                <a:extLst>
                  <a:ext uri="{FF2B5EF4-FFF2-40B4-BE49-F238E27FC236}">
                    <a16:creationId xmlns:a16="http://schemas.microsoft.com/office/drawing/2014/main" id="{6A3D9700-EF56-85F7-7D0B-8706E134A627}"/>
                  </a:ext>
                </a:extLst>
              </p:cNvPr>
              <p:cNvSpPr/>
              <p:nvPr/>
            </p:nvSpPr>
            <p:spPr>
              <a:xfrm>
                <a:off x="0" y="0"/>
                <a:ext cx="1355852" cy="720510"/>
              </a:xfrm>
              <a:custGeom>
                <a:avLst/>
                <a:gdLst/>
                <a:ahLst/>
                <a:cxnLst/>
                <a:rect l="l" t="t" r="r" b="b"/>
                <a:pathLst>
                  <a:path w="1355852" h="720510">
                    <a:moveTo>
                      <a:pt x="150387" y="0"/>
                    </a:moveTo>
                    <a:lnTo>
                      <a:pt x="1205465" y="0"/>
                    </a:lnTo>
                    <a:cubicBezTo>
                      <a:pt x="1245350" y="0"/>
                      <a:pt x="1283602" y="15844"/>
                      <a:pt x="1311805" y="44047"/>
                    </a:cubicBezTo>
                    <a:cubicBezTo>
                      <a:pt x="1340008" y="72250"/>
                      <a:pt x="1355852" y="110502"/>
                      <a:pt x="1355852" y="150387"/>
                    </a:cubicBezTo>
                    <a:lnTo>
                      <a:pt x="1355852" y="570123"/>
                    </a:lnTo>
                    <a:cubicBezTo>
                      <a:pt x="1355852" y="653179"/>
                      <a:pt x="1288522" y="720510"/>
                      <a:pt x="1205465" y="720510"/>
                    </a:cubicBezTo>
                    <a:lnTo>
                      <a:pt x="150387" y="720510"/>
                    </a:lnTo>
                    <a:cubicBezTo>
                      <a:pt x="67331" y="720510"/>
                      <a:pt x="0" y="653179"/>
                      <a:pt x="0" y="570123"/>
                    </a:cubicBezTo>
                    <a:lnTo>
                      <a:pt x="0" y="150387"/>
                    </a:lnTo>
                    <a:cubicBezTo>
                      <a:pt x="0" y="67331"/>
                      <a:pt x="67331" y="0"/>
                      <a:pt x="150387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59" name="TextBox 12">
                <a:extLst>
                  <a:ext uri="{FF2B5EF4-FFF2-40B4-BE49-F238E27FC236}">
                    <a16:creationId xmlns:a16="http://schemas.microsoft.com/office/drawing/2014/main" id="{A8AF7575-4C64-B7A1-5251-77D142C2340D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5852" cy="739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pic>
          <p:nvPicPr>
            <p:cNvPr id="57" name="Imagen 56">
              <a:extLst>
                <a:ext uri="{FF2B5EF4-FFF2-40B4-BE49-F238E27FC236}">
                  <a16:creationId xmlns:a16="http://schemas.microsoft.com/office/drawing/2014/main" id="{836C96EF-85E0-20FA-FD39-A4FC3809C86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1" y="-375754"/>
              <a:ext cx="1373425" cy="13734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23824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6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47222E-6 3.20988E-6 L 0.15295 -0.16297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648" y="-814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4F02C4-A29E-0DF0-285E-D8473761C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747B55D-29B0-3660-6D5A-23AD8D85D848}"/>
              </a:ext>
            </a:extLst>
          </p:cNvPr>
          <p:cNvSpPr/>
          <p:nvPr/>
        </p:nvSpPr>
        <p:spPr>
          <a:xfrm>
            <a:off x="-20335" y="0"/>
            <a:ext cx="18308335" cy="10268856"/>
          </a:xfrm>
          <a:custGeom>
            <a:avLst/>
            <a:gdLst/>
            <a:ahLst/>
            <a:cxnLst/>
            <a:rect l="l" t="t" r="r" b="b"/>
            <a:pathLst>
              <a:path w="18308335" h="10268856">
                <a:moveTo>
                  <a:pt x="0" y="0"/>
                </a:moveTo>
                <a:lnTo>
                  <a:pt x="18308335" y="0"/>
                </a:lnTo>
                <a:lnTo>
                  <a:pt x="18308335" y="10268856"/>
                </a:lnTo>
                <a:lnTo>
                  <a:pt x="0" y="10268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</a:blip>
            <a:stretch>
              <a:fillRect t="-15203" r="-7382" b="-12430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6CB920CD-E1F7-1BD2-6EEA-85B997B6D718}"/>
              </a:ext>
            </a:extLst>
          </p:cNvPr>
          <p:cNvSpPr/>
          <p:nvPr/>
        </p:nvSpPr>
        <p:spPr>
          <a:xfrm>
            <a:off x="15382950" y="-454626"/>
            <a:ext cx="2905050" cy="4827122"/>
          </a:xfrm>
          <a:custGeom>
            <a:avLst/>
            <a:gdLst/>
            <a:ahLst/>
            <a:cxnLst/>
            <a:rect l="l" t="t" r="r" b="b"/>
            <a:pathLst>
              <a:path w="2905050" h="4827122">
                <a:moveTo>
                  <a:pt x="0" y="0"/>
                </a:moveTo>
                <a:lnTo>
                  <a:pt x="2905050" y="0"/>
                </a:lnTo>
                <a:lnTo>
                  <a:pt x="2905050" y="4827123"/>
                </a:lnTo>
                <a:lnTo>
                  <a:pt x="0" y="48271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C1B6C9F1-D922-695A-2342-5B788A03B8FD}"/>
              </a:ext>
            </a:extLst>
          </p:cNvPr>
          <p:cNvSpPr/>
          <p:nvPr/>
        </p:nvSpPr>
        <p:spPr>
          <a:xfrm>
            <a:off x="15382950" y="634629"/>
            <a:ext cx="2905050" cy="4827122"/>
          </a:xfrm>
          <a:custGeom>
            <a:avLst/>
            <a:gdLst/>
            <a:ahLst/>
            <a:cxnLst/>
            <a:rect l="l" t="t" r="r" b="b"/>
            <a:pathLst>
              <a:path w="2905050" h="4827122">
                <a:moveTo>
                  <a:pt x="0" y="0"/>
                </a:moveTo>
                <a:lnTo>
                  <a:pt x="2905050" y="0"/>
                </a:lnTo>
                <a:lnTo>
                  <a:pt x="2905050" y="4827122"/>
                </a:lnTo>
                <a:lnTo>
                  <a:pt x="0" y="48271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BEBAB9C5-C9E3-3283-844A-81D166B24019}"/>
              </a:ext>
            </a:extLst>
          </p:cNvPr>
          <p:cNvSpPr/>
          <p:nvPr/>
        </p:nvSpPr>
        <p:spPr>
          <a:xfrm flipH="1">
            <a:off x="15754" y="0"/>
            <a:ext cx="2905050" cy="4827122"/>
          </a:xfrm>
          <a:custGeom>
            <a:avLst/>
            <a:gdLst/>
            <a:ahLst/>
            <a:cxnLst/>
            <a:rect l="l" t="t" r="r" b="b"/>
            <a:pathLst>
              <a:path w="2905050" h="4827122">
                <a:moveTo>
                  <a:pt x="2905050" y="0"/>
                </a:moveTo>
                <a:lnTo>
                  <a:pt x="0" y="0"/>
                </a:lnTo>
                <a:lnTo>
                  <a:pt x="0" y="4827122"/>
                </a:lnTo>
                <a:lnTo>
                  <a:pt x="2905050" y="4827122"/>
                </a:lnTo>
                <a:lnTo>
                  <a:pt x="290505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1DDA6A3B-F25E-F3DA-12DC-314F17C406E2}"/>
              </a:ext>
            </a:extLst>
          </p:cNvPr>
          <p:cNvSpPr/>
          <p:nvPr/>
        </p:nvSpPr>
        <p:spPr>
          <a:xfrm flipH="1">
            <a:off x="15754" y="1167173"/>
            <a:ext cx="2905050" cy="4827122"/>
          </a:xfrm>
          <a:custGeom>
            <a:avLst/>
            <a:gdLst/>
            <a:ahLst/>
            <a:cxnLst/>
            <a:rect l="l" t="t" r="r" b="b"/>
            <a:pathLst>
              <a:path w="2905050" h="4827122">
                <a:moveTo>
                  <a:pt x="2905050" y="0"/>
                </a:moveTo>
                <a:lnTo>
                  <a:pt x="0" y="0"/>
                </a:lnTo>
                <a:lnTo>
                  <a:pt x="0" y="4827123"/>
                </a:lnTo>
                <a:lnTo>
                  <a:pt x="2905050" y="4827123"/>
                </a:lnTo>
                <a:lnTo>
                  <a:pt x="290505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9C5A67FB-2289-7EEA-1762-A562B9DFF5B3}"/>
              </a:ext>
            </a:extLst>
          </p:cNvPr>
          <p:cNvGrpSpPr/>
          <p:nvPr/>
        </p:nvGrpSpPr>
        <p:grpSpPr>
          <a:xfrm>
            <a:off x="2920804" y="1349508"/>
            <a:ext cx="5714206" cy="3061070"/>
            <a:chOff x="0" y="0"/>
            <a:chExt cx="1504976" cy="806208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4B395241-F702-DF5B-D6DC-47A570A7CA92}"/>
                </a:ext>
              </a:extLst>
            </p:cNvPr>
            <p:cNvSpPr/>
            <p:nvPr/>
          </p:nvSpPr>
          <p:spPr>
            <a:xfrm>
              <a:off x="0" y="0"/>
              <a:ext cx="1504976" cy="806208"/>
            </a:xfrm>
            <a:custGeom>
              <a:avLst/>
              <a:gdLst/>
              <a:ahLst/>
              <a:cxnLst/>
              <a:rect l="l" t="t" r="r" b="b"/>
              <a:pathLst>
                <a:path w="1504976" h="806208">
                  <a:moveTo>
                    <a:pt x="135485" y="0"/>
                  </a:moveTo>
                  <a:lnTo>
                    <a:pt x="1369491" y="0"/>
                  </a:lnTo>
                  <a:cubicBezTo>
                    <a:pt x="1405424" y="0"/>
                    <a:pt x="1439885" y="14274"/>
                    <a:pt x="1465293" y="39683"/>
                  </a:cubicBezTo>
                  <a:cubicBezTo>
                    <a:pt x="1490702" y="65091"/>
                    <a:pt x="1504976" y="99552"/>
                    <a:pt x="1504976" y="135485"/>
                  </a:cubicBezTo>
                  <a:lnTo>
                    <a:pt x="1504976" y="670722"/>
                  </a:lnTo>
                  <a:cubicBezTo>
                    <a:pt x="1504976" y="706655"/>
                    <a:pt x="1490702" y="741117"/>
                    <a:pt x="1465293" y="766525"/>
                  </a:cubicBezTo>
                  <a:cubicBezTo>
                    <a:pt x="1439885" y="791934"/>
                    <a:pt x="1405424" y="806208"/>
                    <a:pt x="1369491" y="806208"/>
                  </a:cubicBezTo>
                  <a:lnTo>
                    <a:pt x="135485" y="806208"/>
                  </a:lnTo>
                  <a:cubicBezTo>
                    <a:pt x="99552" y="806208"/>
                    <a:pt x="65091" y="791934"/>
                    <a:pt x="39683" y="766525"/>
                  </a:cubicBezTo>
                  <a:cubicBezTo>
                    <a:pt x="14274" y="741117"/>
                    <a:pt x="0" y="706655"/>
                    <a:pt x="0" y="670722"/>
                  </a:cubicBezTo>
                  <a:lnTo>
                    <a:pt x="0" y="135485"/>
                  </a:lnTo>
                  <a:cubicBezTo>
                    <a:pt x="0" y="99552"/>
                    <a:pt x="14274" y="65091"/>
                    <a:pt x="39683" y="39683"/>
                  </a:cubicBezTo>
                  <a:cubicBezTo>
                    <a:pt x="65091" y="14274"/>
                    <a:pt x="99552" y="0"/>
                    <a:pt x="135485" y="0"/>
                  </a:cubicBez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A1AC310F-7D42-B8DE-A91A-CCC66E806BD2}"/>
                </a:ext>
              </a:extLst>
            </p:cNvPr>
            <p:cNvSpPr txBox="1"/>
            <p:nvPr/>
          </p:nvSpPr>
          <p:spPr>
            <a:xfrm>
              <a:off x="0" y="-19050"/>
              <a:ext cx="1504976" cy="8252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3B7C3690-0D77-B363-1EAE-4026D02FFA91}"/>
              </a:ext>
            </a:extLst>
          </p:cNvPr>
          <p:cNvGrpSpPr/>
          <p:nvPr/>
        </p:nvGrpSpPr>
        <p:grpSpPr>
          <a:xfrm>
            <a:off x="10234949" y="6571869"/>
            <a:ext cx="5148001" cy="2735686"/>
            <a:chOff x="0" y="0"/>
            <a:chExt cx="1355852" cy="720510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D631EB0A-8338-E342-46EB-01F36A3D0F9B}"/>
                </a:ext>
              </a:extLst>
            </p:cNvPr>
            <p:cNvSpPr/>
            <p:nvPr/>
          </p:nvSpPr>
          <p:spPr>
            <a:xfrm>
              <a:off x="0" y="0"/>
              <a:ext cx="1355852" cy="720510"/>
            </a:xfrm>
            <a:custGeom>
              <a:avLst/>
              <a:gdLst/>
              <a:ahLst/>
              <a:cxnLst/>
              <a:rect l="l" t="t" r="r" b="b"/>
              <a:pathLst>
                <a:path w="1355852" h="720510">
                  <a:moveTo>
                    <a:pt x="150387" y="0"/>
                  </a:moveTo>
                  <a:lnTo>
                    <a:pt x="1205465" y="0"/>
                  </a:lnTo>
                  <a:cubicBezTo>
                    <a:pt x="1245350" y="0"/>
                    <a:pt x="1283602" y="15844"/>
                    <a:pt x="1311805" y="44047"/>
                  </a:cubicBezTo>
                  <a:cubicBezTo>
                    <a:pt x="1340008" y="72250"/>
                    <a:pt x="1355852" y="110502"/>
                    <a:pt x="1355852" y="150387"/>
                  </a:cubicBezTo>
                  <a:lnTo>
                    <a:pt x="1355852" y="570123"/>
                  </a:lnTo>
                  <a:cubicBezTo>
                    <a:pt x="1355852" y="653179"/>
                    <a:pt x="1288522" y="720510"/>
                    <a:pt x="1205465" y="720510"/>
                  </a:cubicBezTo>
                  <a:lnTo>
                    <a:pt x="150387" y="720510"/>
                  </a:lnTo>
                  <a:cubicBezTo>
                    <a:pt x="67331" y="720510"/>
                    <a:pt x="0" y="653179"/>
                    <a:pt x="0" y="570123"/>
                  </a:cubicBezTo>
                  <a:lnTo>
                    <a:pt x="0" y="150387"/>
                  </a:lnTo>
                  <a:cubicBezTo>
                    <a:pt x="0" y="67331"/>
                    <a:pt x="67331" y="0"/>
                    <a:pt x="150387" y="0"/>
                  </a:cubicBez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D6E5A759-CB12-E114-26A8-0D3A1888610F}"/>
                </a:ext>
              </a:extLst>
            </p:cNvPr>
            <p:cNvSpPr txBox="1"/>
            <p:nvPr/>
          </p:nvSpPr>
          <p:spPr>
            <a:xfrm>
              <a:off x="0" y="-19050"/>
              <a:ext cx="1355852" cy="7395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13" name="Freeform 13">
            <a:extLst>
              <a:ext uri="{FF2B5EF4-FFF2-40B4-BE49-F238E27FC236}">
                <a16:creationId xmlns:a16="http://schemas.microsoft.com/office/drawing/2014/main" id="{52A65C96-787B-87E7-93AA-DEB185F1C2F7}"/>
              </a:ext>
            </a:extLst>
          </p:cNvPr>
          <p:cNvSpPr/>
          <p:nvPr/>
        </p:nvSpPr>
        <p:spPr>
          <a:xfrm>
            <a:off x="3268790" y="1789947"/>
            <a:ext cx="2180194" cy="2180194"/>
          </a:xfrm>
          <a:custGeom>
            <a:avLst/>
            <a:gdLst/>
            <a:ahLst/>
            <a:cxnLst/>
            <a:rect l="l" t="t" r="r" b="b"/>
            <a:pathLst>
              <a:path w="2180194" h="2180194">
                <a:moveTo>
                  <a:pt x="0" y="0"/>
                </a:moveTo>
                <a:lnTo>
                  <a:pt x="2180194" y="0"/>
                </a:lnTo>
                <a:lnTo>
                  <a:pt x="2180194" y="2180193"/>
                </a:lnTo>
                <a:lnTo>
                  <a:pt x="0" y="21801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5C7921EB-F878-D052-0033-3936D80EC3C5}"/>
              </a:ext>
            </a:extLst>
          </p:cNvPr>
          <p:cNvSpPr/>
          <p:nvPr/>
        </p:nvSpPr>
        <p:spPr>
          <a:xfrm>
            <a:off x="13665684" y="7320164"/>
            <a:ext cx="1266733" cy="1239096"/>
          </a:xfrm>
          <a:custGeom>
            <a:avLst/>
            <a:gdLst/>
            <a:ahLst/>
            <a:cxnLst/>
            <a:rect l="l" t="t" r="r" b="b"/>
            <a:pathLst>
              <a:path w="1266733" h="1239096">
                <a:moveTo>
                  <a:pt x="0" y="0"/>
                </a:moveTo>
                <a:lnTo>
                  <a:pt x="1266733" y="0"/>
                </a:lnTo>
                <a:lnTo>
                  <a:pt x="1266733" y="1239096"/>
                </a:lnTo>
                <a:lnTo>
                  <a:pt x="0" y="12390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47057F4E-3882-D08B-7AA1-2B000BC138F5}"/>
              </a:ext>
            </a:extLst>
          </p:cNvPr>
          <p:cNvSpPr txBox="1"/>
          <p:nvPr/>
        </p:nvSpPr>
        <p:spPr>
          <a:xfrm>
            <a:off x="5214928" y="805223"/>
            <a:ext cx="3420082" cy="3242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34"/>
              </a:lnSpc>
            </a:pPr>
            <a:r>
              <a:rPr lang="en-US" sz="18953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git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7EB8952D-37F2-06D2-6285-D037B68305B9}"/>
              </a:ext>
            </a:extLst>
          </p:cNvPr>
          <p:cNvSpPr txBox="1"/>
          <p:nvPr/>
        </p:nvSpPr>
        <p:spPr>
          <a:xfrm>
            <a:off x="6668475" y="4457583"/>
            <a:ext cx="4930715" cy="19523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100"/>
              </a:lnSpc>
            </a:pPr>
            <a:r>
              <a:rPr lang="en-US" sz="10785" b="1" dirty="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DESDE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2E3CC4A5-CFD8-48AB-3926-70198852C219}"/>
              </a:ext>
            </a:extLst>
          </p:cNvPr>
          <p:cNvSpPr txBox="1"/>
          <p:nvPr/>
        </p:nvSpPr>
        <p:spPr>
          <a:xfrm>
            <a:off x="10660452" y="6867909"/>
            <a:ext cx="4722498" cy="1924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726"/>
              </a:lnSpc>
            </a:pPr>
            <a:r>
              <a:rPr lang="en-US" sz="11232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CER</a:t>
            </a:r>
          </a:p>
        </p:txBody>
      </p:sp>
      <p:grpSp>
        <p:nvGrpSpPr>
          <p:cNvPr id="29" name="Group 10">
            <a:extLst>
              <a:ext uri="{FF2B5EF4-FFF2-40B4-BE49-F238E27FC236}">
                <a16:creationId xmlns:a16="http://schemas.microsoft.com/office/drawing/2014/main" id="{BE251E03-4EBD-12FC-451C-37AF9234F19A}"/>
              </a:ext>
            </a:extLst>
          </p:cNvPr>
          <p:cNvGrpSpPr/>
          <p:nvPr/>
        </p:nvGrpSpPr>
        <p:grpSpPr>
          <a:xfrm>
            <a:off x="-228601" y="8792440"/>
            <a:ext cx="2905050" cy="1773321"/>
            <a:chOff x="0" y="0"/>
            <a:chExt cx="1355852" cy="720510"/>
          </a:xfrm>
        </p:grpSpPr>
        <p:sp>
          <p:nvSpPr>
            <p:cNvPr id="30" name="Freeform 11">
              <a:extLst>
                <a:ext uri="{FF2B5EF4-FFF2-40B4-BE49-F238E27FC236}">
                  <a16:creationId xmlns:a16="http://schemas.microsoft.com/office/drawing/2014/main" id="{2EF223D0-1E1F-DBCF-758B-D79CC002D019}"/>
                </a:ext>
              </a:extLst>
            </p:cNvPr>
            <p:cNvSpPr/>
            <p:nvPr/>
          </p:nvSpPr>
          <p:spPr>
            <a:xfrm>
              <a:off x="0" y="0"/>
              <a:ext cx="1355852" cy="720510"/>
            </a:xfrm>
            <a:custGeom>
              <a:avLst/>
              <a:gdLst/>
              <a:ahLst/>
              <a:cxnLst/>
              <a:rect l="l" t="t" r="r" b="b"/>
              <a:pathLst>
                <a:path w="1355852" h="720510">
                  <a:moveTo>
                    <a:pt x="150387" y="0"/>
                  </a:moveTo>
                  <a:lnTo>
                    <a:pt x="1205465" y="0"/>
                  </a:lnTo>
                  <a:cubicBezTo>
                    <a:pt x="1245350" y="0"/>
                    <a:pt x="1283602" y="15844"/>
                    <a:pt x="1311805" y="44047"/>
                  </a:cubicBezTo>
                  <a:cubicBezTo>
                    <a:pt x="1340008" y="72250"/>
                    <a:pt x="1355852" y="110502"/>
                    <a:pt x="1355852" y="150387"/>
                  </a:cubicBezTo>
                  <a:lnTo>
                    <a:pt x="1355852" y="570123"/>
                  </a:lnTo>
                  <a:cubicBezTo>
                    <a:pt x="1355852" y="653179"/>
                    <a:pt x="1288522" y="720510"/>
                    <a:pt x="1205465" y="720510"/>
                  </a:cubicBezTo>
                  <a:lnTo>
                    <a:pt x="150387" y="720510"/>
                  </a:lnTo>
                  <a:cubicBezTo>
                    <a:pt x="67331" y="720510"/>
                    <a:pt x="0" y="653179"/>
                    <a:pt x="0" y="570123"/>
                  </a:cubicBezTo>
                  <a:lnTo>
                    <a:pt x="0" y="150387"/>
                  </a:lnTo>
                  <a:cubicBezTo>
                    <a:pt x="0" y="67331"/>
                    <a:pt x="67331" y="0"/>
                    <a:pt x="150387" y="0"/>
                  </a:cubicBezTo>
                  <a:close/>
                </a:path>
              </a:pathLst>
            </a:custGeom>
            <a:solidFill>
              <a:schemeClr val="bg1"/>
            </a:solidFill>
          </p:spPr>
          <p:txBody>
            <a:bodyPr/>
            <a:lstStyle/>
            <a:p>
              <a:endParaRPr lang="es-MX" dirty="0"/>
            </a:p>
          </p:txBody>
        </p:sp>
        <p:sp>
          <p:nvSpPr>
            <p:cNvPr id="31" name="TextBox 12">
              <a:extLst>
                <a:ext uri="{FF2B5EF4-FFF2-40B4-BE49-F238E27FC236}">
                  <a16:creationId xmlns:a16="http://schemas.microsoft.com/office/drawing/2014/main" id="{F38AD181-31C5-A8C5-A681-B1A94FFE3167}"/>
                </a:ext>
              </a:extLst>
            </p:cNvPr>
            <p:cNvSpPr txBox="1"/>
            <p:nvPr/>
          </p:nvSpPr>
          <p:spPr>
            <a:xfrm>
              <a:off x="0" y="-19050"/>
              <a:ext cx="1355852" cy="7395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pic>
        <p:nvPicPr>
          <p:cNvPr id="19" name="Imagen 18">
            <a:extLst>
              <a:ext uri="{FF2B5EF4-FFF2-40B4-BE49-F238E27FC236}">
                <a16:creationId xmlns:a16="http://schemas.microsoft.com/office/drawing/2014/main" id="{0CB89414-C9D3-DB45-9FDF-199B34526A2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077" y="8559260"/>
            <a:ext cx="1901694" cy="1901694"/>
          </a:xfrm>
          <a:prstGeom prst="rect">
            <a:avLst/>
          </a:prstGeom>
        </p:spPr>
      </p:pic>
      <p:sp>
        <p:nvSpPr>
          <p:cNvPr id="20" name="TextBox 16">
            <a:extLst>
              <a:ext uri="{FF2B5EF4-FFF2-40B4-BE49-F238E27FC236}">
                <a16:creationId xmlns:a16="http://schemas.microsoft.com/office/drawing/2014/main" id="{C745A778-80F4-EDE3-91F5-A860CC7E1E71}"/>
              </a:ext>
            </a:extLst>
          </p:cNvPr>
          <p:cNvSpPr txBox="1"/>
          <p:nvPr/>
        </p:nvSpPr>
        <p:spPr>
          <a:xfrm>
            <a:off x="1599625" y="8521160"/>
            <a:ext cx="3849359" cy="16103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5100"/>
              </a:lnSpc>
            </a:pPr>
            <a:r>
              <a:rPr lang="en-US" sz="4400" b="1" dirty="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Día 2</a:t>
            </a:r>
          </a:p>
        </p:txBody>
      </p:sp>
    </p:spTree>
    <p:extLst>
      <p:ext uri="{BB962C8B-B14F-4D97-AF65-F5344CB8AC3E}">
        <p14:creationId xmlns:p14="http://schemas.microsoft.com/office/powerpoint/2010/main" val="30801022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F75BCB-77D4-20FF-9411-7F552794B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53F78E7-E35C-DDA1-A129-5F45AE7EE290}"/>
              </a:ext>
            </a:extLst>
          </p:cNvPr>
          <p:cNvSpPr/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F8B8CD64-6A84-65F9-E7B2-4935CA3F8C90}"/>
              </a:ext>
            </a:extLst>
          </p:cNvPr>
          <p:cNvGrpSpPr/>
          <p:nvPr/>
        </p:nvGrpSpPr>
        <p:grpSpPr>
          <a:xfrm>
            <a:off x="-698849" y="9575651"/>
            <a:ext cx="19685699" cy="2666805"/>
            <a:chOff x="0" y="0"/>
            <a:chExt cx="5184711" cy="702368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76468CC3-1089-553D-3637-53FB696782AF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DCD43C3C-6279-1969-7499-D01393359B76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6E5E0956-24CC-3DFF-64F0-15CFC3724AA7}"/>
              </a:ext>
            </a:extLst>
          </p:cNvPr>
          <p:cNvSpPr/>
          <p:nvPr/>
        </p:nvSpPr>
        <p:spPr>
          <a:xfrm>
            <a:off x="15872392" y="2091327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8C9645FF-BCA7-7A45-B4B7-BE0D6FB1F4B0}"/>
              </a:ext>
            </a:extLst>
          </p:cNvPr>
          <p:cNvSpPr/>
          <p:nvPr/>
        </p:nvSpPr>
        <p:spPr>
          <a:xfrm>
            <a:off x="16901092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D23A3120-24F1-5F0C-4E67-194148035B4D}"/>
              </a:ext>
            </a:extLst>
          </p:cNvPr>
          <p:cNvSpPr/>
          <p:nvPr/>
        </p:nvSpPr>
        <p:spPr>
          <a:xfrm flipH="1">
            <a:off x="-1389129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C53F4B29-E438-9C51-02BF-0A5CE9E0E4C4}"/>
              </a:ext>
            </a:extLst>
          </p:cNvPr>
          <p:cNvSpPr/>
          <p:nvPr/>
        </p:nvSpPr>
        <p:spPr>
          <a:xfrm flipH="1">
            <a:off x="-360429" y="2459791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7658330F-C0D7-3805-AB71-DA509D670849}"/>
              </a:ext>
            </a:extLst>
          </p:cNvPr>
          <p:cNvGrpSpPr/>
          <p:nvPr/>
        </p:nvGrpSpPr>
        <p:grpSpPr>
          <a:xfrm>
            <a:off x="-2221" y="927183"/>
            <a:ext cx="4706728" cy="1723876"/>
            <a:chOff x="0" y="-26737"/>
            <a:chExt cx="1239632" cy="454025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04390120-92ED-8E61-0F7E-4C95B8767B69}"/>
                </a:ext>
              </a:extLst>
            </p:cNvPr>
            <p:cNvSpPr/>
            <p:nvPr/>
          </p:nvSpPr>
          <p:spPr>
            <a:xfrm>
              <a:off x="0" y="0"/>
              <a:ext cx="1239632" cy="406400"/>
            </a:xfrm>
            <a:custGeom>
              <a:avLst/>
              <a:gdLst/>
              <a:ahLst/>
              <a:cxnLst/>
              <a:rect l="l" t="t" r="r" b="b"/>
              <a:pathLst>
                <a:path w="1239632" h="406400">
                  <a:moveTo>
                    <a:pt x="1036432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1036432" y="406400"/>
                  </a:lnTo>
                  <a:lnTo>
                    <a:pt x="1239632" y="203200"/>
                  </a:lnTo>
                  <a:lnTo>
                    <a:pt x="1036432" y="0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38F1D59-B284-CA86-0832-ACBFB382B1D0}"/>
                </a:ext>
              </a:extLst>
            </p:cNvPr>
            <p:cNvSpPr txBox="1"/>
            <p:nvPr/>
          </p:nvSpPr>
          <p:spPr>
            <a:xfrm>
              <a:off x="0" y="-26737"/>
              <a:ext cx="1125332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418"/>
                </a:lnSpc>
              </a:pPr>
              <a:r>
                <a:rPr lang="en-US" sz="4200" spc="-231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&gt; git status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6B1F3327-B6BE-A720-B9A2-7D168B8D0274}"/>
              </a:ext>
            </a:extLst>
          </p:cNvPr>
          <p:cNvGrpSpPr/>
          <p:nvPr/>
        </p:nvGrpSpPr>
        <p:grpSpPr>
          <a:xfrm>
            <a:off x="-698849" y="-1923855"/>
            <a:ext cx="19685699" cy="2666805"/>
            <a:chOff x="0" y="0"/>
            <a:chExt cx="5184711" cy="702368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B0CF27B1-D099-A4AC-0D89-CAB14DF10A27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716BCDFD-2A6D-D507-05C4-294F27DC1834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35" name="TextBox 35">
            <a:extLst>
              <a:ext uri="{FF2B5EF4-FFF2-40B4-BE49-F238E27FC236}">
                <a16:creationId xmlns:a16="http://schemas.microsoft.com/office/drawing/2014/main" id="{1F0BDF93-BA42-D2EE-8421-6419169FF706}"/>
              </a:ext>
            </a:extLst>
          </p:cNvPr>
          <p:cNvSpPr txBox="1"/>
          <p:nvPr/>
        </p:nvSpPr>
        <p:spPr>
          <a:xfrm>
            <a:off x="5071158" y="1315235"/>
            <a:ext cx="12658371" cy="975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 un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comando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puramente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informativo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que no modifica ni borra nada en tus archivos; simplemente te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dice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el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estado actual 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 tu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proyecto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lang="en-US" sz="2799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9" name="TextBox 35">
            <a:extLst>
              <a:ext uri="{FF2B5EF4-FFF2-40B4-BE49-F238E27FC236}">
                <a16:creationId xmlns:a16="http://schemas.microsoft.com/office/drawing/2014/main" id="{F7BF15BD-8528-72CA-668F-750475E36B26}"/>
              </a:ext>
            </a:extLst>
          </p:cNvPr>
          <p:cNvSpPr txBox="1"/>
          <p:nvPr/>
        </p:nvSpPr>
        <p:spPr>
          <a:xfrm>
            <a:off x="1223213" y="3097333"/>
            <a:ext cx="12658371" cy="4755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Tenemos 3 estados fundamentales</a:t>
            </a:r>
            <a:endParaRPr lang="en-US" sz="2799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0" name="Group 13">
            <a:extLst>
              <a:ext uri="{FF2B5EF4-FFF2-40B4-BE49-F238E27FC236}">
                <a16:creationId xmlns:a16="http://schemas.microsoft.com/office/drawing/2014/main" id="{4CFD0A9E-47F6-8367-DE12-C109F9E54B32}"/>
              </a:ext>
            </a:extLst>
          </p:cNvPr>
          <p:cNvGrpSpPr/>
          <p:nvPr/>
        </p:nvGrpSpPr>
        <p:grpSpPr>
          <a:xfrm>
            <a:off x="783742" y="4376691"/>
            <a:ext cx="5183506" cy="3333626"/>
            <a:chOff x="0" y="0"/>
            <a:chExt cx="1351154" cy="731404"/>
          </a:xfrm>
        </p:grpSpPr>
        <p:sp>
          <p:nvSpPr>
            <p:cNvPr id="21" name="Freeform 14">
              <a:extLst>
                <a:ext uri="{FF2B5EF4-FFF2-40B4-BE49-F238E27FC236}">
                  <a16:creationId xmlns:a16="http://schemas.microsoft.com/office/drawing/2014/main" id="{F500A552-32B2-F170-9C40-D0BAF6214C3B}"/>
                </a:ext>
              </a:extLst>
            </p:cNvPr>
            <p:cNvSpPr/>
            <p:nvPr/>
          </p:nvSpPr>
          <p:spPr>
            <a:xfrm>
              <a:off x="0" y="0"/>
              <a:ext cx="1351154" cy="731404"/>
            </a:xfrm>
            <a:custGeom>
              <a:avLst/>
              <a:gdLst/>
              <a:ahLst/>
              <a:cxnLst/>
              <a:rect l="l" t="t" r="r" b="b"/>
              <a:pathLst>
                <a:path w="1351154" h="731404">
                  <a:moveTo>
                    <a:pt x="23027" y="0"/>
                  </a:moveTo>
                  <a:lnTo>
                    <a:pt x="1328127" y="0"/>
                  </a:lnTo>
                  <a:cubicBezTo>
                    <a:pt x="1340845" y="0"/>
                    <a:pt x="1351154" y="10310"/>
                    <a:pt x="1351154" y="23027"/>
                  </a:cubicBezTo>
                  <a:lnTo>
                    <a:pt x="1351154" y="708377"/>
                  </a:lnTo>
                  <a:cubicBezTo>
                    <a:pt x="1351154" y="721094"/>
                    <a:pt x="1340845" y="731404"/>
                    <a:pt x="1328127" y="731404"/>
                  </a:cubicBezTo>
                  <a:lnTo>
                    <a:pt x="23027" y="731404"/>
                  </a:lnTo>
                  <a:cubicBezTo>
                    <a:pt x="10310" y="731404"/>
                    <a:pt x="0" y="721094"/>
                    <a:pt x="0" y="708377"/>
                  </a:cubicBezTo>
                  <a:lnTo>
                    <a:pt x="0" y="23027"/>
                  </a:lnTo>
                  <a:cubicBezTo>
                    <a:pt x="0" y="10310"/>
                    <a:pt x="10310" y="0"/>
                    <a:pt x="23027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B4B4B4"/>
              </a:solidFill>
              <a:prstDash val="solid"/>
              <a:round/>
            </a:ln>
          </p:spPr>
          <p:txBody>
            <a:bodyPr/>
            <a:lstStyle/>
            <a:p>
              <a:endParaRPr lang="es-MX" dirty="0"/>
            </a:p>
          </p:txBody>
        </p:sp>
        <p:sp>
          <p:nvSpPr>
            <p:cNvPr id="44" name="TextBox 15">
              <a:extLst>
                <a:ext uri="{FF2B5EF4-FFF2-40B4-BE49-F238E27FC236}">
                  <a16:creationId xmlns:a16="http://schemas.microsoft.com/office/drawing/2014/main" id="{8E8D78EA-4696-FCEE-7B74-5CC2CCA58597}"/>
                </a:ext>
              </a:extLst>
            </p:cNvPr>
            <p:cNvSpPr txBox="1"/>
            <p:nvPr/>
          </p:nvSpPr>
          <p:spPr>
            <a:xfrm>
              <a:off x="0" y="-19050"/>
              <a:ext cx="1351154" cy="7504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45" name="TextBox 16">
            <a:extLst>
              <a:ext uri="{FF2B5EF4-FFF2-40B4-BE49-F238E27FC236}">
                <a16:creationId xmlns:a16="http://schemas.microsoft.com/office/drawing/2014/main" id="{70CDE853-A7CD-486B-2AF1-6F3D7986E277}"/>
              </a:ext>
            </a:extLst>
          </p:cNvPr>
          <p:cNvSpPr txBox="1"/>
          <p:nvPr/>
        </p:nvSpPr>
        <p:spPr>
          <a:xfrm>
            <a:off x="969453" y="4477752"/>
            <a:ext cx="4769193" cy="5476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ctr">
              <a:lnSpc>
                <a:spcPts val="4479"/>
              </a:lnSpc>
            </a:pPr>
            <a:r>
              <a:rPr lang="en-US" sz="3199" b="1" spc="-86" dirty="0" err="1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Modificado</a:t>
            </a:r>
            <a:endParaRPr lang="en-US" sz="3199" b="1" spc="-86" dirty="0">
              <a:solidFill>
                <a:srgbClr val="FF31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5" name="TextBox 35">
            <a:extLst>
              <a:ext uri="{FF2B5EF4-FFF2-40B4-BE49-F238E27FC236}">
                <a16:creationId xmlns:a16="http://schemas.microsoft.com/office/drawing/2014/main" id="{AB19A292-EEAC-5087-85C2-43F75705D0B7}"/>
              </a:ext>
            </a:extLst>
          </p:cNvPr>
          <p:cNvSpPr txBox="1"/>
          <p:nvPr/>
        </p:nvSpPr>
        <p:spPr>
          <a:xfrm>
            <a:off x="1020530" y="5373311"/>
            <a:ext cx="4718117" cy="19759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El archivo se editó y guardó en el disco duro, pero Git aún no lo tiene preparado para registrarlo</a:t>
            </a:r>
            <a:endParaRPr lang="en-US" sz="2799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86" name="Group 13">
            <a:extLst>
              <a:ext uri="{FF2B5EF4-FFF2-40B4-BE49-F238E27FC236}">
                <a16:creationId xmlns:a16="http://schemas.microsoft.com/office/drawing/2014/main" id="{5D3DECF8-45BF-431E-7CF8-B0696A0716AE}"/>
              </a:ext>
            </a:extLst>
          </p:cNvPr>
          <p:cNvGrpSpPr/>
          <p:nvPr/>
        </p:nvGrpSpPr>
        <p:grpSpPr>
          <a:xfrm>
            <a:off x="6437495" y="4376691"/>
            <a:ext cx="5183506" cy="3333626"/>
            <a:chOff x="0" y="0"/>
            <a:chExt cx="1351154" cy="731404"/>
          </a:xfrm>
        </p:grpSpPr>
        <p:sp>
          <p:nvSpPr>
            <p:cNvPr id="87" name="Freeform 14">
              <a:extLst>
                <a:ext uri="{FF2B5EF4-FFF2-40B4-BE49-F238E27FC236}">
                  <a16:creationId xmlns:a16="http://schemas.microsoft.com/office/drawing/2014/main" id="{D94E0D78-3B68-3067-BE2C-20A76A61BB08}"/>
                </a:ext>
              </a:extLst>
            </p:cNvPr>
            <p:cNvSpPr/>
            <p:nvPr/>
          </p:nvSpPr>
          <p:spPr>
            <a:xfrm>
              <a:off x="0" y="0"/>
              <a:ext cx="1351154" cy="731404"/>
            </a:xfrm>
            <a:custGeom>
              <a:avLst/>
              <a:gdLst/>
              <a:ahLst/>
              <a:cxnLst/>
              <a:rect l="l" t="t" r="r" b="b"/>
              <a:pathLst>
                <a:path w="1351154" h="731404">
                  <a:moveTo>
                    <a:pt x="23027" y="0"/>
                  </a:moveTo>
                  <a:lnTo>
                    <a:pt x="1328127" y="0"/>
                  </a:lnTo>
                  <a:cubicBezTo>
                    <a:pt x="1340845" y="0"/>
                    <a:pt x="1351154" y="10310"/>
                    <a:pt x="1351154" y="23027"/>
                  </a:cubicBezTo>
                  <a:lnTo>
                    <a:pt x="1351154" y="708377"/>
                  </a:lnTo>
                  <a:cubicBezTo>
                    <a:pt x="1351154" y="721094"/>
                    <a:pt x="1340845" y="731404"/>
                    <a:pt x="1328127" y="731404"/>
                  </a:cubicBezTo>
                  <a:lnTo>
                    <a:pt x="23027" y="731404"/>
                  </a:lnTo>
                  <a:cubicBezTo>
                    <a:pt x="10310" y="731404"/>
                    <a:pt x="0" y="721094"/>
                    <a:pt x="0" y="708377"/>
                  </a:cubicBezTo>
                  <a:lnTo>
                    <a:pt x="0" y="23027"/>
                  </a:lnTo>
                  <a:cubicBezTo>
                    <a:pt x="0" y="10310"/>
                    <a:pt x="10310" y="0"/>
                    <a:pt x="23027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B4B4B4"/>
              </a:solidFill>
              <a:prstDash val="solid"/>
              <a:round/>
            </a:ln>
          </p:spPr>
          <p:txBody>
            <a:bodyPr/>
            <a:lstStyle/>
            <a:p>
              <a:endParaRPr lang="es-MX" dirty="0"/>
            </a:p>
          </p:txBody>
        </p:sp>
        <p:sp>
          <p:nvSpPr>
            <p:cNvPr id="88" name="TextBox 15">
              <a:extLst>
                <a:ext uri="{FF2B5EF4-FFF2-40B4-BE49-F238E27FC236}">
                  <a16:creationId xmlns:a16="http://schemas.microsoft.com/office/drawing/2014/main" id="{B291D9B4-993A-6586-756C-29342C68B3C8}"/>
                </a:ext>
              </a:extLst>
            </p:cNvPr>
            <p:cNvSpPr txBox="1"/>
            <p:nvPr/>
          </p:nvSpPr>
          <p:spPr>
            <a:xfrm>
              <a:off x="0" y="-19050"/>
              <a:ext cx="1351154" cy="7504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89" name="TextBox 16">
            <a:extLst>
              <a:ext uri="{FF2B5EF4-FFF2-40B4-BE49-F238E27FC236}">
                <a16:creationId xmlns:a16="http://schemas.microsoft.com/office/drawing/2014/main" id="{38829CBC-0C8D-52A8-C1AA-0F3631987813}"/>
              </a:ext>
            </a:extLst>
          </p:cNvPr>
          <p:cNvSpPr txBox="1"/>
          <p:nvPr/>
        </p:nvSpPr>
        <p:spPr>
          <a:xfrm>
            <a:off x="6623206" y="4477752"/>
            <a:ext cx="4769193" cy="5476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ctr">
              <a:lnSpc>
                <a:spcPts val="4479"/>
              </a:lnSpc>
            </a:pPr>
            <a:r>
              <a:rPr lang="en-US" sz="3199" b="1" spc="-86" dirty="0" err="1">
                <a:solidFill>
                  <a:srgbClr val="00B050"/>
                </a:solidFill>
                <a:latin typeface="Poppins"/>
                <a:ea typeface="Poppins"/>
                <a:cs typeface="Poppins"/>
                <a:sym typeface="Poppins"/>
              </a:rPr>
              <a:t>Preparado</a:t>
            </a:r>
            <a:endParaRPr lang="en-US" sz="3199" b="1" spc="-86" dirty="0">
              <a:solidFill>
                <a:srgbClr val="00B05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0" name="TextBox 35">
            <a:extLst>
              <a:ext uri="{FF2B5EF4-FFF2-40B4-BE49-F238E27FC236}">
                <a16:creationId xmlns:a16="http://schemas.microsoft.com/office/drawing/2014/main" id="{79949AD5-C7B2-0C22-841E-47A727511BB0}"/>
              </a:ext>
            </a:extLst>
          </p:cNvPr>
          <p:cNvSpPr txBox="1"/>
          <p:nvPr/>
        </p:nvSpPr>
        <p:spPr>
          <a:xfrm>
            <a:off x="6674283" y="5373311"/>
            <a:ext cx="4718117" cy="19759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>
              <a:lnSpc>
                <a:spcPts val="3919"/>
              </a:lnSpc>
            </a:pP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El archivo fue seleccionado, se encuentra en espera y listo para ser empaquetado y guardado</a:t>
            </a:r>
            <a:endParaRPr lang="en-US" sz="2799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94" name="Group 13">
            <a:extLst>
              <a:ext uri="{FF2B5EF4-FFF2-40B4-BE49-F238E27FC236}">
                <a16:creationId xmlns:a16="http://schemas.microsoft.com/office/drawing/2014/main" id="{64141B22-E64A-7BD0-7763-0F01B9FA22BB}"/>
              </a:ext>
            </a:extLst>
          </p:cNvPr>
          <p:cNvGrpSpPr/>
          <p:nvPr/>
        </p:nvGrpSpPr>
        <p:grpSpPr>
          <a:xfrm>
            <a:off x="12091248" y="4376691"/>
            <a:ext cx="5183506" cy="3333626"/>
            <a:chOff x="0" y="0"/>
            <a:chExt cx="1351154" cy="731404"/>
          </a:xfrm>
        </p:grpSpPr>
        <p:sp>
          <p:nvSpPr>
            <p:cNvPr id="97" name="Freeform 14">
              <a:extLst>
                <a:ext uri="{FF2B5EF4-FFF2-40B4-BE49-F238E27FC236}">
                  <a16:creationId xmlns:a16="http://schemas.microsoft.com/office/drawing/2014/main" id="{B449C41B-1191-2336-05DD-5070B0602685}"/>
                </a:ext>
              </a:extLst>
            </p:cNvPr>
            <p:cNvSpPr/>
            <p:nvPr/>
          </p:nvSpPr>
          <p:spPr>
            <a:xfrm>
              <a:off x="0" y="0"/>
              <a:ext cx="1351154" cy="731404"/>
            </a:xfrm>
            <a:custGeom>
              <a:avLst/>
              <a:gdLst/>
              <a:ahLst/>
              <a:cxnLst/>
              <a:rect l="l" t="t" r="r" b="b"/>
              <a:pathLst>
                <a:path w="1351154" h="731404">
                  <a:moveTo>
                    <a:pt x="23027" y="0"/>
                  </a:moveTo>
                  <a:lnTo>
                    <a:pt x="1328127" y="0"/>
                  </a:lnTo>
                  <a:cubicBezTo>
                    <a:pt x="1340845" y="0"/>
                    <a:pt x="1351154" y="10310"/>
                    <a:pt x="1351154" y="23027"/>
                  </a:cubicBezTo>
                  <a:lnTo>
                    <a:pt x="1351154" y="708377"/>
                  </a:lnTo>
                  <a:cubicBezTo>
                    <a:pt x="1351154" y="721094"/>
                    <a:pt x="1340845" y="731404"/>
                    <a:pt x="1328127" y="731404"/>
                  </a:cubicBezTo>
                  <a:lnTo>
                    <a:pt x="23027" y="731404"/>
                  </a:lnTo>
                  <a:cubicBezTo>
                    <a:pt x="10310" y="731404"/>
                    <a:pt x="0" y="721094"/>
                    <a:pt x="0" y="708377"/>
                  </a:cubicBezTo>
                  <a:lnTo>
                    <a:pt x="0" y="23027"/>
                  </a:lnTo>
                  <a:cubicBezTo>
                    <a:pt x="0" y="10310"/>
                    <a:pt x="10310" y="0"/>
                    <a:pt x="23027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B4B4B4"/>
              </a:solidFill>
              <a:prstDash val="solid"/>
              <a:round/>
            </a:ln>
          </p:spPr>
          <p:txBody>
            <a:bodyPr/>
            <a:lstStyle/>
            <a:p>
              <a:endParaRPr lang="es-MX" dirty="0"/>
            </a:p>
          </p:txBody>
        </p:sp>
        <p:sp>
          <p:nvSpPr>
            <p:cNvPr id="98" name="TextBox 15">
              <a:extLst>
                <a:ext uri="{FF2B5EF4-FFF2-40B4-BE49-F238E27FC236}">
                  <a16:creationId xmlns:a16="http://schemas.microsoft.com/office/drawing/2014/main" id="{E98DF524-D88A-0DB6-3FB1-F205E8E70D08}"/>
                </a:ext>
              </a:extLst>
            </p:cNvPr>
            <p:cNvSpPr txBox="1"/>
            <p:nvPr/>
          </p:nvSpPr>
          <p:spPr>
            <a:xfrm>
              <a:off x="0" y="-19050"/>
              <a:ext cx="1351154" cy="7504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95" name="TextBox 16">
            <a:extLst>
              <a:ext uri="{FF2B5EF4-FFF2-40B4-BE49-F238E27FC236}">
                <a16:creationId xmlns:a16="http://schemas.microsoft.com/office/drawing/2014/main" id="{57AC0CC0-66B3-8ED6-9132-82C9166F47B9}"/>
              </a:ext>
            </a:extLst>
          </p:cNvPr>
          <p:cNvSpPr txBox="1"/>
          <p:nvPr/>
        </p:nvSpPr>
        <p:spPr>
          <a:xfrm>
            <a:off x="12276959" y="4477752"/>
            <a:ext cx="4769193" cy="5476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ctr">
              <a:lnSpc>
                <a:spcPts val="4479"/>
              </a:lnSpc>
            </a:pPr>
            <a:r>
              <a:rPr lang="en-US" sz="3199" b="1" spc="-86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Guardado</a:t>
            </a:r>
          </a:p>
        </p:txBody>
      </p:sp>
      <p:sp>
        <p:nvSpPr>
          <p:cNvPr id="96" name="TextBox 35">
            <a:extLst>
              <a:ext uri="{FF2B5EF4-FFF2-40B4-BE49-F238E27FC236}">
                <a16:creationId xmlns:a16="http://schemas.microsoft.com/office/drawing/2014/main" id="{7DEE6AE3-785F-ACEA-D41D-F0AB1D15A15E}"/>
              </a:ext>
            </a:extLst>
          </p:cNvPr>
          <p:cNvSpPr txBox="1"/>
          <p:nvPr/>
        </p:nvSpPr>
        <p:spPr>
          <a:xfrm>
            <a:off x="12328036" y="5373311"/>
            <a:ext cx="4718117" cy="19759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>
              <a:lnSpc>
                <a:spcPts val="3919"/>
              </a:lnSpc>
            </a:pP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El cambio se confirmó y se registró de forma permanente en el historial local del proyecto.</a:t>
            </a:r>
            <a:endParaRPr lang="en-US" sz="2799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99" name="Grupo 98">
            <a:extLst>
              <a:ext uri="{FF2B5EF4-FFF2-40B4-BE49-F238E27FC236}">
                <a16:creationId xmlns:a16="http://schemas.microsoft.com/office/drawing/2014/main" id="{54BB3EB9-28A6-5F76-6E04-0C99675076FC}"/>
              </a:ext>
            </a:extLst>
          </p:cNvPr>
          <p:cNvGrpSpPr/>
          <p:nvPr/>
        </p:nvGrpSpPr>
        <p:grpSpPr>
          <a:xfrm>
            <a:off x="-228601" y="-478361"/>
            <a:ext cx="2905050" cy="1476032"/>
            <a:chOff x="-228601" y="-478361"/>
            <a:chExt cx="2905050" cy="1476032"/>
          </a:xfrm>
        </p:grpSpPr>
        <p:grpSp>
          <p:nvGrpSpPr>
            <p:cNvPr id="100" name="Group 10">
              <a:extLst>
                <a:ext uri="{FF2B5EF4-FFF2-40B4-BE49-F238E27FC236}">
                  <a16:creationId xmlns:a16="http://schemas.microsoft.com/office/drawing/2014/main" id="{277E8E50-66F3-DB0B-E5F4-E69459BCFC9A}"/>
                </a:ext>
              </a:extLst>
            </p:cNvPr>
            <p:cNvGrpSpPr/>
            <p:nvPr/>
          </p:nvGrpSpPr>
          <p:grpSpPr>
            <a:xfrm>
              <a:off x="-228601" y="-478361"/>
              <a:ext cx="2905050" cy="1221311"/>
              <a:chOff x="0" y="0"/>
              <a:chExt cx="1355852" cy="720510"/>
            </a:xfrm>
          </p:grpSpPr>
          <p:sp>
            <p:nvSpPr>
              <p:cNvPr id="102" name="Freeform 11">
                <a:extLst>
                  <a:ext uri="{FF2B5EF4-FFF2-40B4-BE49-F238E27FC236}">
                    <a16:creationId xmlns:a16="http://schemas.microsoft.com/office/drawing/2014/main" id="{C6C92593-0864-15EF-2868-C5F1716D590F}"/>
                  </a:ext>
                </a:extLst>
              </p:cNvPr>
              <p:cNvSpPr/>
              <p:nvPr/>
            </p:nvSpPr>
            <p:spPr>
              <a:xfrm>
                <a:off x="0" y="0"/>
                <a:ext cx="1355852" cy="720510"/>
              </a:xfrm>
              <a:custGeom>
                <a:avLst/>
                <a:gdLst/>
                <a:ahLst/>
                <a:cxnLst/>
                <a:rect l="l" t="t" r="r" b="b"/>
                <a:pathLst>
                  <a:path w="1355852" h="720510">
                    <a:moveTo>
                      <a:pt x="150387" y="0"/>
                    </a:moveTo>
                    <a:lnTo>
                      <a:pt x="1205465" y="0"/>
                    </a:lnTo>
                    <a:cubicBezTo>
                      <a:pt x="1245350" y="0"/>
                      <a:pt x="1283602" y="15844"/>
                      <a:pt x="1311805" y="44047"/>
                    </a:cubicBezTo>
                    <a:cubicBezTo>
                      <a:pt x="1340008" y="72250"/>
                      <a:pt x="1355852" y="110502"/>
                      <a:pt x="1355852" y="150387"/>
                    </a:cubicBezTo>
                    <a:lnTo>
                      <a:pt x="1355852" y="570123"/>
                    </a:lnTo>
                    <a:cubicBezTo>
                      <a:pt x="1355852" y="653179"/>
                      <a:pt x="1288522" y="720510"/>
                      <a:pt x="1205465" y="720510"/>
                    </a:cubicBezTo>
                    <a:lnTo>
                      <a:pt x="150387" y="720510"/>
                    </a:lnTo>
                    <a:cubicBezTo>
                      <a:pt x="67331" y="720510"/>
                      <a:pt x="0" y="653179"/>
                      <a:pt x="0" y="570123"/>
                    </a:cubicBezTo>
                    <a:lnTo>
                      <a:pt x="0" y="150387"/>
                    </a:lnTo>
                    <a:cubicBezTo>
                      <a:pt x="0" y="67331"/>
                      <a:pt x="67331" y="0"/>
                      <a:pt x="150387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103" name="TextBox 12">
                <a:extLst>
                  <a:ext uri="{FF2B5EF4-FFF2-40B4-BE49-F238E27FC236}">
                    <a16:creationId xmlns:a16="http://schemas.microsoft.com/office/drawing/2014/main" id="{FBEDEB95-C237-FF57-0B01-A8104F3A46F9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5852" cy="739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pic>
          <p:nvPicPr>
            <p:cNvPr id="101" name="Imagen 100">
              <a:extLst>
                <a:ext uri="{FF2B5EF4-FFF2-40B4-BE49-F238E27FC236}">
                  <a16:creationId xmlns:a16="http://schemas.microsoft.com/office/drawing/2014/main" id="{1DD0405A-9C86-FF79-AE1A-34AEB41A34F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1" y="-375754"/>
              <a:ext cx="1373425" cy="13734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96305312"/>
      </p:ext>
    </p:extLst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859298-CEFD-42D0-A1B1-4B41F176C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8306E93-0BA2-D11D-4EBB-6B62E67578AD}"/>
              </a:ext>
            </a:extLst>
          </p:cNvPr>
          <p:cNvSpPr/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959886C6-C84D-23CA-44BF-5C60E4475818}"/>
              </a:ext>
            </a:extLst>
          </p:cNvPr>
          <p:cNvGrpSpPr/>
          <p:nvPr/>
        </p:nvGrpSpPr>
        <p:grpSpPr>
          <a:xfrm>
            <a:off x="-698849" y="9575651"/>
            <a:ext cx="19685699" cy="2666805"/>
            <a:chOff x="0" y="0"/>
            <a:chExt cx="5184711" cy="702368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19B02B21-FFCA-9791-8759-1E8CF524E548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C9B573B8-EFF0-387C-17E6-42C4ABAE9402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EC72F95A-CC54-6569-C7B5-30A70D9D76B9}"/>
              </a:ext>
            </a:extLst>
          </p:cNvPr>
          <p:cNvSpPr/>
          <p:nvPr/>
        </p:nvSpPr>
        <p:spPr>
          <a:xfrm>
            <a:off x="15872392" y="2091327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855972B0-FC03-F968-9D3B-F863A7EB892E}"/>
              </a:ext>
            </a:extLst>
          </p:cNvPr>
          <p:cNvSpPr/>
          <p:nvPr/>
        </p:nvSpPr>
        <p:spPr>
          <a:xfrm>
            <a:off x="16901092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8E424431-D4AB-3E50-AA60-1E13F65506E3}"/>
              </a:ext>
            </a:extLst>
          </p:cNvPr>
          <p:cNvSpPr/>
          <p:nvPr/>
        </p:nvSpPr>
        <p:spPr>
          <a:xfrm flipH="1">
            <a:off x="-1389129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D316A7E8-7B2A-AA63-145E-5D9CB0760580}"/>
              </a:ext>
            </a:extLst>
          </p:cNvPr>
          <p:cNvSpPr/>
          <p:nvPr/>
        </p:nvSpPr>
        <p:spPr>
          <a:xfrm flipH="1">
            <a:off x="-360429" y="2459791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A6A0B94B-E590-CF09-ECEE-1ADF4F4B64BD}"/>
              </a:ext>
            </a:extLst>
          </p:cNvPr>
          <p:cNvGrpSpPr/>
          <p:nvPr/>
        </p:nvGrpSpPr>
        <p:grpSpPr>
          <a:xfrm>
            <a:off x="-2221" y="927183"/>
            <a:ext cx="4706728" cy="1723876"/>
            <a:chOff x="0" y="-26737"/>
            <a:chExt cx="1239632" cy="454025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D283A2F5-852A-5054-92E0-C7104B5A85F9}"/>
                </a:ext>
              </a:extLst>
            </p:cNvPr>
            <p:cNvSpPr/>
            <p:nvPr/>
          </p:nvSpPr>
          <p:spPr>
            <a:xfrm>
              <a:off x="0" y="0"/>
              <a:ext cx="1239632" cy="406400"/>
            </a:xfrm>
            <a:custGeom>
              <a:avLst/>
              <a:gdLst/>
              <a:ahLst/>
              <a:cxnLst/>
              <a:rect l="l" t="t" r="r" b="b"/>
              <a:pathLst>
                <a:path w="1239632" h="406400">
                  <a:moveTo>
                    <a:pt x="1036432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1036432" y="406400"/>
                  </a:lnTo>
                  <a:lnTo>
                    <a:pt x="1239632" y="203200"/>
                  </a:lnTo>
                  <a:lnTo>
                    <a:pt x="1036432" y="0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1C11BAC6-88BA-AB08-EB2B-F79DF288E1C5}"/>
                </a:ext>
              </a:extLst>
            </p:cNvPr>
            <p:cNvSpPr txBox="1"/>
            <p:nvPr/>
          </p:nvSpPr>
          <p:spPr>
            <a:xfrm>
              <a:off x="0" y="-26737"/>
              <a:ext cx="1125332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418"/>
                </a:lnSpc>
              </a:pPr>
              <a:r>
                <a:rPr lang="en-US" sz="4200" spc="-231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&gt; git status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5699D761-9443-CD5F-2B11-3172C6FD46F0}"/>
              </a:ext>
            </a:extLst>
          </p:cNvPr>
          <p:cNvGrpSpPr/>
          <p:nvPr/>
        </p:nvGrpSpPr>
        <p:grpSpPr>
          <a:xfrm>
            <a:off x="-698849" y="-1923855"/>
            <a:ext cx="19685699" cy="2666805"/>
            <a:chOff x="0" y="0"/>
            <a:chExt cx="5184711" cy="702368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8FB9CD1F-5E22-92BC-16E6-E8D397132033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EB03CCB6-CB4C-DB89-82D9-F67EC3E3CD24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35" name="TextBox 35">
            <a:extLst>
              <a:ext uri="{FF2B5EF4-FFF2-40B4-BE49-F238E27FC236}">
                <a16:creationId xmlns:a16="http://schemas.microsoft.com/office/drawing/2014/main" id="{BA86004B-0971-3425-92EF-FC9A87434B93}"/>
              </a:ext>
            </a:extLst>
          </p:cNvPr>
          <p:cNvSpPr txBox="1"/>
          <p:nvPr/>
        </p:nvSpPr>
        <p:spPr>
          <a:xfrm>
            <a:off x="5071158" y="1315235"/>
            <a:ext cx="12658371" cy="975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 un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comando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puramente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informativo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que no modifica ni borra nada en tus archivos; simplemente te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dice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el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estado actual 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 tu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proyecto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lang="en-US" sz="2799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9" name="TextBox 35">
            <a:extLst>
              <a:ext uri="{FF2B5EF4-FFF2-40B4-BE49-F238E27FC236}">
                <a16:creationId xmlns:a16="http://schemas.microsoft.com/office/drawing/2014/main" id="{264E592F-5D87-AA3A-E451-A69D164DBAA6}"/>
              </a:ext>
            </a:extLst>
          </p:cNvPr>
          <p:cNvSpPr txBox="1"/>
          <p:nvPr/>
        </p:nvSpPr>
        <p:spPr>
          <a:xfrm>
            <a:off x="1223213" y="3097333"/>
            <a:ext cx="12658371" cy="4755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Tenemos 3 estados fundamentales</a:t>
            </a:r>
            <a:endParaRPr lang="en-US" sz="2799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92" name="Grupo 91">
            <a:extLst>
              <a:ext uri="{FF2B5EF4-FFF2-40B4-BE49-F238E27FC236}">
                <a16:creationId xmlns:a16="http://schemas.microsoft.com/office/drawing/2014/main" id="{A474C241-230C-0595-37F5-200CE05E0E93}"/>
              </a:ext>
            </a:extLst>
          </p:cNvPr>
          <p:cNvGrpSpPr/>
          <p:nvPr/>
        </p:nvGrpSpPr>
        <p:grpSpPr>
          <a:xfrm>
            <a:off x="783742" y="4376691"/>
            <a:ext cx="5183506" cy="3333626"/>
            <a:chOff x="683894" y="4389234"/>
            <a:chExt cx="5183506" cy="3333626"/>
          </a:xfrm>
        </p:grpSpPr>
        <p:grpSp>
          <p:nvGrpSpPr>
            <p:cNvPr id="20" name="Group 13">
              <a:extLst>
                <a:ext uri="{FF2B5EF4-FFF2-40B4-BE49-F238E27FC236}">
                  <a16:creationId xmlns:a16="http://schemas.microsoft.com/office/drawing/2014/main" id="{7D385951-3CF8-6625-27C2-4D5422453FFA}"/>
                </a:ext>
              </a:extLst>
            </p:cNvPr>
            <p:cNvGrpSpPr/>
            <p:nvPr/>
          </p:nvGrpSpPr>
          <p:grpSpPr>
            <a:xfrm>
              <a:off x="683894" y="4389234"/>
              <a:ext cx="5183506" cy="3333626"/>
              <a:chOff x="0" y="0"/>
              <a:chExt cx="1351154" cy="731404"/>
            </a:xfrm>
          </p:grpSpPr>
          <p:sp>
            <p:nvSpPr>
              <p:cNvPr id="21" name="Freeform 14">
                <a:extLst>
                  <a:ext uri="{FF2B5EF4-FFF2-40B4-BE49-F238E27FC236}">
                    <a16:creationId xmlns:a16="http://schemas.microsoft.com/office/drawing/2014/main" id="{FD316A33-CF35-0322-47F9-03BA0387ED5D}"/>
                  </a:ext>
                </a:extLst>
              </p:cNvPr>
              <p:cNvSpPr/>
              <p:nvPr/>
            </p:nvSpPr>
            <p:spPr>
              <a:xfrm>
                <a:off x="0" y="0"/>
                <a:ext cx="1351154" cy="731404"/>
              </a:xfrm>
              <a:custGeom>
                <a:avLst/>
                <a:gdLst/>
                <a:ahLst/>
                <a:cxnLst/>
                <a:rect l="l" t="t" r="r" b="b"/>
                <a:pathLst>
                  <a:path w="1351154" h="731404">
                    <a:moveTo>
                      <a:pt x="23027" y="0"/>
                    </a:moveTo>
                    <a:lnTo>
                      <a:pt x="1328127" y="0"/>
                    </a:lnTo>
                    <a:cubicBezTo>
                      <a:pt x="1340845" y="0"/>
                      <a:pt x="1351154" y="10310"/>
                      <a:pt x="1351154" y="23027"/>
                    </a:cubicBezTo>
                    <a:lnTo>
                      <a:pt x="1351154" y="708377"/>
                    </a:lnTo>
                    <a:cubicBezTo>
                      <a:pt x="1351154" y="721094"/>
                      <a:pt x="1340845" y="731404"/>
                      <a:pt x="1328127" y="731404"/>
                    </a:cubicBezTo>
                    <a:lnTo>
                      <a:pt x="23027" y="731404"/>
                    </a:lnTo>
                    <a:cubicBezTo>
                      <a:pt x="10310" y="731404"/>
                      <a:pt x="0" y="721094"/>
                      <a:pt x="0" y="708377"/>
                    </a:cubicBezTo>
                    <a:lnTo>
                      <a:pt x="0" y="23027"/>
                    </a:lnTo>
                    <a:cubicBezTo>
                      <a:pt x="0" y="10310"/>
                      <a:pt x="10310" y="0"/>
                      <a:pt x="23027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38100" cap="rnd">
                <a:solidFill>
                  <a:srgbClr val="B4B4B4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44" name="TextBox 15">
                <a:extLst>
                  <a:ext uri="{FF2B5EF4-FFF2-40B4-BE49-F238E27FC236}">
                    <a16:creationId xmlns:a16="http://schemas.microsoft.com/office/drawing/2014/main" id="{DE9CBC28-C43E-A4D5-B280-F335F0E90E25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1154" cy="75045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sp>
          <p:nvSpPr>
            <p:cNvPr id="45" name="TextBox 16">
              <a:extLst>
                <a:ext uri="{FF2B5EF4-FFF2-40B4-BE49-F238E27FC236}">
                  <a16:creationId xmlns:a16="http://schemas.microsoft.com/office/drawing/2014/main" id="{DDB671E7-2FB5-931E-EC09-F1B6441683CE}"/>
                </a:ext>
              </a:extLst>
            </p:cNvPr>
            <p:cNvSpPr txBox="1"/>
            <p:nvPr/>
          </p:nvSpPr>
          <p:spPr>
            <a:xfrm>
              <a:off x="869605" y="4490295"/>
              <a:ext cx="4769193" cy="54765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1" indent="0" algn="ctr">
                <a:lnSpc>
                  <a:spcPts val="4479"/>
                </a:lnSpc>
              </a:pPr>
              <a:r>
                <a:rPr lang="en-US" sz="3199" b="1" spc="-86" dirty="0" err="1">
                  <a:solidFill>
                    <a:srgbClr val="FF3131"/>
                  </a:solidFill>
                  <a:latin typeface="Poppins"/>
                  <a:ea typeface="Poppins"/>
                  <a:cs typeface="Poppins"/>
                  <a:sym typeface="Poppins"/>
                </a:rPr>
                <a:t>Modificado</a:t>
              </a:r>
              <a:endParaRPr lang="en-US" sz="3199" b="1" spc="-86" dirty="0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5" name="TextBox 35">
              <a:extLst>
                <a:ext uri="{FF2B5EF4-FFF2-40B4-BE49-F238E27FC236}">
                  <a16:creationId xmlns:a16="http://schemas.microsoft.com/office/drawing/2014/main" id="{019ACA72-C833-26C0-F86F-52D9F14F9608}"/>
                </a:ext>
              </a:extLst>
            </p:cNvPr>
            <p:cNvSpPr txBox="1"/>
            <p:nvPr/>
          </p:nvSpPr>
          <p:spPr>
            <a:xfrm>
              <a:off x="920682" y="5385854"/>
              <a:ext cx="4718117" cy="197599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1" indent="0" algn="l">
                <a:lnSpc>
                  <a:spcPts val="3919"/>
                </a:lnSpc>
              </a:pPr>
              <a:r>
                <a:rPr lang="es-MX" sz="2799" spc="-75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El archivo se editó y guardó en el disco duro, pero Git aún no lo tiene preparado para registrarlo</a:t>
              </a:r>
              <a:endPara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pic>
        <p:nvPicPr>
          <p:cNvPr id="14" name="Imagen 13">
            <a:extLst>
              <a:ext uri="{FF2B5EF4-FFF2-40B4-BE49-F238E27FC236}">
                <a16:creationId xmlns:a16="http://schemas.microsoft.com/office/drawing/2014/main" id="{CF4519D4-6A5A-11F6-7BC4-C2AAF2DBAC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0175" y="3716084"/>
            <a:ext cx="10474898" cy="5787236"/>
          </a:xfrm>
          <a:prstGeom prst="rect">
            <a:avLst/>
          </a:prstGeom>
        </p:spPr>
      </p:pic>
      <p:grpSp>
        <p:nvGrpSpPr>
          <p:cNvPr id="15" name="Grupo 14">
            <a:extLst>
              <a:ext uri="{FF2B5EF4-FFF2-40B4-BE49-F238E27FC236}">
                <a16:creationId xmlns:a16="http://schemas.microsoft.com/office/drawing/2014/main" id="{EAB47B24-37D9-5718-F7F4-F086174DA8E6}"/>
              </a:ext>
            </a:extLst>
          </p:cNvPr>
          <p:cNvGrpSpPr/>
          <p:nvPr/>
        </p:nvGrpSpPr>
        <p:grpSpPr>
          <a:xfrm>
            <a:off x="-228601" y="-478361"/>
            <a:ext cx="2905050" cy="1476032"/>
            <a:chOff x="-228601" y="-478361"/>
            <a:chExt cx="2905050" cy="1476032"/>
          </a:xfrm>
        </p:grpSpPr>
        <p:grpSp>
          <p:nvGrpSpPr>
            <p:cNvPr id="16" name="Group 10">
              <a:extLst>
                <a:ext uri="{FF2B5EF4-FFF2-40B4-BE49-F238E27FC236}">
                  <a16:creationId xmlns:a16="http://schemas.microsoft.com/office/drawing/2014/main" id="{65984CAF-E2A7-6E59-845C-7630844738A2}"/>
                </a:ext>
              </a:extLst>
            </p:cNvPr>
            <p:cNvGrpSpPr/>
            <p:nvPr/>
          </p:nvGrpSpPr>
          <p:grpSpPr>
            <a:xfrm>
              <a:off x="-228601" y="-478361"/>
              <a:ext cx="2905050" cy="1221311"/>
              <a:chOff x="0" y="0"/>
              <a:chExt cx="1355852" cy="720510"/>
            </a:xfrm>
          </p:grpSpPr>
          <p:sp>
            <p:nvSpPr>
              <p:cNvPr id="23" name="Freeform 11">
                <a:extLst>
                  <a:ext uri="{FF2B5EF4-FFF2-40B4-BE49-F238E27FC236}">
                    <a16:creationId xmlns:a16="http://schemas.microsoft.com/office/drawing/2014/main" id="{BAEB84F6-BF38-0370-3B2A-DB9800EC159A}"/>
                  </a:ext>
                </a:extLst>
              </p:cNvPr>
              <p:cNvSpPr/>
              <p:nvPr/>
            </p:nvSpPr>
            <p:spPr>
              <a:xfrm>
                <a:off x="0" y="0"/>
                <a:ext cx="1355852" cy="720510"/>
              </a:xfrm>
              <a:custGeom>
                <a:avLst/>
                <a:gdLst/>
                <a:ahLst/>
                <a:cxnLst/>
                <a:rect l="l" t="t" r="r" b="b"/>
                <a:pathLst>
                  <a:path w="1355852" h="720510">
                    <a:moveTo>
                      <a:pt x="150387" y="0"/>
                    </a:moveTo>
                    <a:lnTo>
                      <a:pt x="1205465" y="0"/>
                    </a:lnTo>
                    <a:cubicBezTo>
                      <a:pt x="1245350" y="0"/>
                      <a:pt x="1283602" y="15844"/>
                      <a:pt x="1311805" y="44047"/>
                    </a:cubicBezTo>
                    <a:cubicBezTo>
                      <a:pt x="1340008" y="72250"/>
                      <a:pt x="1355852" y="110502"/>
                      <a:pt x="1355852" y="150387"/>
                    </a:cubicBezTo>
                    <a:lnTo>
                      <a:pt x="1355852" y="570123"/>
                    </a:lnTo>
                    <a:cubicBezTo>
                      <a:pt x="1355852" y="653179"/>
                      <a:pt x="1288522" y="720510"/>
                      <a:pt x="1205465" y="720510"/>
                    </a:cubicBezTo>
                    <a:lnTo>
                      <a:pt x="150387" y="720510"/>
                    </a:lnTo>
                    <a:cubicBezTo>
                      <a:pt x="67331" y="720510"/>
                      <a:pt x="0" y="653179"/>
                      <a:pt x="0" y="570123"/>
                    </a:cubicBezTo>
                    <a:lnTo>
                      <a:pt x="0" y="150387"/>
                    </a:lnTo>
                    <a:cubicBezTo>
                      <a:pt x="0" y="67331"/>
                      <a:pt x="67331" y="0"/>
                      <a:pt x="150387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24" name="TextBox 12">
                <a:extLst>
                  <a:ext uri="{FF2B5EF4-FFF2-40B4-BE49-F238E27FC236}">
                    <a16:creationId xmlns:a16="http://schemas.microsoft.com/office/drawing/2014/main" id="{EF779EF6-E7FD-65DD-3A01-9C4B9EECC98F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5852" cy="739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pic>
          <p:nvPicPr>
            <p:cNvPr id="22" name="Imagen 21">
              <a:extLst>
                <a:ext uri="{FF2B5EF4-FFF2-40B4-BE49-F238E27FC236}">
                  <a16:creationId xmlns:a16="http://schemas.microsoft.com/office/drawing/2014/main" id="{6106760D-53A0-1557-ACE6-7A411E099F9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1" y="-375754"/>
              <a:ext cx="1373425" cy="13734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2418748"/>
      </p:ext>
    </p:extLst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2DC05B-F291-36BA-7714-96A564A51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5F410DE-EBCC-5998-096E-57ACC935817C}"/>
              </a:ext>
            </a:extLst>
          </p:cNvPr>
          <p:cNvSpPr/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18" name="Grupo 117">
            <a:extLst>
              <a:ext uri="{FF2B5EF4-FFF2-40B4-BE49-F238E27FC236}">
                <a16:creationId xmlns:a16="http://schemas.microsoft.com/office/drawing/2014/main" id="{2272C5C0-4429-11DB-569F-D8AFBFC92931}"/>
              </a:ext>
            </a:extLst>
          </p:cNvPr>
          <p:cNvGrpSpPr/>
          <p:nvPr/>
        </p:nvGrpSpPr>
        <p:grpSpPr>
          <a:xfrm>
            <a:off x="12194536" y="1143738"/>
            <a:ext cx="4569009" cy="2403585"/>
            <a:chOff x="683894" y="4389234"/>
            <a:chExt cx="5183506" cy="3333626"/>
          </a:xfrm>
        </p:grpSpPr>
        <p:grpSp>
          <p:nvGrpSpPr>
            <p:cNvPr id="119" name="Group 13">
              <a:extLst>
                <a:ext uri="{FF2B5EF4-FFF2-40B4-BE49-F238E27FC236}">
                  <a16:creationId xmlns:a16="http://schemas.microsoft.com/office/drawing/2014/main" id="{F06B0025-BB6B-D0F9-A5E0-DA0BD1C89A8B}"/>
                </a:ext>
              </a:extLst>
            </p:cNvPr>
            <p:cNvGrpSpPr/>
            <p:nvPr/>
          </p:nvGrpSpPr>
          <p:grpSpPr>
            <a:xfrm>
              <a:off x="683894" y="4389234"/>
              <a:ext cx="5183506" cy="3333626"/>
              <a:chOff x="0" y="0"/>
              <a:chExt cx="1351154" cy="731404"/>
            </a:xfrm>
          </p:grpSpPr>
          <p:sp>
            <p:nvSpPr>
              <p:cNvPr id="121" name="Freeform 14">
                <a:extLst>
                  <a:ext uri="{FF2B5EF4-FFF2-40B4-BE49-F238E27FC236}">
                    <a16:creationId xmlns:a16="http://schemas.microsoft.com/office/drawing/2014/main" id="{A0026162-7945-70D0-60F8-8FAE78D24229}"/>
                  </a:ext>
                </a:extLst>
              </p:cNvPr>
              <p:cNvSpPr/>
              <p:nvPr/>
            </p:nvSpPr>
            <p:spPr>
              <a:xfrm>
                <a:off x="0" y="0"/>
                <a:ext cx="1351154" cy="731404"/>
              </a:xfrm>
              <a:custGeom>
                <a:avLst/>
                <a:gdLst/>
                <a:ahLst/>
                <a:cxnLst/>
                <a:rect l="l" t="t" r="r" b="b"/>
                <a:pathLst>
                  <a:path w="1351154" h="731404">
                    <a:moveTo>
                      <a:pt x="23027" y="0"/>
                    </a:moveTo>
                    <a:lnTo>
                      <a:pt x="1328127" y="0"/>
                    </a:lnTo>
                    <a:cubicBezTo>
                      <a:pt x="1340845" y="0"/>
                      <a:pt x="1351154" y="10310"/>
                      <a:pt x="1351154" y="23027"/>
                    </a:cubicBezTo>
                    <a:lnTo>
                      <a:pt x="1351154" y="708377"/>
                    </a:lnTo>
                    <a:cubicBezTo>
                      <a:pt x="1351154" y="721094"/>
                      <a:pt x="1340845" y="731404"/>
                      <a:pt x="1328127" y="731404"/>
                    </a:cubicBezTo>
                    <a:lnTo>
                      <a:pt x="23027" y="731404"/>
                    </a:lnTo>
                    <a:cubicBezTo>
                      <a:pt x="10310" y="731404"/>
                      <a:pt x="0" y="721094"/>
                      <a:pt x="0" y="708377"/>
                    </a:cubicBezTo>
                    <a:lnTo>
                      <a:pt x="0" y="23027"/>
                    </a:lnTo>
                    <a:cubicBezTo>
                      <a:pt x="0" y="10310"/>
                      <a:pt x="10310" y="0"/>
                      <a:pt x="23027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38100" cap="rnd">
                <a:solidFill>
                  <a:srgbClr val="B4B4B4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122" name="TextBox 15">
                <a:extLst>
                  <a:ext uri="{FF2B5EF4-FFF2-40B4-BE49-F238E27FC236}">
                    <a16:creationId xmlns:a16="http://schemas.microsoft.com/office/drawing/2014/main" id="{29440435-BC56-BD3F-A662-E33DE2A3636B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1154" cy="75045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sp>
          <p:nvSpPr>
            <p:cNvPr id="120" name="TextBox 16">
              <a:extLst>
                <a:ext uri="{FF2B5EF4-FFF2-40B4-BE49-F238E27FC236}">
                  <a16:creationId xmlns:a16="http://schemas.microsoft.com/office/drawing/2014/main" id="{BFECC124-F8DC-C495-F643-59E84C776887}"/>
                </a:ext>
              </a:extLst>
            </p:cNvPr>
            <p:cNvSpPr txBox="1"/>
            <p:nvPr/>
          </p:nvSpPr>
          <p:spPr>
            <a:xfrm>
              <a:off x="869605" y="4490295"/>
              <a:ext cx="4769193" cy="54765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1" indent="0" algn="ctr">
                <a:lnSpc>
                  <a:spcPts val="4479"/>
                </a:lnSpc>
              </a:pPr>
              <a:r>
                <a:rPr lang="en-US" sz="3199" b="1" spc="-86" dirty="0" err="1">
                  <a:solidFill>
                    <a:srgbClr val="FF3131"/>
                  </a:solidFill>
                  <a:latin typeface="Poppins"/>
                  <a:ea typeface="Poppins"/>
                  <a:cs typeface="Poppins"/>
                  <a:sym typeface="Poppins"/>
                </a:rPr>
                <a:t>Modificado</a:t>
              </a:r>
              <a:endParaRPr lang="en-US" sz="3199" b="1" spc="-86" dirty="0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" name="Group 3">
            <a:extLst>
              <a:ext uri="{FF2B5EF4-FFF2-40B4-BE49-F238E27FC236}">
                <a16:creationId xmlns:a16="http://schemas.microsoft.com/office/drawing/2014/main" id="{01D12B2B-0A81-8E6D-5EDE-DFDF115E5584}"/>
              </a:ext>
            </a:extLst>
          </p:cNvPr>
          <p:cNvGrpSpPr/>
          <p:nvPr/>
        </p:nvGrpSpPr>
        <p:grpSpPr>
          <a:xfrm>
            <a:off x="-698849" y="9575651"/>
            <a:ext cx="19685699" cy="2666805"/>
            <a:chOff x="0" y="0"/>
            <a:chExt cx="5184711" cy="702368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013B9837-DFBA-79BD-D2D3-ED861FA93A9D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832469EE-53DF-E436-5299-6A90F1272D70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899EA4B5-6AD8-35C4-5B44-6064CDF1D747}"/>
              </a:ext>
            </a:extLst>
          </p:cNvPr>
          <p:cNvSpPr/>
          <p:nvPr/>
        </p:nvSpPr>
        <p:spPr>
          <a:xfrm>
            <a:off x="15872392" y="2091327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FED461FC-7BD9-95AC-05F3-84883443256B}"/>
              </a:ext>
            </a:extLst>
          </p:cNvPr>
          <p:cNvSpPr/>
          <p:nvPr/>
        </p:nvSpPr>
        <p:spPr>
          <a:xfrm>
            <a:off x="16901092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E4BF5A0F-A292-F1C0-AB5A-321F1899D092}"/>
              </a:ext>
            </a:extLst>
          </p:cNvPr>
          <p:cNvSpPr/>
          <p:nvPr/>
        </p:nvSpPr>
        <p:spPr>
          <a:xfrm flipH="1">
            <a:off x="-1389129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43A7F8B5-58FC-8D2A-291D-4938545FB020}"/>
              </a:ext>
            </a:extLst>
          </p:cNvPr>
          <p:cNvSpPr/>
          <p:nvPr/>
        </p:nvSpPr>
        <p:spPr>
          <a:xfrm flipH="1">
            <a:off x="-360429" y="2459791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7" name="Group 17">
            <a:extLst>
              <a:ext uri="{FF2B5EF4-FFF2-40B4-BE49-F238E27FC236}">
                <a16:creationId xmlns:a16="http://schemas.microsoft.com/office/drawing/2014/main" id="{83527C3A-ECBE-04CC-D871-10F0D80CFF5D}"/>
              </a:ext>
            </a:extLst>
          </p:cNvPr>
          <p:cNvGrpSpPr/>
          <p:nvPr/>
        </p:nvGrpSpPr>
        <p:grpSpPr>
          <a:xfrm>
            <a:off x="-698849" y="-1923855"/>
            <a:ext cx="19685699" cy="2666805"/>
            <a:chOff x="0" y="0"/>
            <a:chExt cx="5184711" cy="702368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53E585D-EF5E-F5AB-51ED-8C6FCF78379C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E96769F9-7048-E289-BFE1-5AAE115B14FD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grpSp>
        <p:nvGrpSpPr>
          <p:cNvPr id="113" name="Group 52">
            <a:extLst>
              <a:ext uri="{FF2B5EF4-FFF2-40B4-BE49-F238E27FC236}">
                <a16:creationId xmlns:a16="http://schemas.microsoft.com/office/drawing/2014/main" id="{06A2A67D-DA52-5AEA-C059-76924022B06A}"/>
              </a:ext>
            </a:extLst>
          </p:cNvPr>
          <p:cNvGrpSpPr/>
          <p:nvPr/>
        </p:nvGrpSpPr>
        <p:grpSpPr>
          <a:xfrm>
            <a:off x="1188019" y="8172420"/>
            <a:ext cx="9320543" cy="960554"/>
            <a:chOff x="0" y="0"/>
            <a:chExt cx="2441105" cy="197645"/>
          </a:xfrm>
        </p:grpSpPr>
        <p:sp>
          <p:nvSpPr>
            <p:cNvPr id="116" name="Freeform 53">
              <a:extLst>
                <a:ext uri="{FF2B5EF4-FFF2-40B4-BE49-F238E27FC236}">
                  <a16:creationId xmlns:a16="http://schemas.microsoft.com/office/drawing/2014/main" id="{C1F282E3-2F03-C951-1B39-A7D19917255B}"/>
                </a:ext>
              </a:extLst>
            </p:cNvPr>
            <p:cNvSpPr/>
            <p:nvPr/>
          </p:nvSpPr>
          <p:spPr>
            <a:xfrm>
              <a:off x="0" y="0"/>
              <a:ext cx="2441105" cy="197645"/>
            </a:xfrm>
            <a:custGeom>
              <a:avLst/>
              <a:gdLst/>
              <a:ahLst/>
              <a:cxnLst/>
              <a:rect l="l" t="t" r="r" b="b"/>
              <a:pathLst>
                <a:path w="2441105" h="197645">
                  <a:moveTo>
                    <a:pt x="12745" y="0"/>
                  </a:moveTo>
                  <a:lnTo>
                    <a:pt x="2428360" y="0"/>
                  </a:lnTo>
                  <a:cubicBezTo>
                    <a:pt x="2431740" y="0"/>
                    <a:pt x="2434982" y="1343"/>
                    <a:pt x="2437372" y="3733"/>
                  </a:cubicBezTo>
                  <a:cubicBezTo>
                    <a:pt x="2439763" y="6123"/>
                    <a:pt x="2441105" y="9365"/>
                    <a:pt x="2441105" y="12745"/>
                  </a:cubicBezTo>
                  <a:lnTo>
                    <a:pt x="2441105" y="184899"/>
                  </a:lnTo>
                  <a:cubicBezTo>
                    <a:pt x="2441105" y="188280"/>
                    <a:pt x="2439763" y="191522"/>
                    <a:pt x="2437372" y="193912"/>
                  </a:cubicBezTo>
                  <a:cubicBezTo>
                    <a:pt x="2434982" y="196302"/>
                    <a:pt x="2431740" y="197645"/>
                    <a:pt x="2428360" y="197645"/>
                  </a:cubicBezTo>
                  <a:lnTo>
                    <a:pt x="12745" y="197645"/>
                  </a:lnTo>
                  <a:cubicBezTo>
                    <a:pt x="9365" y="197645"/>
                    <a:pt x="6123" y="196302"/>
                    <a:pt x="3733" y="193912"/>
                  </a:cubicBezTo>
                  <a:cubicBezTo>
                    <a:pt x="1343" y="191522"/>
                    <a:pt x="0" y="188280"/>
                    <a:pt x="0" y="184899"/>
                  </a:cubicBezTo>
                  <a:lnTo>
                    <a:pt x="0" y="12745"/>
                  </a:lnTo>
                  <a:cubicBezTo>
                    <a:pt x="0" y="9365"/>
                    <a:pt x="1343" y="6123"/>
                    <a:pt x="3733" y="3733"/>
                  </a:cubicBezTo>
                  <a:cubicBezTo>
                    <a:pt x="6123" y="1343"/>
                    <a:pt x="9365" y="0"/>
                    <a:pt x="12745" y="0"/>
                  </a:cubicBezTo>
                  <a:close/>
                </a:path>
              </a:pathLst>
            </a:custGeom>
            <a:solidFill>
              <a:srgbClr val="0F0E0E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17" name="TextBox 54">
              <a:extLst>
                <a:ext uri="{FF2B5EF4-FFF2-40B4-BE49-F238E27FC236}">
                  <a16:creationId xmlns:a16="http://schemas.microsoft.com/office/drawing/2014/main" id="{EEC07CD0-717D-0E65-4C61-7291C4DFE055}"/>
                </a:ext>
              </a:extLst>
            </p:cNvPr>
            <p:cNvSpPr txBox="1"/>
            <p:nvPr/>
          </p:nvSpPr>
          <p:spPr>
            <a:xfrm>
              <a:off x="0" y="-19050"/>
              <a:ext cx="2441105" cy="2166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114" name="TextBox 55">
            <a:extLst>
              <a:ext uri="{FF2B5EF4-FFF2-40B4-BE49-F238E27FC236}">
                <a16:creationId xmlns:a16="http://schemas.microsoft.com/office/drawing/2014/main" id="{0E74C467-4447-CC98-8AE9-A2BD012DECE1}"/>
              </a:ext>
            </a:extLst>
          </p:cNvPr>
          <p:cNvSpPr txBox="1"/>
          <p:nvPr/>
        </p:nvSpPr>
        <p:spPr>
          <a:xfrm>
            <a:off x="2153407" y="8317543"/>
            <a:ext cx="6460211" cy="504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4199"/>
              </a:lnSpc>
            </a:pPr>
            <a:endParaRPr/>
          </a:p>
        </p:txBody>
      </p:sp>
      <p:grpSp>
        <p:nvGrpSpPr>
          <p:cNvPr id="123" name="Grupo 122">
            <a:extLst>
              <a:ext uri="{FF2B5EF4-FFF2-40B4-BE49-F238E27FC236}">
                <a16:creationId xmlns:a16="http://schemas.microsoft.com/office/drawing/2014/main" id="{1E01B3DE-FCFE-CDD6-768C-CA97D76F6C85}"/>
              </a:ext>
            </a:extLst>
          </p:cNvPr>
          <p:cNvGrpSpPr/>
          <p:nvPr/>
        </p:nvGrpSpPr>
        <p:grpSpPr>
          <a:xfrm>
            <a:off x="12194536" y="4015151"/>
            <a:ext cx="4569009" cy="2403585"/>
            <a:chOff x="6337647" y="4389234"/>
            <a:chExt cx="5183506" cy="3333626"/>
          </a:xfrm>
        </p:grpSpPr>
        <p:grpSp>
          <p:nvGrpSpPr>
            <p:cNvPr id="124" name="Group 13">
              <a:extLst>
                <a:ext uri="{FF2B5EF4-FFF2-40B4-BE49-F238E27FC236}">
                  <a16:creationId xmlns:a16="http://schemas.microsoft.com/office/drawing/2014/main" id="{50D33A4C-B5AF-CC59-C93F-57965795CE33}"/>
                </a:ext>
              </a:extLst>
            </p:cNvPr>
            <p:cNvGrpSpPr/>
            <p:nvPr/>
          </p:nvGrpSpPr>
          <p:grpSpPr>
            <a:xfrm>
              <a:off x="6337647" y="4389234"/>
              <a:ext cx="5183506" cy="3333626"/>
              <a:chOff x="0" y="0"/>
              <a:chExt cx="1351154" cy="731404"/>
            </a:xfrm>
          </p:grpSpPr>
          <p:sp>
            <p:nvSpPr>
              <p:cNvPr id="126" name="Freeform 14">
                <a:extLst>
                  <a:ext uri="{FF2B5EF4-FFF2-40B4-BE49-F238E27FC236}">
                    <a16:creationId xmlns:a16="http://schemas.microsoft.com/office/drawing/2014/main" id="{7DAFCA68-A2F3-18B2-084C-B0BBE364A8E6}"/>
                  </a:ext>
                </a:extLst>
              </p:cNvPr>
              <p:cNvSpPr/>
              <p:nvPr/>
            </p:nvSpPr>
            <p:spPr>
              <a:xfrm>
                <a:off x="0" y="0"/>
                <a:ext cx="1351154" cy="731404"/>
              </a:xfrm>
              <a:custGeom>
                <a:avLst/>
                <a:gdLst/>
                <a:ahLst/>
                <a:cxnLst/>
                <a:rect l="l" t="t" r="r" b="b"/>
                <a:pathLst>
                  <a:path w="1351154" h="731404">
                    <a:moveTo>
                      <a:pt x="23027" y="0"/>
                    </a:moveTo>
                    <a:lnTo>
                      <a:pt x="1328127" y="0"/>
                    </a:lnTo>
                    <a:cubicBezTo>
                      <a:pt x="1340845" y="0"/>
                      <a:pt x="1351154" y="10310"/>
                      <a:pt x="1351154" y="23027"/>
                    </a:cubicBezTo>
                    <a:lnTo>
                      <a:pt x="1351154" y="708377"/>
                    </a:lnTo>
                    <a:cubicBezTo>
                      <a:pt x="1351154" y="721094"/>
                      <a:pt x="1340845" y="731404"/>
                      <a:pt x="1328127" y="731404"/>
                    </a:cubicBezTo>
                    <a:lnTo>
                      <a:pt x="23027" y="731404"/>
                    </a:lnTo>
                    <a:cubicBezTo>
                      <a:pt x="10310" y="731404"/>
                      <a:pt x="0" y="721094"/>
                      <a:pt x="0" y="708377"/>
                    </a:cubicBezTo>
                    <a:lnTo>
                      <a:pt x="0" y="23027"/>
                    </a:lnTo>
                    <a:cubicBezTo>
                      <a:pt x="0" y="10310"/>
                      <a:pt x="10310" y="0"/>
                      <a:pt x="23027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38100" cap="rnd">
                <a:solidFill>
                  <a:srgbClr val="B4B4B4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127" name="TextBox 15">
                <a:extLst>
                  <a:ext uri="{FF2B5EF4-FFF2-40B4-BE49-F238E27FC236}">
                    <a16:creationId xmlns:a16="http://schemas.microsoft.com/office/drawing/2014/main" id="{5A91097B-C2CA-9413-80F2-A209C79EED59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1154" cy="75045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sp>
          <p:nvSpPr>
            <p:cNvPr id="125" name="TextBox 16">
              <a:extLst>
                <a:ext uri="{FF2B5EF4-FFF2-40B4-BE49-F238E27FC236}">
                  <a16:creationId xmlns:a16="http://schemas.microsoft.com/office/drawing/2014/main" id="{6463ACE1-7E4E-1344-AEBE-62C97CA961D2}"/>
                </a:ext>
              </a:extLst>
            </p:cNvPr>
            <p:cNvSpPr txBox="1"/>
            <p:nvPr/>
          </p:nvSpPr>
          <p:spPr>
            <a:xfrm>
              <a:off x="6523358" y="4490295"/>
              <a:ext cx="4769193" cy="54765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1" indent="0" algn="ctr">
                <a:lnSpc>
                  <a:spcPts val="4479"/>
                </a:lnSpc>
              </a:pPr>
              <a:r>
                <a:rPr lang="en-US" sz="3199" b="1" spc="-86" dirty="0" err="1">
                  <a:solidFill>
                    <a:srgbClr val="00B050"/>
                  </a:solidFill>
                  <a:latin typeface="Poppins"/>
                  <a:ea typeface="Poppins"/>
                  <a:cs typeface="Poppins"/>
                  <a:sym typeface="Poppins"/>
                </a:rPr>
                <a:t>Preparado</a:t>
              </a:r>
              <a:endParaRPr lang="en-US" sz="3199" b="1" spc="-86" dirty="0">
                <a:solidFill>
                  <a:srgbClr val="00B05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28" name="Grupo 127">
            <a:extLst>
              <a:ext uri="{FF2B5EF4-FFF2-40B4-BE49-F238E27FC236}">
                <a16:creationId xmlns:a16="http://schemas.microsoft.com/office/drawing/2014/main" id="{0B1A811B-1A8D-8A1D-C7D6-6C4BDAEB02D2}"/>
              </a:ext>
            </a:extLst>
          </p:cNvPr>
          <p:cNvGrpSpPr/>
          <p:nvPr/>
        </p:nvGrpSpPr>
        <p:grpSpPr>
          <a:xfrm>
            <a:off x="12194536" y="6729389"/>
            <a:ext cx="4569009" cy="2403585"/>
            <a:chOff x="6337647" y="4389234"/>
            <a:chExt cx="5183506" cy="3333626"/>
          </a:xfrm>
        </p:grpSpPr>
        <p:grpSp>
          <p:nvGrpSpPr>
            <p:cNvPr id="129" name="Group 13">
              <a:extLst>
                <a:ext uri="{FF2B5EF4-FFF2-40B4-BE49-F238E27FC236}">
                  <a16:creationId xmlns:a16="http://schemas.microsoft.com/office/drawing/2014/main" id="{42D92C37-364B-66A2-05AB-D943F47ECFBD}"/>
                </a:ext>
              </a:extLst>
            </p:cNvPr>
            <p:cNvGrpSpPr/>
            <p:nvPr/>
          </p:nvGrpSpPr>
          <p:grpSpPr>
            <a:xfrm>
              <a:off x="6337647" y="4389234"/>
              <a:ext cx="5183506" cy="3333626"/>
              <a:chOff x="0" y="0"/>
              <a:chExt cx="1351154" cy="731404"/>
            </a:xfrm>
          </p:grpSpPr>
          <p:sp>
            <p:nvSpPr>
              <p:cNvPr id="131" name="Freeform 14">
                <a:extLst>
                  <a:ext uri="{FF2B5EF4-FFF2-40B4-BE49-F238E27FC236}">
                    <a16:creationId xmlns:a16="http://schemas.microsoft.com/office/drawing/2014/main" id="{3A763286-FE7B-B5A3-1F3D-AF0518FB1E81}"/>
                  </a:ext>
                </a:extLst>
              </p:cNvPr>
              <p:cNvSpPr/>
              <p:nvPr/>
            </p:nvSpPr>
            <p:spPr>
              <a:xfrm>
                <a:off x="0" y="0"/>
                <a:ext cx="1351154" cy="731404"/>
              </a:xfrm>
              <a:custGeom>
                <a:avLst/>
                <a:gdLst/>
                <a:ahLst/>
                <a:cxnLst/>
                <a:rect l="l" t="t" r="r" b="b"/>
                <a:pathLst>
                  <a:path w="1351154" h="731404">
                    <a:moveTo>
                      <a:pt x="23027" y="0"/>
                    </a:moveTo>
                    <a:lnTo>
                      <a:pt x="1328127" y="0"/>
                    </a:lnTo>
                    <a:cubicBezTo>
                      <a:pt x="1340845" y="0"/>
                      <a:pt x="1351154" y="10310"/>
                      <a:pt x="1351154" y="23027"/>
                    </a:cubicBezTo>
                    <a:lnTo>
                      <a:pt x="1351154" y="708377"/>
                    </a:lnTo>
                    <a:cubicBezTo>
                      <a:pt x="1351154" y="721094"/>
                      <a:pt x="1340845" y="731404"/>
                      <a:pt x="1328127" y="731404"/>
                    </a:cubicBezTo>
                    <a:lnTo>
                      <a:pt x="23027" y="731404"/>
                    </a:lnTo>
                    <a:cubicBezTo>
                      <a:pt x="10310" y="731404"/>
                      <a:pt x="0" y="721094"/>
                      <a:pt x="0" y="708377"/>
                    </a:cubicBezTo>
                    <a:lnTo>
                      <a:pt x="0" y="23027"/>
                    </a:lnTo>
                    <a:cubicBezTo>
                      <a:pt x="0" y="10310"/>
                      <a:pt x="10310" y="0"/>
                      <a:pt x="23027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38100" cap="rnd">
                <a:solidFill>
                  <a:srgbClr val="B4B4B4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132" name="TextBox 15">
                <a:extLst>
                  <a:ext uri="{FF2B5EF4-FFF2-40B4-BE49-F238E27FC236}">
                    <a16:creationId xmlns:a16="http://schemas.microsoft.com/office/drawing/2014/main" id="{5C5D42DD-22A9-E083-02BC-AB4A334184AC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1154" cy="75045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sp>
          <p:nvSpPr>
            <p:cNvPr id="130" name="TextBox 16">
              <a:extLst>
                <a:ext uri="{FF2B5EF4-FFF2-40B4-BE49-F238E27FC236}">
                  <a16:creationId xmlns:a16="http://schemas.microsoft.com/office/drawing/2014/main" id="{FAC40601-AA43-E074-76C4-F3683E08B6AE}"/>
                </a:ext>
              </a:extLst>
            </p:cNvPr>
            <p:cNvSpPr txBox="1"/>
            <p:nvPr/>
          </p:nvSpPr>
          <p:spPr>
            <a:xfrm>
              <a:off x="6523358" y="4490295"/>
              <a:ext cx="4769193" cy="54765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1" indent="0" algn="ctr">
                <a:lnSpc>
                  <a:spcPts val="4479"/>
                </a:lnSpc>
              </a:pPr>
              <a:r>
                <a:rPr lang="en-US" sz="3199" b="1" spc="-86" dirty="0">
                  <a:solidFill>
                    <a:schemeClr val="bg1"/>
                  </a:solidFill>
                  <a:latin typeface="Poppins"/>
                  <a:ea typeface="Poppins"/>
                  <a:cs typeface="Poppins"/>
                  <a:sym typeface="Poppins"/>
                </a:rPr>
                <a:t>Guardado</a:t>
              </a:r>
            </a:p>
          </p:txBody>
        </p:sp>
      </p:grpSp>
      <p:sp>
        <p:nvSpPr>
          <p:cNvPr id="205" name="TextBox 22">
            <a:extLst>
              <a:ext uri="{FF2B5EF4-FFF2-40B4-BE49-F238E27FC236}">
                <a16:creationId xmlns:a16="http://schemas.microsoft.com/office/drawing/2014/main" id="{6869713A-5CEE-B708-8640-9B25614378BC}"/>
              </a:ext>
            </a:extLst>
          </p:cNvPr>
          <p:cNvSpPr txBox="1"/>
          <p:nvPr/>
        </p:nvSpPr>
        <p:spPr>
          <a:xfrm>
            <a:off x="2083536" y="4512898"/>
            <a:ext cx="3612844" cy="254548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1874"/>
              </a:lnSpc>
            </a:pPr>
            <a:endParaRPr/>
          </a:p>
        </p:txBody>
      </p:sp>
      <p:grpSp>
        <p:nvGrpSpPr>
          <p:cNvPr id="206" name="Group 36">
            <a:extLst>
              <a:ext uri="{FF2B5EF4-FFF2-40B4-BE49-F238E27FC236}">
                <a16:creationId xmlns:a16="http://schemas.microsoft.com/office/drawing/2014/main" id="{0740B19A-FB0C-EBEB-9D5F-A9DBA7EBA6E1}"/>
              </a:ext>
            </a:extLst>
          </p:cNvPr>
          <p:cNvGrpSpPr/>
          <p:nvPr/>
        </p:nvGrpSpPr>
        <p:grpSpPr>
          <a:xfrm>
            <a:off x="1165559" y="876400"/>
            <a:ext cx="6376953" cy="7053071"/>
            <a:chOff x="0" y="0"/>
            <a:chExt cx="1351154" cy="731404"/>
          </a:xfrm>
        </p:grpSpPr>
        <p:sp>
          <p:nvSpPr>
            <p:cNvPr id="207" name="Freeform 37">
              <a:extLst>
                <a:ext uri="{FF2B5EF4-FFF2-40B4-BE49-F238E27FC236}">
                  <a16:creationId xmlns:a16="http://schemas.microsoft.com/office/drawing/2014/main" id="{CFBA59D3-97DC-E0C0-C254-DBE6DA70569D}"/>
                </a:ext>
              </a:extLst>
            </p:cNvPr>
            <p:cNvSpPr/>
            <p:nvPr/>
          </p:nvSpPr>
          <p:spPr>
            <a:xfrm>
              <a:off x="0" y="0"/>
              <a:ext cx="1351154" cy="731404"/>
            </a:xfrm>
            <a:custGeom>
              <a:avLst/>
              <a:gdLst/>
              <a:ahLst/>
              <a:cxnLst/>
              <a:rect l="l" t="t" r="r" b="b"/>
              <a:pathLst>
                <a:path w="1351154" h="731404">
                  <a:moveTo>
                    <a:pt x="23027" y="0"/>
                  </a:moveTo>
                  <a:lnTo>
                    <a:pt x="1328127" y="0"/>
                  </a:lnTo>
                  <a:cubicBezTo>
                    <a:pt x="1340845" y="0"/>
                    <a:pt x="1351154" y="10310"/>
                    <a:pt x="1351154" y="23027"/>
                  </a:cubicBezTo>
                  <a:lnTo>
                    <a:pt x="1351154" y="708377"/>
                  </a:lnTo>
                  <a:cubicBezTo>
                    <a:pt x="1351154" y="721094"/>
                    <a:pt x="1340845" y="731404"/>
                    <a:pt x="1328127" y="731404"/>
                  </a:cubicBezTo>
                  <a:lnTo>
                    <a:pt x="23027" y="731404"/>
                  </a:lnTo>
                  <a:cubicBezTo>
                    <a:pt x="10310" y="731404"/>
                    <a:pt x="0" y="721094"/>
                    <a:pt x="0" y="708377"/>
                  </a:cubicBezTo>
                  <a:lnTo>
                    <a:pt x="0" y="23027"/>
                  </a:lnTo>
                  <a:cubicBezTo>
                    <a:pt x="0" y="10310"/>
                    <a:pt x="10310" y="0"/>
                    <a:pt x="23027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B4B4B4"/>
              </a:solidFill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208" name="TextBox 38">
              <a:extLst>
                <a:ext uri="{FF2B5EF4-FFF2-40B4-BE49-F238E27FC236}">
                  <a16:creationId xmlns:a16="http://schemas.microsoft.com/office/drawing/2014/main" id="{4888DC62-379D-E5AB-BB82-583558DCC5C2}"/>
                </a:ext>
              </a:extLst>
            </p:cNvPr>
            <p:cNvSpPr txBox="1"/>
            <p:nvPr/>
          </p:nvSpPr>
          <p:spPr>
            <a:xfrm>
              <a:off x="0" y="-19050"/>
              <a:ext cx="1351154" cy="7504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209" name="TextBox 39">
            <a:extLst>
              <a:ext uri="{FF2B5EF4-FFF2-40B4-BE49-F238E27FC236}">
                <a16:creationId xmlns:a16="http://schemas.microsoft.com/office/drawing/2014/main" id="{EFE74B7B-1010-DD0A-9EC5-2982E683869B}"/>
              </a:ext>
            </a:extLst>
          </p:cNvPr>
          <p:cNvSpPr txBox="1"/>
          <p:nvPr/>
        </p:nvSpPr>
        <p:spPr>
          <a:xfrm>
            <a:off x="1467206" y="1114918"/>
            <a:ext cx="5201002" cy="539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4479"/>
              </a:lnSpc>
            </a:pPr>
            <a:r>
              <a:rPr lang="en-US" sz="3199" spc="-86" dirty="0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Mi </a:t>
            </a:r>
            <a:r>
              <a:rPr lang="en-US" sz="3199" spc="-86" dirty="0" err="1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máquina</a:t>
            </a:r>
            <a:r>
              <a:rPr lang="en-US" sz="3199" spc="-86" dirty="0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 local</a:t>
            </a:r>
          </a:p>
        </p:txBody>
      </p:sp>
      <p:grpSp>
        <p:nvGrpSpPr>
          <p:cNvPr id="210" name="Group 40">
            <a:extLst>
              <a:ext uri="{FF2B5EF4-FFF2-40B4-BE49-F238E27FC236}">
                <a16:creationId xmlns:a16="http://schemas.microsoft.com/office/drawing/2014/main" id="{3D105967-4B20-80C9-4122-140A2E599DAF}"/>
              </a:ext>
            </a:extLst>
          </p:cNvPr>
          <p:cNvGrpSpPr/>
          <p:nvPr/>
        </p:nvGrpSpPr>
        <p:grpSpPr>
          <a:xfrm>
            <a:off x="1456672" y="2316143"/>
            <a:ext cx="5723513" cy="5473651"/>
            <a:chOff x="0" y="0"/>
            <a:chExt cx="1358522" cy="590257"/>
          </a:xfrm>
        </p:grpSpPr>
        <p:sp>
          <p:nvSpPr>
            <p:cNvPr id="211" name="Freeform 41">
              <a:extLst>
                <a:ext uri="{FF2B5EF4-FFF2-40B4-BE49-F238E27FC236}">
                  <a16:creationId xmlns:a16="http://schemas.microsoft.com/office/drawing/2014/main" id="{E8F4A6A0-93BA-3300-5E0C-CA354181603F}"/>
                </a:ext>
              </a:extLst>
            </p:cNvPr>
            <p:cNvSpPr/>
            <p:nvPr/>
          </p:nvSpPr>
          <p:spPr>
            <a:xfrm>
              <a:off x="0" y="0"/>
              <a:ext cx="1358522" cy="590257"/>
            </a:xfrm>
            <a:custGeom>
              <a:avLst/>
              <a:gdLst/>
              <a:ahLst/>
              <a:cxnLst/>
              <a:rect l="l" t="t" r="r" b="b"/>
              <a:pathLst>
                <a:path w="1358522" h="590257">
                  <a:moveTo>
                    <a:pt x="26643" y="0"/>
                  </a:moveTo>
                  <a:lnTo>
                    <a:pt x="1331879" y="0"/>
                  </a:lnTo>
                  <a:cubicBezTo>
                    <a:pt x="1338945" y="0"/>
                    <a:pt x="1345722" y="2807"/>
                    <a:pt x="1350719" y="7803"/>
                  </a:cubicBezTo>
                  <a:cubicBezTo>
                    <a:pt x="1355715" y="12800"/>
                    <a:pt x="1358522" y="19577"/>
                    <a:pt x="1358522" y="26643"/>
                  </a:cubicBezTo>
                  <a:lnTo>
                    <a:pt x="1358522" y="563615"/>
                  </a:lnTo>
                  <a:cubicBezTo>
                    <a:pt x="1358522" y="570681"/>
                    <a:pt x="1355715" y="577458"/>
                    <a:pt x="1350719" y="582454"/>
                  </a:cubicBezTo>
                  <a:cubicBezTo>
                    <a:pt x="1345722" y="587450"/>
                    <a:pt x="1338945" y="590257"/>
                    <a:pt x="1331879" y="590257"/>
                  </a:cubicBezTo>
                  <a:lnTo>
                    <a:pt x="26643" y="590257"/>
                  </a:lnTo>
                  <a:cubicBezTo>
                    <a:pt x="19577" y="590257"/>
                    <a:pt x="12800" y="587450"/>
                    <a:pt x="7803" y="582454"/>
                  </a:cubicBezTo>
                  <a:cubicBezTo>
                    <a:pt x="2807" y="577458"/>
                    <a:pt x="0" y="570681"/>
                    <a:pt x="0" y="563615"/>
                  </a:cubicBezTo>
                  <a:lnTo>
                    <a:pt x="0" y="26643"/>
                  </a:lnTo>
                  <a:cubicBezTo>
                    <a:pt x="0" y="19577"/>
                    <a:pt x="2807" y="12800"/>
                    <a:pt x="7803" y="7803"/>
                  </a:cubicBezTo>
                  <a:cubicBezTo>
                    <a:pt x="12800" y="2807"/>
                    <a:pt x="19577" y="0"/>
                    <a:pt x="26643" y="0"/>
                  </a:cubicBezTo>
                  <a:close/>
                </a:path>
              </a:pathLst>
            </a:custGeom>
            <a:solidFill>
              <a:srgbClr val="0F0E0E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212" name="TextBox 42">
              <a:extLst>
                <a:ext uri="{FF2B5EF4-FFF2-40B4-BE49-F238E27FC236}">
                  <a16:creationId xmlns:a16="http://schemas.microsoft.com/office/drawing/2014/main" id="{FE8EA744-2E47-D82A-27BF-D77F8AF569C0}"/>
                </a:ext>
              </a:extLst>
            </p:cNvPr>
            <p:cNvSpPr txBox="1"/>
            <p:nvPr/>
          </p:nvSpPr>
          <p:spPr>
            <a:xfrm>
              <a:off x="0" y="-19050"/>
              <a:ext cx="1358522" cy="6093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grpSp>
        <p:nvGrpSpPr>
          <p:cNvPr id="214" name="Group 57">
            <a:extLst>
              <a:ext uri="{FF2B5EF4-FFF2-40B4-BE49-F238E27FC236}">
                <a16:creationId xmlns:a16="http://schemas.microsoft.com/office/drawing/2014/main" id="{66F35F38-67FB-301E-5DCC-9450FF55C9A7}"/>
              </a:ext>
            </a:extLst>
          </p:cNvPr>
          <p:cNvGrpSpPr/>
          <p:nvPr/>
        </p:nvGrpSpPr>
        <p:grpSpPr>
          <a:xfrm>
            <a:off x="3531949" y="4985776"/>
            <a:ext cx="1876174" cy="341111"/>
            <a:chOff x="0" y="0"/>
            <a:chExt cx="2644177" cy="477582"/>
          </a:xfrm>
        </p:grpSpPr>
        <p:sp>
          <p:nvSpPr>
            <p:cNvPr id="229" name="TextBox 58">
              <a:extLst>
                <a:ext uri="{FF2B5EF4-FFF2-40B4-BE49-F238E27FC236}">
                  <a16:creationId xmlns:a16="http://schemas.microsoft.com/office/drawing/2014/main" id="{34450DA6-E1C7-3502-EE1B-53FCF3CE6DF4}"/>
                </a:ext>
              </a:extLst>
            </p:cNvPr>
            <p:cNvSpPr txBox="1"/>
            <p:nvPr/>
          </p:nvSpPr>
          <p:spPr>
            <a:xfrm>
              <a:off x="455042" y="-66675"/>
              <a:ext cx="2189134" cy="5442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3359"/>
                </a:lnSpc>
              </a:pPr>
              <a:r>
                <a:rPr lang="en-US" sz="2400" spc="-6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styles.css</a:t>
              </a:r>
            </a:p>
          </p:txBody>
        </p:sp>
        <p:grpSp>
          <p:nvGrpSpPr>
            <p:cNvPr id="230" name="Group 59">
              <a:extLst>
                <a:ext uri="{FF2B5EF4-FFF2-40B4-BE49-F238E27FC236}">
                  <a16:creationId xmlns:a16="http://schemas.microsoft.com/office/drawing/2014/main" id="{22D8A627-1A89-156E-747E-17543B485B07}"/>
                </a:ext>
              </a:extLst>
            </p:cNvPr>
            <p:cNvGrpSpPr/>
            <p:nvPr/>
          </p:nvGrpSpPr>
          <p:grpSpPr>
            <a:xfrm>
              <a:off x="0" y="69221"/>
              <a:ext cx="350938" cy="339139"/>
              <a:chOff x="0" y="0"/>
              <a:chExt cx="69321" cy="66990"/>
            </a:xfrm>
          </p:grpSpPr>
          <p:sp>
            <p:nvSpPr>
              <p:cNvPr id="231" name="Freeform 60">
                <a:extLst>
                  <a:ext uri="{FF2B5EF4-FFF2-40B4-BE49-F238E27FC236}">
                    <a16:creationId xmlns:a16="http://schemas.microsoft.com/office/drawing/2014/main" id="{E34C31A8-1062-A553-4936-934393602FC8}"/>
                  </a:ext>
                </a:extLst>
              </p:cNvPr>
              <p:cNvSpPr/>
              <p:nvPr/>
            </p:nvSpPr>
            <p:spPr>
              <a:xfrm>
                <a:off x="0" y="0"/>
                <a:ext cx="69321" cy="66990"/>
              </a:xfrm>
              <a:custGeom>
                <a:avLst/>
                <a:gdLst/>
                <a:ahLst/>
                <a:cxnLst/>
                <a:rect l="l" t="t" r="r" b="b"/>
                <a:pathLst>
                  <a:path w="69321" h="66990">
                    <a:moveTo>
                      <a:pt x="0" y="0"/>
                    </a:moveTo>
                    <a:lnTo>
                      <a:pt x="69321" y="0"/>
                    </a:lnTo>
                    <a:lnTo>
                      <a:pt x="69321" y="66990"/>
                    </a:lnTo>
                    <a:lnTo>
                      <a:pt x="0" y="66990"/>
                    </a:lnTo>
                    <a:close/>
                  </a:path>
                </a:pathLst>
              </a:custGeom>
              <a:solidFill>
                <a:srgbClr val="CB6CE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232" name="TextBox 61">
                <a:extLst>
                  <a:ext uri="{FF2B5EF4-FFF2-40B4-BE49-F238E27FC236}">
                    <a16:creationId xmlns:a16="http://schemas.microsoft.com/office/drawing/2014/main" id="{2EA1428E-EFBD-4DDA-ED5A-2DAC47978155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69321" cy="860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 dirty="0"/>
              </a:p>
            </p:txBody>
          </p:sp>
        </p:grpSp>
      </p:grpSp>
      <p:grpSp>
        <p:nvGrpSpPr>
          <p:cNvPr id="215" name="Grupo 214">
            <a:extLst>
              <a:ext uri="{FF2B5EF4-FFF2-40B4-BE49-F238E27FC236}">
                <a16:creationId xmlns:a16="http://schemas.microsoft.com/office/drawing/2014/main" id="{AE0623F0-B5B7-68CF-09AA-2BC06C06E05E}"/>
              </a:ext>
            </a:extLst>
          </p:cNvPr>
          <p:cNvGrpSpPr/>
          <p:nvPr/>
        </p:nvGrpSpPr>
        <p:grpSpPr>
          <a:xfrm>
            <a:off x="3530672" y="5808395"/>
            <a:ext cx="1995646" cy="413190"/>
            <a:chOff x="3899399" y="2821328"/>
            <a:chExt cx="1995646" cy="413190"/>
          </a:xfrm>
        </p:grpSpPr>
        <p:sp>
          <p:nvSpPr>
            <p:cNvPr id="227" name="TextBox 68">
              <a:extLst>
                <a:ext uri="{FF2B5EF4-FFF2-40B4-BE49-F238E27FC236}">
                  <a16:creationId xmlns:a16="http://schemas.microsoft.com/office/drawing/2014/main" id="{5ED6E0B9-586D-24F0-F987-611970AD1D89}"/>
                </a:ext>
              </a:extLst>
            </p:cNvPr>
            <p:cNvSpPr txBox="1"/>
            <p:nvPr/>
          </p:nvSpPr>
          <p:spPr>
            <a:xfrm>
              <a:off x="4222274" y="2821328"/>
              <a:ext cx="1672771" cy="4131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3359"/>
                </a:lnSpc>
              </a:pPr>
              <a:r>
                <a:rPr lang="en-US" sz="2400" spc="-6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styles-2.js</a:t>
              </a:r>
            </a:p>
          </p:txBody>
        </p:sp>
        <p:sp>
          <p:nvSpPr>
            <p:cNvPr id="228" name="Freeform 70">
              <a:extLst>
                <a:ext uri="{FF2B5EF4-FFF2-40B4-BE49-F238E27FC236}">
                  <a16:creationId xmlns:a16="http://schemas.microsoft.com/office/drawing/2014/main" id="{78E42CDB-5FD1-966A-DC22-44B16491AC16}"/>
                </a:ext>
              </a:extLst>
            </p:cNvPr>
            <p:cNvSpPr/>
            <p:nvPr/>
          </p:nvSpPr>
          <p:spPr>
            <a:xfrm>
              <a:off x="3899399" y="2918391"/>
              <a:ext cx="249008" cy="242229"/>
            </a:xfrm>
            <a:custGeom>
              <a:avLst/>
              <a:gdLst/>
              <a:ahLst/>
              <a:cxnLst/>
              <a:rect l="l" t="t" r="r" b="b"/>
              <a:pathLst>
                <a:path w="69321" h="66990">
                  <a:moveTo>
                    <a:pt x="0" y="0"/>
                  </a:moveTo>
                  <a:lnTo>
                    <a:pt x="69321" y="0"/>
                  </a:lnTo>
                  <a:lnTo>
                    <a:pt x="69321" y="66990"/>
                  </a:lnTo>
                  <a:lnTo>
                    <a:pt x="0" y="66990"/>
                  </a:lnTo>
                  <a:close/>
                </a:path>
              </a:pathLst>
            </a:custGeom>
            <a:solidFill>
              <a:srgbClr val="FFFF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216" name="Group 67">
            <a:extLst>
              <a:ext uri="{FF2B5EF4-FFF2-40B4-BE49-F238E27FC236}">
                <a16:creationId xmlns:a16="http://schemas.microsoft.com/office/drawing/2014/main" id="{DBAB9B99-3365-9CF4-CB62-663B416076F6}"/>
              </a:ext>
            </a:extLst>
          </p:cNvPr>
          <p:cNvGrpSpPr/>
          <p:nvPr/>
        </p:nvGrpSpPr>
        <p:grpSpPr>
          <a:xfrm>
            <a:off x="3532819" y="5408525"/>
            <a:ext cx="1995646" cy="341111"/>
            <a:chOff x="0" y="0"/>
            <a:chExt cx="2812553" cy="477582"/>
          </a:xfrm>
        </p:grpSpPr>
        <p:sp>
          <p:nvSpPr>
            <p:cNvPr id="223" name="TextBox 68">
              <a:extLst>
                <a:ext uri="{FF2B5EF4-FFF2-40B4-BE49-F238E27FC236}">
                  <a16:creationId xmlns:a16="http://schemas.microsoft.com/office/drawing/2014/main" id="{04886A5C-B686-B06C-405F-70C90872B6C3}"/>
                </a:ext>
              </a:extLst>
            </p:cNvPr>
            <p:cNvSpPr txBox="1"/>
            <p:nvPr/>
          </p:nvSpPr>
          <p:spPr>
            <a:xfrm>
              <a:off x="455042" y="-66675"/>
              <a:ext cx="2357511" cy="5442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3359"/>
                </a:lnSpc>
              </a:pPr>
              <a:r>
                <a:rPr lang="en-US" sz="2400" spc="-6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scripts.js</a:t>
              </a:r>
            </a:p>
          </p:txBody>
        </p:sp>
        <p:grpSp>
          <p:nvGrpSpPr>
            <p:cNvPr id="224" name="Group 69">
              <a:extLst>
                <a:ext uri="{FF2B5EF4-FFF2-40B4-BE49-F238E27FC236}">
                  <a16:creationId xmlns:a16="http://schemas.microsoft.com/office/drawing/2014/main" id="{3A8013C3-BBC4-A6E3-11CE-7096B018E16F}"/>
                </a:ext>
              </a:extLst>
            </p:cNvPr>
            <p:cNvGrpSpPr/>
            <p:nvPr/>
          </p:nvGrpSpPr>
          <p:grpSpPr>
            <a:xfrm>
              <a:off x="0" y="69221"/>
              <a:ext cx="350938" cy="339139"/>
              <a:chOff x="0" y="0"/>
              <a:chExt cx="69321" cy="66990"/>
            </a:xfrm>
          </p:grpSpPr>
          <p:sp>
            <p:nvSpPr>
              <p:cNvPr id="225" name="Freeform 70">
                <a:extLst>
                  <a:ext uri="{FF2B5EF4-FFF2-40B4-BE49-F238E27FC236}">
                    <a16:creationId xmlns:a16="http://schemas.microsoft.com/office/drawing/2014/main" id="{7D76567A-1117-A09C-A62C-3340E7E0ED28}"/>
                  </a:ext>
                </a:extLst>
              </p:cNvPr>
              <p:cNvSpPr/>
              <p:nvPr/>
            </p:nvSpPr>
            <p:spPr>
              <a:xfrm>
                <a:off x="0" y="0"/>
                <a:ext cx="69321" cy="66990"/>
              </a:xfrm>
              <a:custGeom>
                <a:avLst/>
                <a:gdLst/>
                <a:ahLst/>
                <a:cxnLst/>
                <a:rect l="l" t="t" r="r" b="b"/>
                <a:pathLst>
                  <a:path w="69321" h="66990">
                    <a:moveTo>
                      <a:pt x="0" y="0"/>
                    </a:moveTo>
                    <a:lnTo>
                      <a:pt x="69321" y="0"/>
                    </a:lnTo>
                    <a:lnTo>
                      <a:pt x="69321" y="66990"/>
                    </a:lnTo>
                    <a:lnTo>
                      <a:pt x="0" y="66990"/>
                    </a:lnTo>
                    <a:close/>
                  </a:path>
                </a:pathLst>
              </a:custGeom>
              <a:solidFill>
                <a:srgbClr val="1E3EE3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226" name="TextBox 71">
                <a:extLst>
                  <a:ext uri="{FF2B5EF4-FFF2-40B4-BE49-F238E27FC236}">
                    <a16:creationId xmlns:a16="http://schemas.microsoft.com/office/drawing/2014/main" id="{2DACBEF3-3A38-142E-82FF-CBB1A6678DFA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69321" cy="860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</p:grpSp>
      <p:grpSp>
        <p:nvGrpSpPr>
          <p:cNvPr id="217" name="Group 72">
            <a:extLst>
              <a:ext uri="{FF2B5EF4-FFF2-40B4-BE49-F238E27FC236}">
                <a16:creationId xmlns:a16="http://schemas.microsoft.com/office/drawing/2014/main" id="{A011F330-9ECE-5479-4180-5A80F4E289DF}"/>
              </a:ext>
            </a:extLst>
          </p:cNvPr>
          <p:cNvGrpSpPr/>
          <p:nvPr/>
        </p:nvGrpSpPr>
        <p:grpSpPr>
          <a:xfrm>
            <a:off x="3515432" y="4511452"/>
            <a:ext cx="2473533" cy="388733"/>
            <a:chOff x="0" y="-66674"/>
            <a:chExt cx="3486061" cy="544257"/>
          </a:xfrm>
        </p:grpSpPr>
        <p:sp>
          <p:nvSpPr>
            <p:cNvPr id="219" name="TextBox 73">
              <a:extLst>
                <a:ext uri="{FF2B5EF4-FFF2-40B4-BE49-F238E27FC236}">
                  <a16:creationId xmlns:a16="http://schemas.microsoft.com/office/drawing/2014/main" id="{FC23F71F-E6CF-7810-DE5D-66BA39FEC058}"/>
                </a:ext>
              </a:extLst>
            </p:cNvPr>
            <p:cNvSpPr txBox="1"/>
            <p:nvPr/>
          </p:nvSpPr>
          <p:spPr>
            <a:xfrm>
              <a:off x="455043" y="-66674"/>
              <a:ext cx="3031018" cy="5442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3359"/>
                </a:lnSpc>
              </a:pPr>
              <a:r>
                <a:rPr lang="en-US" sz="2400" spc="-6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index.html</a:t>
              </a:r>
            </a:p>
          </p:txBody>
        </p:sp>
        <p:grpSp>
          <p:nvGrpSpPr>
            <p:cNvPr id="220" name="Group 74">
              <a:extLst>
                <a:ext uri="{FF2B5EF4-FFF2-40B4-BE49-F238E27FC236}">
                  <a16:creationId xmlns:a16="http://schemas.microsoft.com/office/drawing/2014/main" id="{7BF75971-7DD9-AA6B-3567-4D702D31E353}"/>
                </a:ext>
              </a:extLst>
            </p:cNvPr>
            <p:cNvGrpSpPr/>
            <p:nvPr/>
          </p:nvGrpSpPr>
          <p:grpSpPr>
            <a:xfrm>
              <a:off x="0" y="69221"/>
              <a:ext cx="350938" cy="339139"/>
              <a:chOff x="0" y="0"/>
              <a:chExt cx="69321" cy="66990"/>
            </a:xfrm>
          </p:grpSpPr>
          <p:sp>
            <p:nvSpPr>
              <p:cNvPr id="221" name="Freeform 75">
                <a:extLst>
                  <a:ext uri="{FF2B5EF4-FFF2-40B4-BE49-F238E27FC236}">
                    <a16:creationId xmlns:a16="http://schemas.microsoft.com/office/drawing/2014/main" id="{E73B0060-C1C0-9F77-0022-4AD02331528A}"/>
                  </a:ext>
                </a:extLst>
              </p:cNvPr>
              <p:cNvSpPr/>
              <p:nvPr/>
            </p:nvSpPr>
            <p:spPr>
              <a:xfrm>
                <a:off x="0" y="0"/>
                <a:ext cx="69321" cy="66990"/>
              </a:xfrm>
              <a:custGeom>
                <a:avLst/>
                <a:gdLst/>
                <a:ahLst/>
                <a:cxnLst/>
                <a:rect l="l" t="t" r="r" b="b"/>
                <a:pathLst>
                  <a:path w="69321" h="66990">
                    <a:moveTo>
                      <a:pt x="0" y="0"/>
                    </a:moveTo>
                    <a:lnTo>
                      <a:pt x="69321" y="0"/>
                    </a:lnTo>
                    <a:lnTo>
                      <a:pt x="69321" y="66990"/>
                    </a:lnTo>
                    <a:lnTo>
                      <a:pt x="0" y="66990"/>
                    </a:lnTo>
                    <a:close/>
                  </a:path>
                </a:pathLst>
              </a:custGeom>
              <a:solidFill>
                <a:srgbClr val="7ED957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222" name="TextBox 76">
                <a:extLst>
                  <a:ext uri="{FF2B5EF4-FFF2-40B4-BE49-F238E27FC236}">
                    <a16:creationId xmlns:a16="http://schemas.microsoft.com/office/drawing/2014/main" id="{7119602A-0866-54D5-B420-54286F29F3F5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69321" cy="860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</p:grpSp>
      <p:sp>
        <p:nvSpPr>
          <p:cNvPr id="218" name="Rectángulo 217">
            <a:extLst>
              <a:ext uri="{FF2B5EF4-FFF2-40B4-BE49-F238E27FC236}">
                <a16:creationId xmlns:a16="http://schemas.microsoft.com/office/drawing/2014/main" id="{6616ADCA-22A4-CA28-307A-9F90CFB5874C}"/>
              </a:ext>
            </a:extLst>
          </p:cNvPr>
          <p:cNvSpPr/>
          <p:nvPr/>
        </p:nvSpPr>
        <p:spPr>
          <a:xfrm>
            <a:off x="3246393" y="5152688"/>
            <a:ext cx="2150657" cy="5675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grpSp>
        <p:nvGrpSpPr>
          <p:cNvPr id="233" name="Grupo 232">
            <a:extLst>
              <a:ext uri="{FF2B5EF4-FFF2-40B4-BE49-F238E27FC236}">
                <a16:creationId xmlns:a16="http://schemas.microsoft.com/office/drawing/2014/main" id="{DFE33BB7-A59A-7C0B-92C8-2DFCEA3830A6}"/>
              </a:ext>
            </a:extLst>
          </p:cNvPr>
          <p:cNvGrpSpPr/>
          <p:nvPr/>
        </p:nvGrpSpPr>
        <p:grpSpPr>
          <a:xfrm>
            <a:off x="1456673" y="2672822"/>
            <a:ext cx="5369360" cy="742727"/>
            <a:chOff x="11277600" y="1501245"/>
            <a:chExt cx="7277100" cy="1203855"/>
          </a:xfrm>
        </p:grpSpPr>
        <p:grpSp>
          <p:nvGrpSpPr>
            <p:cNvPr id="234" name="Group 9">
              <a:extLst>
                <a:ext uri="{FF2B5EF4-FFF2-40B4-BE49-F238E27FC236}">
                  <a16:creationId xmlns:a16="http://schemas.microsoft.com/office/drawing/2014/main" id="{4F493FB3-F780-E622-C738-3AF1E7A8FCF4}"/>
                </a:ext>
              </a:extLst>
            </p:cNvPr>
            <p:cNvGrpSpPr/>
            <p:nvPr/>
          </p:nvGrpSpPr>
          <p:grpSpPr>
            <a:xfrm>
              <a:off x="11277600" y="1501245"/>
              <a:ext cx="7277100" cy="1203855"/>
              <a:chOff x="0" y="-47625"/>
              <a:chExt cx="2734992" cy="466725"/>
            </a:xfrm>
          </p:grpSpPr>
          <p:sp>
            <p:nvSpPr>
              <p:cNvPr id="238" name="Freeform 10">
                <a:extLst>
                  <a:ext uri="{FF2B5EF4-FFF2-40B4-BE49-F238E27FC236}">
                    <a16:creationId xmlns:a16="http://schemas.microsoft.com/office/drawing/2014/main" id="{3FC1FFD0-C3A7-E241-01B5-507468C68C6A}"/>
                  </a:ext>
                </a:extLst>
              </p:cNvPr>
              <p:cNvSpPr/>
              <p:nvPr/>
            </p:nvSpPr>
            <p:spPr>
              <a:xfrm>
                <a:off x="0" y="0"/>
                <a:ext cx="2734992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2031332" h="419100">
                    <a:moveTo>
                      <a:pt x="23643" y="0"/>
                    </a:moveTo>
                    <a:lnTo>
                      <a:pt x="2007689" y="0"/>
                    </a:lnTo>
                    <a:cubicBezTo>
                      <a:pt x="2020747" y="0"/>
                      <a:pt x="2031332" y="10585"/>
                      <a:pt x="2031332" y="23643"/>
                    </a:cubicBezTo>
                    <a:lnTo>
                      <a:pt x="2031332" y="395457"/>
                    </a:lnTo>
                    <a:cubicBezTo>
                      <a:pt x="2031332" y="401727"/>
                      <a:pt x="2028841" y="407741"/>
                      <a:pt x="2024407" y="412175"/>
                    </a:cubicBezTo>
                    <a:cubicBezTo>
                      <a:pt x="2019973" y="416609"/>
                      <a:pt x="2013959" y="419100"/>
                      <a:pt x="2007689" y="419100"/>
                    </a:cubicBezTo>
                    <a:lnTo>
                      <a:pt x="23643" y="419100"/>
                    </a:lnTo>
                    <a:cubicBezTo>
                      <a:pt x="17373" y="419100"/>
                      <a:pt x="11359" y="416609"/>
                      <a:pt x="6925" y="412175"/>
                    </a:cubicBezTo>
                    <a:cubicBezTo>
                      <a:pt x="2491" y="407741"/>
                      <a:pt x="0" y="401727"/>
                      <a:pt x="0" y="395457"/>
                    </a:cubicBezTo>
                    <a:lnTo>
                      <a:pt x="0" y="23643"/>
                    </a:lnTo>
                    <a:cubicBezTo>
                      <a:pt x="0" y="17373"/>
                      <a:pt x="2491" y="11359"/>
                      <a:pt x="6925" y="6925"/>
                    </a:cubicBezTo>
                    <a:cubicBezTo>
                      <a:pt x="11359" y="2491"/>
                      <a:pt x="17373" y="0"/>
                      <a:pt x="23643" y="0"/>
                    </a:cubicBezTo>
                    <a:close/>
                  </a:path>
                </a:pathLst>
              </a:custGeom>
              <a:noFill/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239" name="TextBox 11">
                <a:extLst>
                  <a:ext uri="{FF2B5EF4-FFF2-40B4-BE49-F238E27FC236}">
                    <a16:creationId xmlns:a16="http://schemas.microsoft.com/office/drawing/2014/main" id="{B1752CA3-3B1C-35AF-4B4A-A6B0730F4A68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2031332" cy="4667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11"/>
                  </a:lnSpc>
                </a:pPr>
                <a:endParaRPr/>
              </a:p>
            </p:txBody>
          </p:sp>
        </p:grpSp>
        <p:grpSp>
          <p:nvGrpSpPr>
            <p:cNvPr id="235" name="Grupo 234">
              <a:extLst>
                <a:ext uri="{FF2B5EF4-FFF2-40B4-BE49-F238E27FC236}">
                  <a16:creationId xmlns:a16="http://schemas.microsoft.com/office/drawing/2014/main" id="{CF019C61-DB00-6319-A616-6CCE05AFBD55}"/>
                </a:ext>
              </a:extLst>
            </p:cNvPr>
            <p:cNvGrpSpPr/>
            <p:nvPr/>
          </p:nvGrpSpPr>
          <p:grpSpPr>
            <a:xfrm>
              <a:off x="12279056" y="1790700"/>
              <a:ext cx="4970491" cy="695681"/>
              <a:chOff x="12337765" y="1831143"/>
              <a:chExt cx="4970491" cy="695681"/>
            </a:xfrm>
          </p:grpSpPr>
          <p:sp>
            <p:nvSpPr>
              <p:cNvPr id="236" name="TextBox 14">
                <a:extLst>
                  <a:ext uri="{FF2B5EF4-FFF2-40B4-BE49-F238E27FC236}">
                    <a16:creationId xmlns:a16="http://schemas.microsoft.com/office/drawing/2014/main" id="{36FE5A2B-6206-58EE-37B1-1461248975E8}"/>
                  </a:ext>
                </a:extLst>
              </p:cNvPr>
              <p:cNvSpPr txBox="1"/>
              <p:nvPr/>
            </p:nvSpPr>
            <p:spPr>
              <a:xfrm>
                <a:off x="13117929" y="1916776"/>
                <a:ext cx="4190327" cy="52441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3611"/>
                  </a:lnSpc>
                </a:pPr>
                <a:r>
                  <a:rPr lang="en-US" sz="2799" dirty="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feature/mi-</a:t>
                </a:r>
                <a:r>
                  <a:rPr lang="en-US" sz="2799" dirty="0" err="1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rama</a:t>
                </a:r>
                <a:endParaRPr lang="en-US" sz="2799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pic>
            <p:nvPicPr>
              <p:cNvPr id="237" name="Imagen 236" descr="Git-branch - Free vector icons on creazilla.com">
                <a:extLst>
                  <a:ext uri="{FF2B5EF4-FFF2-40B4-BE49-F238E27FC236}">
                    <a16:creationId xmlns:a16="http://schemas.microsoft.com/office/drawing/2014/main" id="{3732F71D-77F3-C56F-6690-4D74098A639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duotone>
                  <a:schemeClr val="accent3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rightnessContrast bright="40000" contrast="4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12337765" y="1831143"/>
                <a:ext cx="695681" cy="695681"/>
              </a:xfrm>
              <a:prstGeom prst="rect">
                <a:avLst/>
              </a:prstGeom>
            </p:spPr>
          </p:pic>
        </p:grpSp>
      </p:grpSp>
      <p:grpSp>
        <p:nvGrpSpPr>
          <p:cNvPr id="240" name="Grupo 239">
            <a:extLst>
              <a:ext uri="{FF2B5EF4-FFF2-40B4-BE49-F238E27FC236}">
                <a16:creationId xmlns:a16="http://schemas.microsoft.com/office/drawing/2014/main" id="{0BFE005E-00A6-9101-66DF-7CC7677A91E0}"/>
              </a:ext>
            </a:extLst>
          </p:cNvPr>
          <p:cNvGrpSpPr/>
          <p:nvPr/>
        </p:nvGrpSpPr>
        <p:grpSpPr>
          <a:xfrm>
            <a:off x="1456672" y="1738380"/>
            <a:ext cx="5723513" cy="973670"/>
            <a:chOff x="709547" y="2145505"/>
            <a:chExt cx="5369360" cy="973670"/>
          </a:xfrm>
        </p:grpSpPr>
        <p:grpSp>
          <p:nvGrpSpPr>
            <p:cNvPr id="241" name="Group 9">
              <a:extLst>
                <a:ext uri="{FF2B5EF4-FFF2-40B4-BE49-F238E27FC236}">
                  <a16:creationId xmlns:a16="http://schemas.microsoft.com/office/drawing/2014/main" id="{21B3DC31-166F-F765-2ED3-131537BC549E}"/>
                </a:ext>
              </a:extLst>
            </p:cNvPr>
            <p:cNvGrpSpPr/>
            <p:nvPr/>
          </p:nvGrpSpPr>
          <p:grpSpPr>
            <a:xfrm>
              <a:off x="709547" y="2145505"/>
              <a:ext cx="5369360" cy="973670"/>
              <a:chOff x="0" y="-47625"/>
              <a:chExt cx="2734992" cy="466725"/>
            </a:xfrm>
          </p:grpSpPr>
          <p:sp>
            <p:nvSpPr>
              <p:cNvPr id="244" name="Freeform 10">
                <a:extLst>
                  <a:ext uri="{FF2B5EF4-FFF2-40B4-BE49-F238E27FC236}">
                    <a16:creationId xmlns:a16="http://schemas.microsoft.com/office/drawing/2014/main" id="{8E5993AC-4FAF-7AC1-64D6-ABA374AC66C7}"/>
                  </a:ext>
                </a:extLst>
              </p:cNvPr>
              <p:cNvSpPr/>
              <p:nvPr/>
            </p:nvSpPr>
            <p:spPr>
              <a:xfrm>
                <a:off x="0" y="0"/>
                <a:ext cx="2734992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2031332" h="419100">
                    <a:moveTo>
                      <a:pt x="23643" y="0"/>
                    </a:moveTo>
                    <a:lnTo>
                      <a:pt x="2007689" y="0"/>
                    </a:lnTo>
                    <a:cubicBezTo>
                      <a:pt x="2020747" y="0"/>
                      <a:pt x="2031332" y="10585"/>
                      <a:pt x="2031332" y="23643"/>
                    </a:cubicBezTo>
                    <a:lnTo>
                      <a:pt x="2031332" y="395457"/>
                    </a:lnTo>
                    <a:cubicBezTo>
                      <a:pt x="2031332" y="401727"/>
                      <a:pt x="2028841" y="407741"/>
                      <a:pt x="2024407" y="412175"/>
                    </a:cubicBezTo>
                    <a:cubicBezTo>
                      <a:pt x="2019973" y="416609"/>
                      <a:pt x="2013959" y="419100"/>
                      <a:pt x="2007689" y="419100"/>
                    </a:cubicBezTo>
                    <a:lnTo>
                      <a:pt x="23643" y="419100"/>
                    </a:lnTo>
                    <a:cubicBezTo>
                      <a:pt x="17373" y="419100"/>
                      <a:pt x="11359" y="416609"/>
                      <a:pt x="6925" y="412175"/>
                    </a:cubicBezTo>
                    <a:cubicBezTo>
                      <a:pt x="2491" y="407741"/>
                      <a:pt x="0" y="401727"/>
                      <a:pt x="0" y="395457"/>
                    </a:cubicBezTo>
                    <a:lnTo>
                      <a:pt x="0" y="23643"/>
                    </a:lnTo>
                    <a:cubicBezTo>
                      <a:pt x="0" y="17373"/>
                      <a:pt x="2491" y="11359"/>
                      <a:pt x="6925" y="6925"/>
                    </a:cubicBezTo>
                    <a:cubicBezTo>
                      <a:pt x="11359" y="2491"/>
                      <a:pt x="17373" y="0"/>
                      <a:pt x="23643" y="0"/>
                    </a:cubicBez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245" name="TextBox 11">
                <a:extLst>
                  <a:ext uri="{FF2B5EF4-FFF2-40B4-BE49-F238E27FC236}">
                    <a16:creationId xmlns:a16="http://schemas.microsoft.com/office/drawing/2014/main" id="{4E9C7D25-0021-347F-DFBA-B4B0188F2CA7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2031332" cy="4667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11"/>
                  </a:lnSpc>
                </a:pPr>
                <a:endParaRPr/>
              </a:p>
            </p:txBody>
          </p:sp>
        </p:grpSp>
        <p:sp>
          <p:nvSpPr>
            <p:cNvPr id="242" name="TextBox 14">
              <a:extLst>
                <a:ext uri="{FF2B5EF4-FFF2-40B4-BE49-F238E27FC236}">
                  <a16:creationId xmlns:a16="http://schemas.microsoft.com/office/drawing/2014/main" id="{542426A7-457A-D574-6E54-FFB456CAB751}"/>
                </a:ext>
              </a:extLst>
            </p:cNvPr>
            <p:cNvSpPr txBox="1"/>
            <p:nvPr/>
          </p:nvSpPr>
          <p:spPr>
            <a:xfrm>
              <a:off x="1451443" y="2480525"/>
              <a:ext cx="3989996" cy="4241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>
                <a:lnSpc>
                  <a:spcPts val="3095"/>
                </a:lnSpc>
              </a:pPr>
              <a:r>
                <a:rPr lang="en-US" sz="2800" spc="-131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mi-</a:t>
              </a:r>
              <a:r>
                <a:rPr lang="en-US" sz="2800" spc="-131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proyecto</a:t>
              </a:r>
              <a:r>
                <a:rPr lang="en-US" sz="2800" spc="-131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-</a:t>
              </a:r>
              <a:r>
                <a:rPr lang="en-US" sz="2800" spc="-131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clonado</a:t>
              </a:r>
              <a:endParaRPr lang="en-US" sz="2800" spc="-13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43" name="Freeform 50">
              <a:extLst>
                <a:ext uri="{FF2B5EF4-FFF2-40B4-BE49-F238E27FC236}">
                  <a16:creationId xmlns:a16="http://schemas.microsoft.com/office/drawing/2014/main" id="{865359B8-74B4-FF35-0B00-D0699038B35A}"/>
                </a:ext>
              </a:extLst>
            </p:cNvPr>
            <p:cNvSpPr/>
            <p:nvPr/>
          </p:nvSpPr>
          <p:spPr>
            <a:xfrm>
              <a:off x="1026470" y="2429721"/>
              <a:ext cx="444723" cy="394760"/>
            </a:xfrm>
            <a:custGeom>
              <a:avLst/>
              <a:gdLst/>
              <a:ahLst/>
              <a:cxnLst/>
              <a:rect l="l" t="t" r="r" b="b"/>
              <a:pathLst>
                <a:path w="626768" h="552695">
                  <a:moveTo>
                    <a:pt x="0" y="0"/>
                  </a:moveTo>
                  <a:lnTo>
                    <a:pt x="626768" y="0"/>
                  </a:lnTo>
                  <a:lnTo>
                    <a:pt x="626768" y="552695"/>
                  </a:lnTo>
                  <a:lnTo>
                    <a:pt x="0" y="5526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246" name="Group 9">
            <a:extLst>
              <a:ext uri="{FF2B5EF4-FFF2-40B4-BE49-F238E27FC236}">
                <a16:creationId xmlns:a16="http://schemas.microsoft.com/office/drawing/2014/main" id="{6AA8F16E-34FB-6F72-2263-6198E66763A8}"/>
              </a:ext>
            </a:extLst>
          </p:cNvPr>
          <p:cNvGrpSpPr/>
          <p:nvPr/>
        </p:nvGrpSpPr>
        <p:grpSpPr>
          <a:xfrm>
            <a:off x="2332163" y="3945685"/>
            <a:ext cx="4892112" cy="973670"/>
            <a:chOff x="0" y="-47625"/>
            <a:chExt cx="2734992" cy="466725"/>
          </a:xfrm>
        </p:grpSpPr>
        <p:sp>
          <p:nvSpPr>
            <p:cNvPr id="247" name="Freeform 10">
              <a:extLst>
                <a:ext uri="{FF2B5EF4-FFF2-40B4-BE49-F238E27FC236}">
                  <a16:creationId xmlns:a16="http://schemas.microsoft.com/office/drawing/2014/main" id="{A9A882F0-C95D-05D3-E99B-84919E854522}"/>
                </a:ext>
              </a:extLst>
            </p:cNvPr>
            <p:cNvSpPr/>
            <p:nvPr/>
          </p:nvSpPr>
          <p:spPr>
            <a:xfrm>
              <a:off x="0" y="0"/>
              <a:ext cx="2734992" cy="419100"/>
            </a:xfrm>
            <a:custGeom>
              <a:avLst/>
              <a:gdLst/>
              <a:ahLst/>
              <a:cxnLst/>
              <a:rect l="l" t="t" r="r" b="b"/>
              <a:pathLst>
                <a:path w="2031332" h="419100">
                  <a:moveTo>
                    <a:pt x="23643" y="0"/>
                  </a:moveTo>
                  <a:lnTo>
                    <a:pt x="2007689" y="0"/>
                  </a:lnTo>
                  <a:cubicBezTo>
                    <a:pt x="2020747" y="0"/>
                    <a:pt x="2031332" y="10585"/>
                    <a:pt x="2031332" y="23643"/>
                  </a:cubicBezTo>
                  <a:lnTo>
                    <a:pt x="2031332" y="395457"/>
                  </a:lnTo>
                  <a:cubicBezTo>
                    <a:pt x="2031332" y="401727"/>
                    <a:pt x="2028841" y="407741"/>
                    <a:pt x="2024407" y="412175"/>
                  </a:cubicBezTo>
                  <a:cubicBezTo>
                    <a:pt x="2019973" y="416609"/>
                    <a:pt x="2013959" y="419100"/>
                    <a:pt x="2007689" y="419100"/>
                  </a:cubicBezTo>
                  <a:lnTo>
                    <a:pt x="23643" y="419100"/>
                  </a:lnTo>
                  <a:cubicBezTo>
                    <a:pt x="17373" y="419100"/>
                    <a:pt x="11359" y="416609"/>
                    <a:pt x="6925" y="412175"/>
                  </a:cubicBezTo>
                  <a:cubicBezTo>
                    <a:pt x="2491" y="407741"/>
                    <a:pt x="0" y="401727"/>
                    <a:pt x="0" y="395457"/>
                  </a:cubicBezTo>
                  <a:lnTo>
                    <a:pt x="0" y="23643"/>
                  </a:lnTo>
                  <a:cubicBezTo>
                    <a:pt x="0" y="17373"/>
                    <a:pt x="2491" y="11359"/>
                    <a:pt x="6925" y="6925"/>
                  </a:cubicBezTo>
                  <a:cubicBezTo>
                    <a:pt x="11359" y="2491"/>
                    <a:pt x="17373" y="0"/>
                    <a:pt x="23643" y="0"/>
                  </a:cubicBezTo>
                  <a:close/>
                </a:path>
              </a:pathLst>
            </a:custGeom>
            <a:noFill/>
          </p:spPr>
          <p:txBody>
            <a:bodyPr/>
            <a:lstStyle/>
            <a:p>
              <a:endParaRPr lang="es-MX" dirty="0"/>
            </a:p>
          </p:txBody>
        </p:sp>
        <p:sp>
          <p:nvSpPr>
            <p:cNvPr id="248" name="TextBox 11">
              <a:extLst>
                <a:ext uri="{FF2B5EF4-FFF2-40B4-BE49-F238E27FC236}">
                  <a16:creationId xmlns:a16="http://schemas.microsoft.com/office/drawing/2014/main" id="{F7622197-1898-CA55-93CE-81D14DFE961E}"/>
                </a:ext>
              </a:extLst>
            </p:cNvPr>
            <p:cNvSpPr txBox="1"/>
            <p:nvPr/>
          </p:nvSpPr>
          <p:spPr>
            <a:xfrm>
              <a:off x="0" y="-47625"/>
              <a:ext cx="2031332" cy="4667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11"/>
                </a:lnSpc>
              </a:pPr>
              <a:endParaRPr/>
            </a:p>
          </p:txBody>
        </p:sp>
      </p:grpSp>
      <p:grpSp>
        <p:nvGrpSpPr>
          <p:cNvPr id="249" name="Grupo 248">
            <a:extLst>
              <a:ext uri="{FF2B5EF4-FFF2-40B4-BE49-F238E27FC236}">
                <a16:creationId xmlns:a16="http://schemas.microsoft.com/office/drawing/2014/main" id="{DCC45911-15A8-DA5B-5D60-F38AD18902F4}"/>
              </a:ext>
            </a:extLst>
          </p:cNvPr>
          <p:cNvGrpSpPr/>
          <p:nvPr/>
        </p:nvGrpSpPr>
        <p:grpSpPr>
          <a:xfrm>
            <a:off x="2517559" y="3409181"/>
            <a:ext cx="1693251" cy="464701"/>
            <a:chOff x="2522434" y="5922073"/>
            <a:chExt cx="1693251" cy="464701"/>
          </a:xfrm>
        </p:grpSpPr>
        <p:sp>
          <p:nvSpPr>
            <p:cNvPr id="250" name="TextBox 14">
              <a:extLst>
                <a:ext uri="{FF2B5EF4-FFF2-40B4-BE49-F238E27FC236}">
                  <a16:creationId xmlns:a16="http://schemas.microsoft.com/office/drawing/2014/main" id="{B255EDA7-0517-C1AB-AD25-6549E426B0E5}"/>
                </a:ext>
              </a:extLst>
            </p:cNvPr>
            <p:cNvSpPr txBox="1"/>
            <p:nvPr/>
          </p:nvSpPr>
          <p:spPr>
            <a:xfrm>
              <a:off x="3012993" y="5962630"/>
              <a:ext cx="1202692" cy="4241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>
                <a:lnSpc>
                  <a:spcPts val="3095"/>
                </a:lnSpc>
              </a:pPr>
              <a:r>
                <a:rPr lang="en-US" sz="2800" spc="-131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src</a:t>
              </a:r>
              <a:endParaRPr lang="en-US" sz="2800" spc="-13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pic>
          <p:nvPicPr>
            <p:cNvPr id="251" name="Imagen 250" descr="Icono De Carpeta Morada">
              <a:extLst>
                <a:ext uri="{FF2B5EF4-FFF2-40B4-BE49-F238E27FC236}">
                  <a16:creationId xmlns:a16="http://schemas.microsoft.com/office/drawing/2014/main" id="{870823DF-0B92-8390-A882-EB22774B5C0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522434" y="5922073"/>
              <a:ext cx="447528" cy="447528"/>
            </a:xfrm>
            <a:prstGeom prst="rect">
              <a:avLst/>
            </a:prstGeom>
          </p:spPr>
        </p:pic>
      </p:grpSp>
      <p:grpSp>
        <p:nvGrpSpPr>
          <p:cNvPr id="252" name="Grupo 251">
            <a:extLst>
              <a:ext uri="{FF2B5EF4-FFF2-40B4-BE49-F238E27FC236}">
                <a16:creationId xmlns:a16="http://schemas.microsoft.com/office/drawing/2014/main" id="{454E3196-84E5-F470-5E18-BF8D7EC03507}"/>
              </a:ext>
            </a:extLst>
          </p:cNvPr>
          <p:cNvGrpSpPr/>
          <p:nvPr/>
        </p:nvGrpSpPr>
        <p:grpSpPr>
          <a:xfrm>
            <a:off x="3006785" y="6350964"/>
            <a:ext cx="1693251" cy="464701"/>
            <a:chOff x="2522434" y="5922073"/>
            <a:chExt cx="1693251" cy="464701"/>
          </a:xfrm>
        </p:grpSpPr>
        <p:sp>
          <p:nvSpPr>
            <p:cNvPr id="253" name="TextBox 14">
              <a:extLst>
                <a:ext uri="{FF2B5EF4-FFF2-40B4-BE49-F238E27FC236}">
                  <a16:creationId xmlns:a16="http://schemas.microsoft.com/office/drawing/2014/main" id="{935B14AB-3F51-698F-6E41-FDB217D8CAF2}"/>
                </a:ext>
              </a:extLst>
            </p:cNvPr>
            <p:cNvSpPr txBox="1"/>
            <p:nvPr/>
          </p:nvSpPr>
          <p:spPr>
            <a:xfrm>
              <a:off x="3012993" y="5962630"/>
              <a:ext cx="1202692" cy="4241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>
                <a:lnSpc>
                  <a:spcPts val="3095"/>
                </a:lnSpc>
              </a:pPr>
              <a:r>
                <a:rPr lang="en-US" sz="2800" spc="-131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img</a:t>
              </a:r>
              <a:endParaRPr lang="en-US" sz="2800" spc="-13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pic>
          <p:nvPicPr>
            <p:cNvPr id="254" name="Imagen 253" descr="Icono De Carpeta Morada">
              <a:extLst>
                <a:ext uri="{FF2B5EF4-FFF2-40B4-BE49-F238E27FC236}">
                  <a16:creationId xmlns:a16="http://schemas.microsoft.com/office/drawing/2014/main" id="{B99AC5AC-9302-5360-4BA9-3A323F7E8DE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522434" y="5922073"/>
              <a:ext cx="447528" cy="447528"/>
            </a:xfrm>
            <a:prstGeom prst="rect">
              <a:avLst/>
            </a:prstGeom>
          </p:spPr>
        </p:pic>
      </p:grpSp>
      <p:grpSp>
        <p:nvGrpSpPr>
          <p:cNvPr id="256" name="Group 57">
            <a:extLst>
              <a:ext uri="{FF2B5EF4-FFF2-40B4-BE49-F238E27FC236}">
                <a16:creationId xmlns:a16="http://schemas.microsoft.com/office/drawing/2014/main" id="{B2DDEA6F-7B77-6D1E-EFAE-E6B4820B3756}"/>
              </a:ext>
            </a:extLst>
          </p:cNvPr>
          <p:cNvGrpSpPr/>
          <p:nvPr/>
        </p:nvGrpSpPr>
        <p:grpSpPr>
          <a:xfrm>
            <a:off x="3474658" y="7327350"/>
            <a:ext cx="1876174" cy="413190"/>
            <a:chOff x="0" y="-66675"/>
            <a:chExt cx="2644177" cy="578498"/>
          </a:xfrm>
        </p:grpSpPr>
        <p:sp>
          <p:nvSpPr>
            <p:cNvPr id="264" name="TextBox 58">
              <a:extLst>
                <a:ext uri="{FF2B5EF4-FFF2-40B4-BE49-F238E27FC236}">
                  <a16:creationId xmlns:a16="http://schemas.microsoft.com/office/drawing/2014/main" id="{12C7907F-DFBB-22E9-ADF0-31659DA9442C}"/>
                </a:ext>
              </a:extLst>
            </p:cNvPr>
            <p:cNvSpPr txBox="1"/>
            <p:nvPr/>
          </p:nvSpPr>
          <p:spPr>
            <a:xfrm>
              <a:off x="455042" y="-66675"/>
              <a:ext cx="2189135" cy="5784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3359"/>
                </a:lnSpc>
              </a:pPr>
              <a:r>
                <a:rPr lang="en-US" sz="2400" spc="-6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Img-2.png</a:t>
              </a:r>
            </a:p>
          </p:txBody>
        </p:sp>
        <p:grpSp>
          <p:nvGrpSpPr>
            <p:cNvPr id="265" name="Group 59">
              <a:extLst>
                <a:ext uri="{FF2B5EF4-FFF2-40B4-BE49-F238E27FC236}">
                  <a16:creationId xmlns:a16="http://schemas.microsoft.com/office/drawing/2014/main" id="{04AF685A-5804-F4B4-CD64-30B5D5189C86}"/>
                </a:ext>
              </a:extLst>
            </p:cNvPr>
            <p:cNvGrpSpPr/>
            <p:nvPr/>
          </p:nvGrpSpPr>
          <p:grpSpPr>
            <a:xfrm>
              <a:off x="0" y="69221"/>
              <a:ext cx="350938" cy="339139"/>
              <a:chOff x="0" y="0"/>
              <a:chExt cx="69321" cy="66990"/>
            </a:xfrm>
          </p:grpSpPr>
          <p:sp>
            <p:nvSpPr>
              <p:cNvPr id="266" name="Freeform 60">
                <a:extLst>
                  <a:ext uri="{FF2B5EF4-FFF2-40B4-BE49-F238E27FC236}">
                    <a16:creationId xmlns:a16="http://schemas.microsoft.com/office/drawing/2014/main" id="{E133E7EA-1EFD-A97B-6F86-A3D80C4691DD}"/>
                  </a:ext>
                </a:extLst>
              </p:cNvPr>
              <p:cNvSpPr/>
              <p:nvPr/>
            </p:nvSpPr>
            <p:spPr>
              <a:xfrm>
                <a:off x="0" y="0"/>
                <a:ext cx="69321" cy="66990"/>
              </a:xfrm>
              <a:custGeom>
                <a:avLst/>
                <a:gdLst/>
                <a:ahLst/>
                <a:cxnLst/>
                <a:rect l="l" t="t" r="r" b="b"/>
                <a:pathLst>
                  <a:path w="69321" h="66990">
                    <a:moveTo>
                      <a:pt x="0" y="0"/>
                    </a:moveTo>
                    <a:lnTo>
                      <a:pt x="69321" y="0"/>
                    </a:lnTo>
                    <a:lnTo>
                      <a:pt x="69321" y="66990"/>
                    </a:lnTo>
                    <a:lnTo>
                      <a:pt x="0" y="6699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267" name="TextBox 61">
                <a:extLst>
                  <a:ext uri="{FF2B5EF4-FFF2-40B4-BE49-F238E27FC236}">
                    <a16:creationId xmlns:a16="http://schemas.microsoft.com/office/drawing/2014/main" id="{298EFAB8-EBDB-0DCC-6CD1-DF07E363DD94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69321" cy="860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 dirty="0"/>
              </a:p>
            </p:txBody>
          </p:sp>
        </p:grpSp>
      </p:grpSp>
      <p:sp>
        <p:nvSpPr>
          <p:cNvPr id="257" name="TextBox 71">
            <a:extLst>
              <a:ext uri="{FF2B5EF4-FFF2-40B4-BE49-F238E27FC236}">
                <a16:creationId xmlns:a16="http://schemas.microsoft.com/office/drawing/2014/main" id="{C5F1661B-1563-6745-B3BB-EC1B462C7E63}"/>
              </a:ext>
            </a:extLst>
          </p:cNvPr>
          <p:cNvSpPr txBox="1"/>
          <p:nvPr/>
        </p:nvSpPr>
        <p:spPr>
          <a:xfrm>
            <a:off x="3475528" y="7778279"/>
            <a:ext cx="249008" cy="311112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1874"/>
              </a:lnSpc>
            </a:pPr>
            <a:endParaRPr/>
          </a:p>
        </p:txBody>
      </p:sp>
      <p:grpSp>
        <p:nvGrpSpPr>
          <p:cNvPr id="258" name="Group 72">
            <a:extLst>
              <a:ext uri="{FF2B5EF4-FFF2-40B4-BE49-F238E27FC236}">
                <a16:creationId xmlns:a16="http://schemas.microsoft.com/office/drawing/2014/main" id="{3C5D2C07-3B44-2FAC-F03B-AAD729829483}"/>
              </a:ext>
            </a:extLst>
          </p:cNvPr>
          <p:cNvGrpSpPr/>
          <p:nvPr/>
        </p:nvGrpSpPr>
        <p:grpSpPr>
          <a:xfrm>
            <a:off x="3458141" y="6900648"/>
            <a:ext cx="2473533" cy="413190"/>
            <a:chOff x="0" y="-66674"/>
            <a:chExt cx="3486061" cy="578499"/>
          </a:xfrm>
        </p:grpSpPr>
        <p:sp>
          <p:nvSpPr>
            <p:cNvPr id="260" name="TextBox 73">
              <a:extLst>
                <a:ext uri="{FF2B5EF4-FFF2-40B4-BE49-F238E27FC236}">
                  <a16:creationId xmlns:a16="http://schemas.microsoft.com/office/drawing/2014/main" id="{3BE81790-85B4-58A3-A49C-B419A06E9A23}"/>
                </a:ext>
              </a:extLst>
            </p:cNvPr>
            <p:cNvSpPr txBox="1"/>
            <p:nvPr/>
          </p:nvSpPr>
          <p:spPr>
            <a:xfrm>
              <a:off x="455044" y="-66674"/>
              <a:ext cx="3031017" cy="5784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3359"/>
                </a:lnSpc>
              </a:pPr>
              <a:r>
                <a:rPr lang="en-US" sz="2400" spc="-6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Img-1.png</a:t>
              </a:r>
            </a:p>
          </p:txBody>
        </p:sp>
        <p:grpSp>
          <p:nvGrpSpPr>
            <p:cNvPr id="261" name="Group 74">
              <a:extLst>
                <a:ext uri="{FF2B5EF4-FFF2-40B4-BE49-F238E27FC236}">
                  <a16:creationId xmlns:a16="http://schemas.microsoft.com/office/drawing/2014/main" id="{2DC6F725-3EF0-B3AB-1623-837C39DD6133}"/>
                </a:ext>
              </a:extLst>
            </p:cNvPr>
            <p:cNvGrpSpPr/>
            <p:nvPr/>
          </p:nvGrpSpPr>
          <p:grpSpPr>
            <a:xfrm>
              <a:off x="0" y="69221"/>
              <a:ext cx="350938" cy="339139"/>
              <a:chOff x="0" y="0"/>
              <a:chExt cx="69321" cy="66990"/>
            </a:xfrm>
          </p:grpSpPr>
          <p:sp>
            <p:nvSpPr>
              <p:cNvPr id="262" name="Freeform 75">
                <a:extLst>
                  <a:ext uri="{FF2B5EF4-FFF2-40B4-BE49-F238E27FC236}">
                    <a16:creationId xmlns:a16="http://schemas.microsoft.com/office/drawing/2014/main" id="{DE4051FA-E4FE-C130-EE78-005C5043F195}"/>
                  </a:ext>
                </a:extLst>
              </p:cNvPr>
              <p:cNvSpPr/>
              <p:nvPr/>
            </p:nvSpPr>
            <p:spPr>
              <a:xfrm>
                <a:off x="0" y="0"/>
                <a:ext cx="69321" cy="66990"/>
              </a:xfrm>
              <a:custGeom>
                <a:avLst/>
                <a:gdLst/>
                <a:ahLst/>
                <a:cxnLst/>
                <a:rect l="l" t="t" r="r" b="b"/>
                <a:pathLst>
                  <a:path w="69321" h="66990">
                    <a:moveTo>
                      <a:pt x="0" y="0"/>
                    </a:moveTo>
                    <a:lnTo>
                      <a:pt x="69321" y="0"/>
                    </a:lnTo>
                    <a:lnTo>
                      <a:pt x="69321" y="66990"/>
                    </a:lnTo>
                    <a:lnTo>
                      <a:pt x="0" y="66990"/>
                    </a:lnTo>
                    <a:close/>
                  </a:path>
                </a:pathLst>
              </a:custGeom>
              <a:solidFill>
                <a:srgbClr val="00B0F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263" name="TextBox 76">
                <a:extLst>
                  <a:ext uri="{FF2B5EF4-FFF2-40B4-BE49-F238E27FC236}">
                    <a16:creationId xmlns:a16="http://schemas.microsoft.com/office/drawing/2014/main" id="{9F31A0A9-5A5E-7A7E-D279-B5590EA7A0BA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69321" cy="860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</p:grpSp>
      <p:sp>
        <p:nvSpPr>
          <p:cNvPr id="259" name="Rectángulo 258">
            <a:extLst>
              <a:ext uri="{FF2B5EF4-FFF2-40B4-BE49-F238E27FC236}">
                <a16:creationId xmlns:a16="http://schemas.microsoft.com/office/drawing/2014/main" id="{7EC20A33-5C70-B6A0-B6D7-EFE436EE404E}"/>
              </a:ext>
            </a:extLst>
          </p:cNvPr>
          <p:cNvSpPr/>
          <p:nvPr/>
        </p:nvSpPr>
        <p:spPr>
          <a:xfrm>
            <a:off x="3189102" y="7541884"/>
            <a:ext cx="2150657" cy="5675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grpSp>
        <p:nvGrpSpPr>
          <p:cNvPr id="268" name="Grupo 267">
            <a:extLst>
              <a:ext uri="{FF2B5EF4-FFF2-40B4-BE49-F238E27FC236}">
                <a16:creationId xmlns:a16="http://schemas.microsoft.com/office/drawing/2014/main" id="{0A5A6873-1B83-38B9-2A22-A562DCA19A04}"/>
              </a:ext>
            </a:extLst>
          </p:cNvPr>
          <p:cNvGrpSpPr/>
          <p:nvPr/>
        </p:nvGrpSpPr>
        <p:grpSpPr>
          <a:xfrm>
            <a:off x="3006921" y="4017371"/>
            <a:ext cx="2059361" cy="471819"/>
            <a:chOff x="2522434" y="5922073"/>
            <a:chExt cx="2059361" cy="471819"/>
          </a:xfrm>
        </p:grpSpPr>
        <p:sp>
          <p:nvSpPr>
            <p:cNvPr id="269" name="TextBox 14">
              <a:extLst>
                <a:ext uri="{FF2B5EF4-FFF2-40B4-BE49-F238E27FC236}">
                  <a16:creationId xmlns:a16="http://schemas.microsoft.com/office/drawing/2014/main" id="{F2843F00-8E0D-16FF-F03E-A08AAAD49D64}"/>
                </a:ext>
              </a:extLst>
            </p:cNvPr>
            <p:cNvSpPr txBox="1"/>
            <p:nvPr/>
          </p:nvSpPr>
          <p:spPr>
            <a:xfrm>
              <a:off x="3012992" y="5962630"/>
              <a:ext cx="1568803" cy="4312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>
                <a:lnSpc>
                  <a:spcPts val="3095"/>
                </a:lnSpc>
              </a:pPr>
              <a:r>
                <a:rPr lang="en-US" sz="2800" spc="-131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frontend</a:t>
              </a:r>
            </a:p>
          </p:txBody>
        </p:sp>
        <p:pic>
          <p:nvPicPr>
            <p:cNvPr id="270" name="Imagen 269" descr="Icono De Carpeta Morada">
              <a:extLst>
                <a:ext uri="{FF2B5EF4-FFF2-40B4-BE49-F238E27FC236}">
                  <a16:creationId xmlns:a16="http://schemas.microsoft.com/office/drawing/2014/main" id="{365932B0-4CE3-8030-5F9F-D9D04A0DEF8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522434" y="5922073"/>
              <a:ext cx="447528" cy="447528"/>
            </a:xfrm>
            <a:prstGeom prst="rect">
              <a:avLst/>
            </a:prstGeom>
          </p:spPr>
        </p:pic>
      </p:grpSp>
      <p:grpSp>
        <p:nvGrpSpPr>
          <p:cNvPr id="281" name="Grupo 280">
            <a:extLst>
              <a:ext uri="{FF2B5EF4-FFF2-40B4-BE49-F238E27FC236}">
                <a16:creationId xmlns:a16="http://schemas.microsoft.com/office/drawing/2014/main" id="{A6533288-FA16-3555-91AA-B3BBAABADC45}"/>
              </a:ext>
            </a:extLst>
          </p:cNvPr>
          <p:cNvGrpSpPr/>
          <p:nvPr/>
        </p:nvGrpSpPr>
        <p:grpSpPr>
          <a:xfrm>
            <a:off x="-228601" y="-478361"/>
            <a:ext cx="2905050" cy="1476032"/>
            <a:chOff x="-228601" y="-478361"/>
            <a:chExt cx="2905050" cy="1476032"/>
          </a:xfrm>
        </p:grpSpPr>
        <p:grpSp>
          <p:nvGrpSpPr>
            <p:cNvPr id="282" name="Group 10">
              <a:extLst>
                <a:ext uri="{FF2B5EF4-FFF2-40B4-BE49-F238E27FC236}">
                  <a16:creationId xmlns:a16="http://schemas.microsoft.com/office/drawing/2014/main" id="{1D08235D-1FC8-096C-C41B-AB8BB7098B02}"/>
                </a:ext>
              </a:extLst>
            </p:cNvPr>
            <p:cNvGrpSpPr/>
            <p:nvPr/>
          </p:nvGrpSpPr>
          <p:grpSpPr>
            <a:xfrm>
              <a:off x="-228601" y="-478361"/>
              <a:ext cx="2905050" cy="1221311"/>
              <a:chOff x="0" y="0"/>
              <a:chExt cx="1355852" cy="720510"/>
            </a:xfrm>
          </p:grpSpPr>
          <p:sp>
            <p:nvSpPr>
              <p:cNvPr id="284" name="Freeform 11">
                <a:extLst>
                  <a:ext uri="{FF2B5EF4-FFF2-40B4-BE49-F238E27FC236}">
                    <a16:creationId xmlns:a16="http://schemas.microsoft.com/office/drawing/2014/main" id="{752F00A4-860A-268F-6D50-E57665C2BE20}"/>
                  </a:ext>
                </a:extLst>
              </p:cNvPr>
              <p:cNvSpPr/>
              <p:nvPr/>
            </p:nvSpPr>
            <p:spPr>
              <a:xfrm>
                <a:off x="0" y="0"/>
                <a:ext cx="1355852" cy="720510"/>
              </a:xfrm>
              <a:custGeom>
                <a:avLst/>
                <a:gdLst/>
                <a:ahLst/>
                <a:cxnLst/>
                <a:rect l="l" t="t" r="r" b="b"/>
                <a:pathLst>
                  <a:path w="1355852" h="720510">
                    <a:moveTo>
                      <a:pt x="150387" y="0"/>
                    </a:moveTo>
                    <a:lnTo>
                      <a:pt x="1205465" y="0"/>
                    </a:lnTo>
                    <a:cubicBezTo>
                      <a:pt x="1245350" y="0"/>
                      <a:pt x="1283602" y="15844"/>
                      <a:pt x="1311805" y="44047"/>
                    </a:cubicBezTo>
                    <a:cubicBezTo>
                      <a:pt x="1340008" y="72250"/>
                      <a:pt x="1355852" y="110502"/>
                      <a:pt x="1355852" y="150387"/>
                    </a:cubicBezTo>
                    <a:lnTo>
                      <a:pt x="1355852" y="570123"/>
                    </a:lnTo>
                    <a:cubicBezTo>
                      <a:pt x="1355852" y="653179"/>
                      <a:pt x="1288522" y="720510"/>
                      <a:pt x="1205465" y="720510"/>
                    </a:cubicBezTo>
                    <a:lnTo>
                      <a:pt x="150387" y="720510"/>
                    </a:lnTo>
                    <a:cubicBezTo>
                      <a:pt x="67331" y="720510"/>
                      <a:pt x="0" y="653179"/>
                      <a:pt x="0" y="570123"/>
                    </a:cubicBezTo>
                    <a:lnTo>
                      <a:pt x="0" y="150387"/>
                    </a:lnTo>
                    <a:cubicBezTo>
                      <a:pt x="0" y="67331"/>
                      <a:pt x="67331" y="0"/>
                      <a:pt x="150387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285" name="TextBox 12">
                <a:extLst>
                  <a:ext uri="{FF2B5EF4-FFF2-40B4-BE49-F238E27FC236}">
                    <a16:creationId xmlns:a16="http://schemas.microsoft.com/office/drawing/2014/main" id="{873EC0E5-3CEF-64FE-792E-B54E32FB6AF9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5852" cy="739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pic>
          <p:nvPicPr>
            <p:cNvPr id="283" name="Imagen 282">
              <a:extLst>
                <a:ext uri="{FF2B5EF4-FFF2-40B4-BE49-F238E27FC236}">
                  <a16:creationId xmlns:a16="http://schemas.microsoft.com/office/drawing/2014/main" id="{A0440B76-C2EB-A903-DF1A-DB60CE967E8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1" y="-375754"/>
              <a:ext cx="1373425" cy="13734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0039936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5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0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5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8" grpId="0" animBg="1"/>
      <p:bldP spid="259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F4C84F-F9EA-C9A0-0ACA-555732469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C7FD75E-1A76-B827-859C-E6E5613DC0D9}"/>
              </a:ext>
            </a:extLst>
          </p:cNvPr>
          <p:cNvSpPr/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18" name="Grupo 117">
            <a:extLst>
              <a:ext uri="{FF2B5EF4-FFF2-40B4-BE49-F238E27FC236}">
                <a16:creationId xmlns:a16="http://schemas.microsoft.com/office/drawing/2014/main" id="{0896AF67-7774-D765-6180-1EBB06F3389E}"/>
              </a:ext>
            </a:extLst>
          </p:cNvPr>
          <p:cNvGrpSpPr/>
          <p:nvPr/>
        </p:nvGrpSpPr>
        <p:grpSpPr>
          <a:xfrm>
            <a:off x="12194536" y="1143738"/>
            <a:ext cx="4569009" cy="2403585"/>
            <a:chOff x="683894" y="4389234"/>
            <a:chExt cx="5183506" cy="3333626"/>
          </a:xfrm>
        </p:grpSpPr>
        <p:grpSp>
          <p:nvGrpSpPr>
            <p:cNvPr id="119" name="Group 13">
              <a:extLst>
                <a:ext uri="{FF2B5EF4-FFF2-40B4-BE49-F238E27FC236}">
                  <a16:creationId xmlns:a16="http://schemas.microsoft.com/office/drawing/2014/main" id="{DA13A4A7-4D05-85DD-DBC0-3DEDA0EAD6C2}"/>
                </a:ext>
              </a:extLst>
            </p:cNvPr>
            <p:cNvGrpSpPr/>
            <p:nvPr/>
          </p:nvGrpSpPr>
          <p:grpSpPr>
            <a:xfrm>
              <a:off x="683894" y="4389234"/>
              <a:ext cx="5183506" cy="3333626"/>
              <a:chOff x="0" y="0"/>
              <a:chExt cx="1351154" cy="731404"/>
            </a:xfrm>
          </p:grpSpPr>
          <p:sp>
            <p:nvSpPr>
              <p:cNvPr id="121" name="Freeform 14">
                <a:extLst>
                  <a:ext uri="{FF2B5EF4-FFF2-40B4-BE49-F238E27FC236}">
                    <a16:creationId xmlns:a16="http://schemas.microsoft.com/office/drawing/2014/main" id="{6F69B20B-288F-87DE-E1AB-B4BCD8F4015A}"/>
                  </a:ext>
                </a:extLst>
              </p:cNvPr>
              <p:cNvSpPr/>
              <p:nvPr/>
            </p:nvSpPr>
            <p:spPr>
              <a:xfrm>
                <a:off x="0" y="0"/>
                <a:ext cx="1351154" cy="731404"/>
              </a:xfrm>
              <a:custGeom>
                <a:avLst/>
                <a:gdLst/>
                <a:ahLst/>
                <a:cxnLst/>
                <a:rect l="l" t="t" r="r" b="b"/>
                <a:pathLst>
                  <a:path w="1351154" h="731404">
                    <a:moveTo>
                      <a:pt x="23027" y="0"/>
                    </a:moveTo>
                    <a:lnTo>
                      <a:pt x="1328127" y="0"/>
                    </a:lnTo>
                    <a:cubicBezTo>
                      <a:pt x="1340845" y="0"/>
                      <a:pt x="1351154" y="10310"/>
                      <a:pt x="1351154" y="23027"/>
                    </a:cubicBezTo>
                    <a:lnTo>
                      <a:pt x="1351154" y="708377"/>
                    </a:lnTo>
                    <a:cubicBezTo>
                      <a:pt x="1351154" y="721094"/>
                      <a:pt x="1340845" y="731404"/>
                      <a:pt x="1328127" y="731404"/>
                    </a:cubicBezTo>
                    <a:lnTo>
                      <a:pt x="23027" y="731404"/>
                    </a:lnTo>
                    <a:cubicBezTo>
                      <a:pt x="10310" y="731404"/>
                      <a:pt x="0" y="721094"/>
                      <a:pt x="0" y="708377"/>
                    </a:cubicBezTo>
                    <a:lnTo>
                      <a:pt x="0" y="23027"/>
                    </a:lnTo>
                    <a:cubicBezTo>
                      <a:pt x="0" y="10310"/>
                      <a:pt x="10310" y="0"/>
                      <a:pt x="23027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38100" cap="rnd">
                <a:solidFill>
                  <a:srgbClr val="B4B4B4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122" name="TextBox 15">
                <a:extLst>
                  <a:ext uri="{FF2B5EF4-FFF2-40B4-BE49-F238E27FC236}">
                    <a16:creationId xmlns:a16="http://schemas.microsoft.com/office/drawing/2014/main" id="{007FF6BB-2D5E-1093-935F-3EA293900770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1154" cy="75045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sp>
          <p:nvSpPr>
            <p:cNvPr id="120" name="TextBox 16">
              <a:extLst>
                <a:ext uri="{FF2B5EF4-FFF2-40B4-BE49-F238E27FC236}">
                  <a16:creationId xmlns:a16="http://schemas.microsoft.com/office/drawing/2014/main" id="{9E1C6D4C-44C5-9011-C5E6-5D172DBA68E2}"/>
                </a:ext>
              </a:extLst>
            </p:cNvPr>
            <p:cNvSpPr txBox="1"/>
            <p:nvPr/>
          </p:nvSpPr>
          <p:spPr>
            <a:xfrm>
              <a:off x="869605" y="4490295"/>
              <a:ext cx="4769193" cy="54765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1" indent="0" algn="ctr">
                <a:lnSpc>
                  <a:spcPts val="4479"/>
                </a:lnSpc>
              </a:pPr>
              <a:r>
                <a:rPr lang="en-US" sz="3199" b="1" spc="-86" dirty="0" err="1">
                  <a:solidFill>
                    <a:srgbClr val="FF3131"/>
                  </a:solidFill>
                  <a:latin typeface="Poppins"/>
                  <a:ea typeface="Poppins"/>
                  <a:cs typeface="Poppins"/>
                  <a:sym typeface="Poppins"/>
                </a:rPr>
                <a:t>Modificado</a:t>
              </a:r>
              <a:endParaRPr lang="en-US" sz="3199" b="1" spc="-86" dirty="0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" name="Group 3">
            <a:extLst>
              <a:ext uri="{FF2B5EF4-FFF2-40B4-BE49-F238E27FC236}">
                <a16:creationId xmlns:a16="http://schemas.microsoft.com/office/drawing/2014/main" id="{32BD515D-16DA-E87D-8796-E2EC04823215}"/>
              </a:ext>
            </a:extLst>
          </p:cNvPr>
          <p:cNvGrpSpPr/>
          <p:nvPr/>
        </p:nvGrpSpPr>
        <p:grpSpPr>
          <a:xfrm>
            <a:off x="-698849" y="9575651"/>
            <a:ext cx="19685699" cy="2666805"/>
            <a:chOff x="0" y="0"/>
            <a:chExt cx="5184711" cy="702368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63A3448D-F0A0-F06C-8509-966819AE91E3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8E46BE37-7C79-3B9D-915D-1BB173CFAF92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0DD1DB38-1211-AF8A-1F44-F503F3C9AF55}"/>
              </a:ext>
            </a:extLst>
          </p:cNvPr>
          <p:cNvSpPr/>
          <p:nvPr/>
        </p:nvSpPr>
        <p:spPr>
          <a:xfrm>
            <a:off x="15872392" y="2091327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8BEA2C1F-6194-7548-290A-41D34B54E55E}"/>
              </a:ext>
            </a:extLst>
          </p:cNvPr>
          <p:cNvSpPr/>
          <p:nvPr/>
        </p:nvSpPr>
        <p:spPr>
          <a:xfrm>
            <a:off x="16901092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49F2AC18-EAD6-845A-31CD-3E64F4057E08}"/>
              </a:ext>
            </a:extLst>
          </p:cNvPr>
          <p:cNvSpPr/>
          <p:nvPr/>
        </p:nvSpPr>
        <p:spPr>
          <a:xfrm flipH="1">
            <a:off x="-1389129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A63DFB7E-DFA8-30BF-27D8-F266513645B1}"/>
              </a:ext>
            </a:extLst>
          </p:cNvPr>
          <p:cNvSpPr/>
          <p:nvPr/>
        </p:nvSpPr>
        <p:spPr>
          <a:xfrm flipH="1">
            <a:off x="-360429" y="2459791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7" name="Group 17">
            <a:extLst>
              <a:ext uri="{FF2B5EF4-FFF2-40B4-BE49-F238E27FC236}">
                <a16:creationId xmlns:a16="http://schemas.microsoft.com/office/drawing/2014/main" id="{816E460F-D2EA-778D-A2A8-278B70B5BDA9}"/>
              </a:ext>
            </a:extLst>
          </p:cNvPr>
          <p:cNvGrpSpPr/>
          <p:nvPr/>
        </p:nvGrpSpPr>
        <p:grpSpPr>
          <a:xfrm>
            <a:off x="-698849" y="-1923855"/>
            <a:ext cx="19685699" cy="2666805"/>
            <a:chOff x="0" y="0"/>
            <a:chExt cx="5184711" cy="702368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5712C007-C582-FD31-C473-B8A007005071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EAB61DA2-065E-6342-9DE5-B7B18390302A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grpSp>
        <p:nvGrpSpPr>
          <p:cNvPr id="113" name="Group 52">
            <a:extLst>
              <a:ext uri="{FF2B5EF4-FFF2-40B4-BE49-F238E27FC236}">
                <a16:creationId xmlns:a16="http://schemas.microsoft.com/office/drawing/2014/main" id="{EF65C9B1-F5D8-22D1-A4F9-BEBA564EFE65}"/>
              </a:ext>
            </a:extLst>
          </p:cNvPr>
          <p:cNvGrpSpPr/>
          <p:nvPr/>
        </p:nvGrpSpPr>
        <p:grpSpPr>
          <a:xfrm>
            <a:off x="1188019" y="8172420"/>
            <a:ext cx="9320543" cy="960554"/>
            <a:chOff x="0" y="0"/>
            <a:chExt cx="2441105" cy="197645"/>
          </a:xfrm>
        </p:grpSpPr>
        <p:sp>
          <p:nvSpPr>
            <p:cNvPr id="116" name="Freeform 53">
              <a:extLst>
                <a:ext uri="{FF2B5EF4-FFF2-40B4-BE49-F238E27FC236}">
                  <a16:creationId xmlns:a16="http://schemas.microsoft.com/office/drawing/2014/main" id="{79A7A9A5-CD5A-AAB3-CC12-528268EE706C}"/>
                </a:ext>
              </a:extLst>
            </p:cNvPr>
            <p:cNvSpPr/>
            <p:nvPr/>
          </p:nvSpPr>
          <p:spPr>
            <a:xfrm>
              <a:off x="0" y="0"/>
              <a:ext cx="2441105" cy="197645"/>
            </a:xfrm>
            <a:custGeom>
              <a:avLst/>
              <a:gdLst/>
              <a:ahLst/>
              <a:cxnLst/>
              <a:rect l="l" t="t" r="r" b="b"/>
              <a:pathLst>
                <a:path w="2441105" h="197645">
                  <a:moveTo>
                    <a:pt x="12745" y="0"/>
                  </a:moveTo>
                  <a:lnTo>
                    <a:pt x="2428360" y="0"/>
                  </a:lnTo>
                  <a:cubicBezTo>
                    <a:pt x="2431740" y="0"/>
                    <a:pt x="2434982" y="1343"/>
                    <a:pt x="2437372" y="3733"/>
                  </a:cubicBezTo>
                  <a:cubicBezTo>
                    <a:pt x="2439763" y="6123"/>
                    <a:pt x="2441105" y="9365"/>
                    <a:pt x="2441105" y="12745"/>
                  </a:cubicBezTo>
                  <a:lnTo>
                    <a:pt x="2441105" y="184899"/>
                  </a:lnTo>
                  <a:cubicBezTo>
                    <a:pt x="2441105" y="188280"/>
                    <a:pt x="2439763" y="191522"/>
                    <a:pt x="2437372" y="193912"/>
                  </a:cubicBezTo>
                  <a:cubicBezTo>
                    <a:pt x="2434982" y="196302"/>
                    <a:pt x="2431740" y="197645"/>
                    <a:pt x="2428360" y="197645"/>
                  </a:cubicBezTo>
                  <a:lnTo>
                    <a:pt x="12745" y="197645"/>
                  </a:lnTo>
                  <a:cubicBezTo>
                    <a:pt x="9365" y="197645"/>
                    <a:pt x="6123" y="196302"/>
                    <a:pt x="3733" y="193912"/>
                  </a:cubicBezTo>
                  <a:cubicBezTo>
                    <a:pt x="1343" y="191522"/>
                    <a:pt x="0" y="188280"/>
                    <a:pt x="0" y="184899"/>
                  </a:cubicBezTo>
                  <a:lnTo>
                    <a:pt x="0" y="12745"/>
                  </a:lnTo>
                  <a:cubicBezTo>
                    <a:pt x="0" y="9365"/>
                    <a:pt x="1343" y="6123"/>
                    <a:pt x="3733" y="3733"/>
                  </a:cubicBezTo>
                  <a:cubicBezTo>
                    <a:pt x="6123" y="1343"/>
                    <a:pt x="9365" y="0"/>
                    <a:pt x="12745" y="0"/>
                  </a:cubicBezTo>
                  <a:close/>
                </a:path>
              </a:pathLst>
            </a:custGeom>
            <a:solidFill>
              <a:srgbClr val="0F0E0E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17" name="TextBox 54">
              <a:extLst>
                <a:ext uri="{FF2B5EF4-FFF2-40B4-BE49-F238E27FC236}">
                  <a16:creationId xmlns:a16="http://schemas.microsoft.com/office/drawing/2014/main" id="{FDBAE566-4D43-0082-080A-D5BFEABA5CB8}"/>
                </a:ext>
              </a:extLst>
            </p:cNvPr>
            <p:cNvSpPr txBox="1"/>
            <p:nvPr/>
          </p:nvSpPr>
          <p:spPr>
            <a:xfrm>
              <a:off x="0" y="-19050"/>
              <a:ext cx="2441105" cy="2166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114" name="TextBox 55">
            <a:extLst>
              <a:ext uri="{FF2B5EF4-FFF2-40B4-BE49-F238E27FC236}">
                <a16:creationId xmlns:a16="http://schemas.microsoft.com/office/drawing/2014/main" id="{CF4BDC53-4516-BC93-338C-EC7DEF8BDFAF}"/>
              </a:ext>
            </a:extLst>
          </p:cNvPr>
          <p:cNvSpPr txBox="1"/>
          <p:nvPr/>
        </p:nvSpPr>
        <p:spPr>
          <a:xfrm>
            <a:off x="2153407" y="8317543"/>
            <a:ext cx="6460211" cy="504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4199"/>
              </a:lnSpc>
            </a:pPr>
            <a:endParaRPr/>
          </a:p>
        </p:txBody>
      </p:sp>
      <p:sp>
        <p:nvSpPr>
          <p:cNvPr id="115" name="TextBox 56">
            <a:extLst>
              <a:ext uri="{FF2B5EF4-FFF2-40B4-BE49-F238E27FC236}">
                <a16:creationId xmlns:a16="http://schemas.microsoft.com/office/drawing/2014/main" id="{22518E6D-639B-9B16-D499-871E5CB53D84}"/>
              </a:ext>
            </a:extLst>
          </p:cNvPr>
          <p:cNvSpPr txBox="1"/>
          <p:nvPr/>
        </p:nvSpPr>
        <p:spPr>
          <a:xfrm>
            <a:off x="1422289" y="8423597"/>
            <a:ext cx="8852003" cy="413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359"/>
              </a:lnSpc>
            </a:pPr>
            <a:r>
              <a:rPr lang="en-US" sz="2400" spc="-6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&gt; git status</a:t>
            </a:r>
            <a:endParaRPr lang="en-US" sz="2400" spc="-64" dirty="0">
              <a:solidFill>
                <a:srgbClr val="D9D9D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23" name="Grupo 122">
            <a:extLst>
              <a:ext uri="{FF2B5EF4-FFF2-40B4-BE49-F238E27FC236}">
                <a16:creationId xmlns:a16="http://schemas.microsoft.com/office/drawing/2014/main" id="{1D479AC9-8C77-B425-C1B3-CE864C642CED}"/>
              </a:ext>
            </a:extLst>
          </p:cNvPr>
          <p:cNvGrpSpPr/>
          <p:nvPr/>
        </p:nvGrpSpPr>
        <p:grpSpPr>
          <a:xfrm>
            <a:off x="12194536" y="4015151"/>
            <a:ext cx="4569009" cy="2403585"/>
            <a:chOff x="6337647" y="4389234"/>
            <a:chExt cx="5183506" cy="3333626"/>
          </a:xfrm>
        </p:grpSpPr>
        <p:grpSp>
          <p:nvGrpSpPr>
            <p:cNvPr id="124" name="Group 13">
              <a:extLst>
                <a:ext uri="{FF2B5EF4-FFF2-40B4-BE49-F238E27FC236}">
                  <a16:creationId xmlns:a16="http://schemas.microsoft.com/office/drawing/2014/main" id="{D5A377B5-5EEE-BE78-7E4C-281BEB39A5E8}"/>
                </a:ext>
              </a:extLst>
            </p:cNvPr>
            <p:cNvGrpSpPr/>
            <p:nvPr/>
          </p:nvGrpSpPr>
          <p:grpSpPr>
            <a:xfrm>
              <a:off x="6337647" y="4389234"/>
              <a:ext cx="5183506" cy="3333626"/>
              <a:chOff x="0" y="0"/>
              <a:chExt cx="1351154" cy="731404"/>
            </a:xfrm>
          </p:grpSpPr>
          <p:sp>
            <p:nvSpPr>
              <p:cNvPr id="126" name="Freeform 14">
                <a:extLst>
                  <a:ext uri="{FF2B5EF4-FFF2-40B4-BE49-F238E27FC236}">
                    <a16:creationId xmlns:a16="http://schemas.microsoft.com/office/drawing/2014/main" id="{91EC6408-8FBC-C672-492E-27A44EC6AA26}"/>
                  </a:ext>
                </a:extLst>
              </p:cNvPr>
              <p:cNvSpPr/>
              <p:nvPr/>
            </p:nvSpPr>
            <p:spPr>
              <a:xfrm>
                <a:off x="0" y="0"/>
                <a:ext cx="1351154" cy="731404"/>
              </a:xfrm>
              <a:custGeom>
                <a:avLst/>
                <a:gdLst/>
                <a:ahLst/>
                <a:cxnLst/>
                <a:rect l="l" t="t" r="r" b="b"/>
                <a:pathLst>
                  <a:path w="1351154" h="731404">
                    <a:moveTo>
                      <a:pt x="23027" y="0"/>
                    </a:moveTo>
                    <a:lnTo>
                      <a:pt x="1328127" y="0"/>
                    </a:lnTo>
                    <a:cubicBezTo>
                      <a:pt x="1340845" y="0"/>
                      <a:pt x="1351154" y="10310"/>
                      <a:pt x="1351154" y="23027"/>
                    </a:cubicBezTo>
                    <a:lnTo>
                      <a:pt x="1351154" y="708377"/>
                    </a:lnTo>
                    <a:cubicBezTo>
                      <a:pt x="1351154" y="721094"/>
                      <a:pt x="1340845" y="731404"/>
                      <a:pt x="1328127" y="731404"/>
                    </a:cubicBezTo>
                    <a:lnTo>
                      <a:pt x="23027" y="731404"/>
                    </a:lnTo>
                    <a:cubicBezTo>
                      <a:pt x="10310" y="731404"/>
                      <a:pt x="0" y="721094"/>
                      <a:pt x="0" y="708377"/>
                    </a:cubicBezTo>
                    <a:lnTo>
                      <a:pt x="0" y="23027"/>
                    </a:lnTo>
                    <a:cubicBezTo>
                      <a:pt x="0" y="10310"/>
                      <a:pt x="10310" y="0"/>
                      <a:pt x="23027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38100" cap="rnd">
                <a:solidFill>
                  <a:srgbClr val="B4B4B4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127" name="TextBox 15">
                <a:extLst>
                  <a:ext uri="{FF2B5EF4-FFF2-40B4-BE49-F238E27FC236}">
                    <a16:creationId xmlns:a16="http://schemas.microsoft.com/office/drawing/2014/main" id="{7510002C-787F-CDD1-4EBA-07A6421EC235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1154" cy="75045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sp>
          <p:nvSpPr>
            <p:cNvPr id="125" name="TextBox 16">
              <a:extLst>
                <a:ext uri="{FF2B5EF4-FFF2-40B4-BE49-F238E27FC236}">
                  <a16:creationId xmlns:a16="http://schemas.microsoft.com/office/drawing/2014/main" id="{48C1CA89-34FF-30D7-B7BB-ADB3B14BE99C}"/>
                </a:ext>
              </a:extLst>
            </p:cNvPr>
            <p:cNvSpPr txBox="1"/>
            <p:nvPr/>
          </p:nvSpPr>
          <p:spPr>
            <a:xfrm>
              <a:off x="6523358" y="4490295"/>
              <a:ext cx="4769193" cy="54765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1" indent="0" algn="ctr">
                <a:lnSpc>
                  <a:spcPts val="4479"/>
                </a:lnSpc>
              </a:pPr>
              <a:r>
                <a:rPr lang="en-US" sz="3199" b="1" spc="-86" dirty="0" err="1">
                  <a:solidFill>
                    <a:srgbClr val="00B050"/>
                  </a:solidFill>
                  <a:latin typeface="Poppins"/>
                  <a:ea typeface="Poppins"/>
                  <a:cs typeface="Poppins"/>
                  <a:sym typeface="Poppins"/>
                </a:rPr>
                <a:t>Preparado</a:t>
              </a:r>
              <a:endParaRPr lang="en-US" sz="3199" b="1" spc="-86" dirty="0">
                <a:solidFill>
                  <a:srgbClr val="00B05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28" name="Grupo 127">
            <a:extLst>
              <a:ext uri="{FF2B5EF4-FFF2-40B4-BE49-F238E27FC236}">
                <a16:creationId xmlns:a16="http://schemas.microsoft.com/office/drawing/2014/main" id="{E9636F9C-9C44-68E0-5D01-F152E10BF63A}"/>
              </a:ext>
            </a:extLst>
          </p:cNvPr>
          <p:cNvGrpSpPr/>
          <p:nvPr/>
        </p:nvGrpSpPr>
        <p:grpSpPr>
          <a:xfrm>
            <a:off x="12194536" y="6729389"/>
            <a:ext cx="4569009" cy="2403585"/>
            <a:chOff x="6337647" y="4389234"/>
            <a:chExt cx="5183506" cy="3333626"/>
          </a:xfrm>
        </p:grpSpPr>
        <p:grpSp>
          <p:nvGrpSpPr>
            <p:cNvPr id="129" name="Group 13">
              <a:extLst>
                <a:ext uri="{FF2B5EF4-FFF2-40B4-BE49-F238E27FC236}">
                  <a16:creationId xmlns:a16="http://schemas.microsoft.com/office/drawing/2014/main" id="{5A988099-EA63-8F8E-59CB-11C2C82D7DE9}"/>
                </a:ext>
              </a:extLst>
            </p:cNvPr>
            <p:cNvGrpSpPr/>
            <p:nvPr/>
          </p:nvGrpSpPr>
          <p:grpSpPr>
            <a:xfrm>
              <a:off x="6337647" y="4389234"/>
              <a:ext cx="5183506" cy="3333626"/>
              <a:chOff x="0" y="0"/>
              <a:chExt cx="1351154" cy="731404"/>
            </a:xfrm>
          </p:grpSpPr>
          <p:sp>
            <p:nvSpPr>
              <p:cNvPr id="131" name="Freeform 14">
                <a:extLst>
                  <a:ext uri="{FF2B5EF4-FFF2-40B4-BE49-F238E27FC236}">
                    <a16:creationId xmlns:a16="http://schemas.microsoft.com/office/drawing/2014/main" id="{274F1F33-86B0-466C-5CD2-5DFFB326BAAF}"/>
                  </a:ext>
                </a:extLst>
              </p:cNvPr>
              <p:cNvSpPr/>
              <p:nvPr/>
            </p:nvSpPr>
            <p:spPr>
              <a:xfrm>
                <a:off x="0" y="0"/>
                <a:ext cx="1351154" cy="731404"/>
              </a:xfrm>
              <a:custGeom>
                <a:avLst/>
                <a:gdLst/>
                <a:ahLst/>
                <a:cxnLst/>
                <a:rect l="l" t="t" r="r" b="b"/>
                <a:pathLst>
                  <a:path w="1351154" h="731404">
                    <a:moveTo>
                      <a:pt x="23027" y="0"/>
                    </a:moveTo>
                    <a:lnTo>
                      <a:pt x="1328127" y="0"/>
                    </a:lnTo>
                    <a:cubicBezTo>
                      <a:pt x="1340845" y="0"/>
                      <a:pt x="1351154" y="10310"/>
                      <a:pt x="1351154" y="23027"/>
                    </a:cubicBezTo>
                    <a:lnTo>
                      <a:pt x="1351154" y="708377"/>
                    </a:lnTo>
                    <a:cubicBezTo>
                      <a:pt x="1351154" y="721094"/>
                      <a:pt x="1340845" y="731404"/>
                      <a:pt x="1328127" y="731404"/>
                    </a:cubicBezTo>
                    <a:lnTo>
                      <a:pt x="23027" y="731404"/>
                    </a:lnTo>
                    <a:cubicBezTo>
                      <a:pt x="10310" y="731404"/>
                      <a:pt x="0" y="721094"/>
                      <a:pt x="0" y="708377"/>
                    </a:cubicBezTo>
                    <a:lnTo>
                      <a:pt x="0" y="23027"/>
                    </a:lnTo>
                    <a:cubicBezTo>
                      <a:pt x="0" y="10310"/>
                      <a:pt x="10310" y="0"/>
                      <a:pt x="23027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38100" cap="rnd">
                <a:solidFill>
                  <a:srgbClr val="B4B4B4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132" name="TextBox 15">
                <a:extLst>
                  <a:ext uri="{FF2B5EF4-FFF2-40B4-BE49-F238E27FC236}">
                    <a16:creationId xmlns:a16="http://schemas.microsoft.com/office/drawing/2014/main" id="{12FB3F30-4568-E7F3-0D95-B0A712BE5018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1154" cy="75045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sp>
          <p:nvSpPr>
            <p:cNvPr id="130" name="TextBox 16">
              <a:extLst>
                <a:ext uri="{FF2B5EF4-FFF2-40B4-BE49-F238E27FC236}">
                  <a16:creationId xmlns:a16="http://schemas.microsoft.com/office/drawing/2014/main" id="{FC484303-997D-774D-4FD3-F83B932AC5AA}"/>
                </a:ext>
              </a:extLst>
            </p:cNvPr>
            <p:cNvSpPr txBox="1"/>
            <p:nvPr/>
          </p:nvSpPr>
          <p:spPr>
            <a:xfrm>
              <a:off x="6523358" y="4490295"/>
              <a:ext cx="4769193" cy="54765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1" indent="0" algn="ctr">
                <a:lnSpc>
                  <a:spcPts val="4479"/>
                </a:lnSpc>
              </a:pPr>
              <a:r>
                <a:rPr lang="en-US" sz="3199" b="1" spc="-86" dirty="0">
                  <a:solidFill>
                    <a:schemeClr val="bg1"/>
                  </a:solidFill>
                  <a:latin typeface="Poppins"/>
                  <a:ea typeface="Poppins"/>
                  <a:cs typeface="Poppins"/>
                  <a:sym typeface="Poppins"/>
                </a:rPr>
                <a:t>Guardado</a:t>
              </a:r>
            </a:p>
          </p:txBody>
        </p:sp>
      </p:grpSp>
      <p:sp>
        <p:nvSpPr>
          <p:cNvPr id="149" name="TextBox 68">
            <a:extLst>
              <a:ext uri="{FF2B5EF4-FFF2-40B4-BE49-F238E27FC236}">
                <a16:creationId xmlns:a16="http://schemas.microsoft.com/office/drawing/2014/main" id="{CDA7ED58-50F6-1C78-CC24-FE27B8495EBB}"/>
              </a:ext>
            </a:extLst>
          </p:cNvPr>
          <p:cNvSpPr txBox="1"/>
          <p:nvPr/>
        </p:nvSpPr>
        <p:spPr>
          <a:xfrm>
            <a:off x="12496799" y="1884732"/>
            <a:ext cx="1342829" cy="4131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359"/>
              </a:lnSpc>
            </a:pPr>
            <a:r>
              <a:rPr lang="en-US" sz="2400" spc="-6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deleted:</a:t>
            </a:r>
          </a:p>
        </p:txBody>
      </p:sp>
      <p:sp>
        <p:nvSpPr>
          <p:cNvPr id="151" name="TextBox 68">
            <a:extLst>
              <a:ext uri="{FF2B5EF4-FFF2-40B4-BE49-F238E27FC236}">
                <a16:creationId xmlns:a16="http://schemas.microsoft.com/office/drawing/2014/main" id="{8F3E8533-B065-48D4-0478-2B383C7E31EF}"/>
              </a:ext>
            </a:extLst>
          </p:cNvPr>
          <p:cNvSpPr txBox="1"/>
          <p:nvPr/>
        </p:nvSpPr>
        <p:spPr>
          <a:xfrm>
            <a:off x="12496798" y="3042099"/>
            <a:ext cx="1342829" cy="4131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359"/>
              </a:lnSpc>
            </a:pPr>
            <a:r>
              <a:rPr lang="en-US" sz="2400" spc="-6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added:</a:t>
            </a:r>
          </a:p>
        </p:txBody>
      </p:sp>
      <p:sp>
        <p:nvSpPr>
          <p:cNvPr id="205" name="TextBox 22">
            <a:extLst>
              <a:ext uri="{FF2B5EF4-FFF2-40B4-BE49-F238E27FC236}">
                <a16:creationId xmlns:a16="http://schemas.microsoft.com/office/drawing/2014/main" id="{549540A7-7EC3-D6DE-18BC-E09460DFD0CC}"/>
              </a:ext>
            </a:extLst>
          </p:cNvPr>
          <p:cNvSpPr txBox="1"/>
          <p:nvPr/>
        </p:nvSpPr>
        <p:spPr>
          <a:xfrm>
            <a:off x="2083536" y="4512898"/>
            <a:ext cx="3612844" cy="254548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1874"/>
              </a:lnSpc>
            </a:pPr>
            <a:endParaRPr/>
          </a:p>
        </p:txBody>
      </p:sp>
      <p:grpSp>
        <p:nvGrpSpPr>
          <p:cNvPr id="206" name="Group 36">
            <a:extLst>
              <a:ext uri="{FF2B5EF4-FFF2-40B4-BE49-F238E27FC236}">
                <a16:creationId xmlns:a16="http://schemas.microsoft.com/office/drawing/2014/main" id="{C03A6F97-1D1A-CD84-8195-32E47E5BBEA7}"/>
              </a:ext>
            </a:extLst>
          </p:cNvPr>
          <p:cNvGrpSpPr/>
          <p:nvPr/>
        </p:nvGrpSpPr>
        <p:grpSpPr>
          <a:xfrm>
            <a:off x="1165559" y="876400"/>
            <a:ext cx="6376953" cy="7053071"/>
            <a:chOff x="0" y="0"/>
            <a:chExt cx="1351154" cy="731404"/>
          </a:xfrm>
        </p:grpSpPr>
        <p:sp>
          <p:nvSpPr>
            <p:cNvPr id="207" name="Freeform 37">
              <a:extLst>
                <a:ext uri="{FF2B5EF4-FFF2-40B4-BE49-F238E27FC236}">
                  <a16:creationId xmlns:a16="http://schemas.microsoft.com/office/drawing/2014/main" id="{25350CE3-FD7A-F8C4-FABF-9409A25B257F}"/>
                </a:ext>
              </a:extLst>
            </p:cNvPr>
            <p:cNvSpPr/>
            <p:nvPr/>
          </p:nvSpPr>
          <p:spPr>
            <a:xfrm>
              <a:off x="0" y="0"/>
              <a:ext cx="1351154" cy="731404"/>
            </a:xfrm>
            <a:custGeom>
              <a:avLst/>
              <a:gdLst/>
              <a:ahLst/>
              <a:cxnLst/>
              <a:rect l="l" t="t" r="r" b="b"/>
              <a:pathLst>
                <a:path w="1351154" h="731404">
                  <a:moveTo>
                    <a:pt x="23027" y="0"/>
                  </a:moveTo>
                  <a:lnTo>
                    <a:pt x="1328127" y="0"/>
                  </a:lnTo>
                  <a:cubicBezTo>
                    <a:pt x="1340845" y="0"/>
                    <a:pt x="1351154" y="10310"/>
                    <a:pt x="1351154" y="23027"/>
                  </a:cubicBezTo>
                  <a:lnTo>
                    <a:pt x="1351154" y="708377"/>
                  </a:lnTo>
                  <a:cubicBezTo>
                    <a:pt x="1351154" y="721094"/>
                    <a:pt x="1340845" y="731404"/>
                    <a:pt x="1328127" y="731404"/>
                  </a:cubicBezTo>
                  <a:lnTo>
                    <a:pt x="23027" y="731404"/>
                  </a:lnTo>
                  <a:cubicBezTo>
                    <a:pt x="10310" y="731404"/>
                    <a:pt x="0" y="721094"/>
                    <a:pt x="0" y="708377"/>
                  </a:cubicBezTo>
                  <a:lnTo>
                    <a:pt x="0" y="23027"/>
                  </a:lnTo>
                  <a:cubicBezTo>
                    <a:pt x="0" y="10310"/>
                    <a:pt x="10310" y="0"/>
                    <a:pt x="23027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B4B4B4"/>
              </a:solidFill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208" name="TextBox 38">
              <a:extLst>
                <a:ext uri="{FF2B5EF4-FFF2-40B4-BE49-F238E27FC236}">
                  <a16:creationId xmlns:a16="http://schemas.microsoft.com/office/drawing/2014/main" id="{F9BE3098-8E57-7D24-3F35-EAE9CAED59E5}"/>
                </a:ext>
              </a:extLst>
            </p:cNvPr>
            <p:cNvSpPr txBox="1"/>
            <p:nvPr/>
          </p:nvSpPr>
          <p:spPr>
            <a:xfrm>
              <a:off x="0" y="-19050"/>
              <a:ext cx="1351154" cy="7504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209" name="TextBox 39">
            <a:extLst>
              <a:ext uri="{FF2B5EF4-FFF2-40B4-BE49-F238E27FC236}">
                <a16:creationId xmlns:a16="http://schemas.microsoft.com/office/drawing/2014/main" id="{60815B06-366A-2FFF-356E-BB875486355F}"/>
              </a:ext>
            </a:extLst>
          </p:cNvPr>
          <p:cNvSpPr txBox="1"/>
          <p:nvPr/>
        </p:nvSpPr>
        <p:spPr>
          <a:xfrm>
            <a:off x="1467206" y="1114918"/>
            <a:ext cx="5201002" cy="539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4479"/>
              </a:lnSpc>
            </a:pPr>
            <a:r>
              <a:rPr lang="en-US" sz="3199" spc="-86" dirty="0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Mi </a:t>
            </a:r>
            <a:r>
              <a:rPr lang="en-US" sz="3199" spc="-86" dirty="0" err="1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máquina</a:t>
            </a:r>
            <a:r>
              <a:rPr lang="en-US" sz="3199" spc="-86" dirty="0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 local</a:t>
            </a:r>
          </a:p>
        </p:txBody>
      </p:sp>
      <p:grpSp>
        <p:nvGrpSpPr>
          <p:cNvPr id="210" name="Group 40">
            <a:extLst>
              <a:ext uri="{FF2B5EF4-FFF2-40B4-BE49-F238E27FC236}">
                <a16:creationId xmlns:a16="http://schemas.microsoft.com/office/drawing/2014/main" id="{F7E1DDAB-5033-5600-1CDE-10733483D5A3}"/>
              </a:ext>
            </a:extLst>
          </p:cNvPr>
          <p:cNvGrpSpPr/>
          <p:nvPr/>
        </p:nvGrpSpPr>
        <p:grpSpPr>
          <a:xfrm>
            <a:off x="1456672" y="2316143"/>
            <a:ext cx="5723513" cy="5473651"/>
            <a:chOff x="0" y="0"/>
            <a:chExt cx="1358522" cy="590257"/>
          </a:xfrm>
        </p:grpSpPr>
        <p:sp>
          <p:nvSpPr>
            <p:cNvPr id="211" name="Freeform 41">
              <a:extLst>
                <a:ext uri="{FF2B5EF4-FFF2-40B4-BE49-F238E27FC236}">
                  <a16:creationId xmlns:a16="http://schemas.microsoft.com/office/drawing/2014/main" id="{05D03C7D-BC5B-95D8-E18F-B21964A05D7C}"/>
                </a:ext>
              </a:extLst>
            </p:cNvPr>
            <p:cNvSpPr/>
            <p:nvPr/>
          </p:nvSpPr>
          <p:spPr>
            <a:xfrm>
              <a:off x="0" y="0"/>
              <a:ext cx="1358522" cy="590257"/>
            </a:xfrm>
            <a:custGeom>
              <a:avLst/>
              <a:gdLst/>
              <a:ahLst/>
              <a:cxnLst/>
              <a:rect l="l" t="t" r="r" b="b"/>
              <a:pathLst>
                <a:path w="1358522" h="590257">
                  <a:moveTo>
                    <a:pt x="26643" y="0"/>
                  </a:moveTo>
                  <a:lnTo>
                    <a:pt x="1331879" y="0"/>
                  </a:lnTo>
                  <a:cubicBezTo>
                    <a:pt x="1338945" y="0"/>
                    <a:pt x="1345722" y="2807"/>
                    <a:pt x="1350719" y="7803"/>
                  </a:cubicBezTo>
                  <a:cubicBezTo>
                    <a:pt x="1355715" y="12800"/>
                    <a:pt x="1358522" y="19577"/>
                    <a:pt x="1358522" y="26643"/>
                  </a:cubicBezTo>
                  <a:lnTo>
                    <a:pt x="1358522" y="563615"/>
                  </a:lnTo>
                  <a:cubicBezTo>
                    <a:pt x="1358522" y="570681"/>
                    <a:pt x="1355715" y="577458"/>
                    <a:pt x="1350719" y="582454"/>
                  </a:cubicBezTo>
                  <a:cubicBezTo>
                    <a:pt x="1345722" y="587450"/>
                    <a:pt x="1338945" y="590257"/>
                    <a:pt x="1331879" y="590257"/>
                  </a:cubicBezTo>
                  <a:lnTo>
                    <a:pt x="26643" y="590257"/>
                  </a:lnTo>
                  <a:cubicBezTo>
                    <a:pt x="19577" y="590257"/>
                    <a:pt x="12800" y="587450"/>
                    <a:pt x="7803" y="582454"/>
                  </a:cubicBezTo>
                  <a:cubicBezTo>
                    <a:pt x="2807" y="577458"/>
                    <a:pt x="0" y="570681"/>
                    <a:pt x="0" y="563615"/>
                  </a:cubicBezTo>
                  <a:lnTo>
                    <a:pt x="0" y="26643"/>
                  </a:lnTo>
                  <a:cubicBezTo>
                    <a:pt x="0" y="19577"/>
                    <a:pt x="2807" y="12800"/>
                    <a:pt x="7803" y="7803"/>
                  </a:cubicBezTo>
                  <a:cubicBezTo>
                    <a:pt x="12800" y="2807"/>
                    <a:pt x="19577" y="0"/>
                    <a:pt x="26643" y="0"/>
                  </a:cubicBezTo>
                  <a:close/>
                </a:path>
              </a:pathLst>
            </a:custGeom>
            <a:solidFill>
              <a:srgbClr val="0F0E0E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212" name="TextBox 42">
              <a:extLst>
                <a:ext uri="{FF2B5EF4-FFF2-40B4-BE49-F238E27FC236}">
                  <a16:creationId xmlns:a16="http://schemas.microsoft.com/office/drawing/2014/main" id="{8B62C7EA-D829-CD85-EDA8-C09BF1B11A22}"/>
                </a:ext>
              </a:extLst>
            </p:cNvPr>
            <p:cNvSpPr txBox="1"/>
            <p:nvPr/>
          </p:nvSpPr>
          <p:spPr>
            <a:xfrm>
              <a:off x="0" y="-19050"/>
              <a:ext cx="1358522" cy="6093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grpSp>
        <p:nvGrpSpPr>
          <p:cNvPr id="214" name="Group 57">
            <a:extLst>
              <a:ext uri="{FF2B5EF4-FFF2-40B4-BE49-F238E27FC236}">
                <a16:creationId xmlns:a16="http://schemas.microsoft.com/office/drawing/2014/main" id="{803DFA26-D8BE-7174-08A2-C3422CE9DC92}"/>
              </a:ext>
            </a:extLst>
          </p:cNvPr>
          <p:cNvGrpSpPr/>
          <p:nvPr/>
        </p:nvGrpSpPr>
        <p:grpSpPr>
          <a:xfrm>
            <a:off x="3531949" y="4985776"/>
            <a:ext cx="1876174" cy="341111"/>
            <a:chOff x="0" y="0"/>
            <a:chExt cx="2644177" cy="477582"/>
          </a:xfrm>
        </p:grpSpPr>
        <p:sp>
          <p:nvSpPr>
            <p:cNvPr id="229" name="TextBox 58">
              <a:extLst>
                <a:ext uri="{FF2B5EF4-FFF2-40B4-BE49-F238E27FC236}">
                  <a16:creationId xmlns:a16="http://schemas.microsoft.com/office/drawing/2014/main" id="{32EDB1DE-8F8F-444C-47AD-E13CC72F627B}"/>
                </a:ext>
              </a:extLst>
            </p:cNvPr>
            <p:cNvSpPr txBox="1"/>
            <p:nvPr/>
          </p:nvSpPr>
          <p:spPr>
            <a:xfrm>
              <a:off x="455042" y="-66675"/>
              <a:ext cx="2189134" cy="5442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3359"/>
                </a:lnSpc>
              </a:pPr>
              <a:r>
                <a:rPr lang="en-US" sz="2400" spc="-6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styles.css</a:t>
              </a:r>
            </a:p>
          </p:txBody>
        </p:sp>
        <p:grpSp>
          <p:nvGrpSpPr>
            <p:cNvPr id="230" name="Group 59">
              <a:extLst>
                <a:ext uri="{FF2B5EF4-FFF2-40B4-BE49-F238E27FC236}">
                  <a16:creationId xmlns:a16="http://schemas.microsoft.com/office/drawing/2014/main" id="{0FF14D9A-D60E-EF90-DE73-B9383D54EAE1}"/>
                </a:ext>
              </a:extLst>
            </p:cNvPr>
            <p:cNvGrpSpPr/>
            <p:nvPr/>
          </p:nvGrpSpPr>
          <p:grpSpPr>
            <a:xfrm>
              <a:off x="0" y="69221"/>
              <a:ext cx="350938" cy="339139"/>
              <a:chOff x="0" y="0"/>
              <a:chExt cx="69321" cy="66990"/>
            </a:xfrm>
          </p:grpSpPr>
          <p:sp>
            <p:nvSpPr>
              <p:cNvPr id="231" name="Freeform 60">
                <a:extLst>
                  <a:ext uri="{FF2B5EF4-FFF2-40B4-BE49-F238E27FC236}">
                    <a16:creationId xmlns:a16="http://schemas.microsoft.com/office/drawing/2014/main" id="{C134D8E2-846E-32F9-E692-FF33243E64FD}"/>
                  </a:ext>
                </a:extLst>
              </p:cNvPr>
              <p:cNvSpPr/>
              <p:nvPr/>
            </p:nvSpPr>
            <p:spPr>
              <a:xfrm>
                <a:off x="0" y="0"/>
                <a:ext cx="69321" cy="66990"/>
              </a:xfrm>
              <a:custGeom>
                <a:avLst/>
                <a:gdLst/>
                <a:ahLst/>
                <a:cxnLst/>
                <a:rect l="l" t="t" r="r" b="b"/>
                <a:pathLst>
                  <a:path w="69321" h="66990">
                    <a:moveTo>
                      <a:pt x="0" y="0"/>
                    </a:moveTo>
                    <a:lnTo>
                      <a:pt x="69321" y="0"/>
                    </a:lnTo>
                    <a:lnTo>
                      <a:pt x="69321" y="66990"/>
                    </a:lnTo>
                    <a:lnTo>
                      <a:pt x="0" y="66990"/>
                    </a:lnTo>
                    <a:close/>
                  </a:path>
                </a:pathLst>
              </a:custGeom>
              <a:solidFill>
                <a:srgbClr val="CB6CE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232" name="TextBox 61">
                <a:extLst>
                  <a:ext uri="{FF2B5EF4-FFF2-40B4-BE49-F238E27FC236}">
                    <a16:creationId xmlns:a16="http://schemas.microsoft.com/office/drawing/2014/main" id="{32832C0A-99E0-32F1-69C4-17C4C194C895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69321" cy="860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 dirty="0"/>
              </a:p>
            </p:txBody>
          </p:sp>
        </p:grpSp>
      </p:grpSp>
      <p:grpSp>
        <p:nvGrpSpPr>
          <p:cNvPr id="215" name="Grupo 214">
            <a:extLst>
              <a:ext uri="{FF2B5EF4-FFF2-40B4-BE49-F238E27FC236}">
                <a16:creationId xmlns:a16="http://schemas.microsoft.com/office/drawing/2014/main" id="{B256FCEB-5346-8BA9-AAB0-46B1A1E4DA4D}"/>
              </a:ext>
            </a:extLst>
          </p:cNvPr>
          <p:cNvGrpSpPr/>
          <p:nvPr/>
        </p:nvGrpSpPr>
        <p:grpSpPr>
          <a:xfrm>
            <a:off x="3530672" y="5808395"/>
            <a:ext cx="1995646" cy="413190"/>
            <a:chOff x="3899399" y="2821328"/>
            <a:chExt cx="1995646" cy="413190"/>
          </a:xfrm>
        </p:grpSpPr>
        <p:sp>
          <p:nvSpPr>
            <p:cNvPr id="227" name="TextBox 68">
              <a:extLst>
                <a:ext uri="{FF2B5EF4-FFF2-40B4-BE49-F238E27FC236}">
                  <a16:creationId xmlns:a16="http://schemas.microsoft.com/office/drawing/2014/main" id="{A05E77B0-4AED-E049-A310-ADBD3FD938EE}"/>
                </a:ext>
              </a:extLst>
            </p:cNvPr>
            <p:cNvSpPr txBox="1"/>
            <p:nvPr/>
          </p:nvSpPr>
          <p:spPr>
            <a:xfrm>
              <a:off x="4222274" y="2821328"/>
              <a:ext cx="1672771" cy="4131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3359"/>
                </a:lnSpc>
              </a:pPr>
              <a:r>
                <a:rPr lang="en-US" sz="2400" spc="-6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styles-2.js</a:t>
              </a:r>
            </a:p>
          </p:txBody>
        </p:sp>
        <p:sp>
          <p:nvSpPr>
            <p:cNvPr id="228" name="Freeform 70">
              <a:extLst>
                <a:ext uri="{FF2B5EF4-FFF2-40B4-BE49-F238E27FC236}">
                  <a16:creationId xmlns:a16="http://schemas.microsoft.com/office/drawing/2014/main" id="{E868D7F0-5642-DC0E-0EDE-ACD3F410DA0F}"/>
                </a:ext>
              </a:extLst>
            </p:cNvPr>
            <p:cNvSpPr/>
            <p:nvPr/>
          </p:nvSpPr>
          <p:spPr>
            <a:xfrm>
              <a:off x="3899399" y="2918391"/>
              <a:ext cx="249008" cy="242229"/>
            </a:xfrm>
            <a:custGeom>
              <a:avLst/>
              <a:gdLst/>
              <a:ahLst/>
              <a:cxnLst/>
              <a:rect l="l" t="t" r="r" b="b"/>
              <a:pathLst>
                <a:path w="69321" h="66990">
                  <a:moveTo>
                    <a:pt x="0" y="0"/>
                  </a:moveTo>
                  <a:lnTo>
                    <a:pt x="69321" y="0"/>
                  </a:lnTo>
                  <a:lnTo>
                    <a:pt x="69321" y="66990"/>
                  </a:lnTo>
                  <a:lnTo>
                    <a:pt x="0" y="66990"/>
                  </a:lnTo>
                  <a:close/>
                </a:path>
              </a:pathLst>
            </a:custGeom>
            <a:solidFill>
              <a:srgbClr val="FFFF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216" name="Group 67">
            <a:extLst>
              <a:ext uri="{FF2B5EF4-FFF2-40B4-BE49-F238E27FC236}">
                <a16:creationId xmlns:a16="http://schemas.microsoft.com/office/drawing/2014/main" id="{FD5F0D00-B8E9-7B1E-51F9-D3B1F54E0409}"/>
              </a:ext>
            </a:extLst>
          </p:cNvPr>
          <p:cNvGrpSpPr/>
          <p:nvPr/>
        </p:nvGrpSpPr>
        <p:grpSpPr>
          <a:xfrm>
            <a:off x="3532819" y="5408525"/>
            <a:ext cx="1995646" cy="341111"/>
            <a:chOff x="0" y="0"/>
            <a:chExt cx="2812553" cy="477582"/>
          </a:xfrm>
        </p:grpSpPr>
        <p:sp>
          <p:nvSpPr>
            <p:cNvPr id="223" name="TextBox 68">
              <a:extLst>
                <a:ext uri="{FF2B5EF4-FFF2-40B4-BE49-F238E27FC236}">
                  <a16:creationId xmlns:a16="http://schemas.microsoft.com/office/drawing/2014/main" id="{0F94F0F9-72DB-3FDE-0DB1-816FC07A1E65}"/>
                </a:ext>
              </a:extLst>
            </p:cNvPr>
            <p:cNvSpPr txBox="1"/>
            <p:nvPr/>
          </p:nvSpPr>
          <p:spPr>
            <a:xfrm>
              <a:off x="455042" y="-66675"/>
              <a:ext cx="2357511" cy="5442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3359"/>
                </a:lnSpc>
              </a:pPr>
              <a:r>
                <a:rPr lang="en-US" sz="2400" spc="-6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scripts.js</a:t>
              </a:r>
            </a:p>
          </p:txBody>
        </p:sp>
        <p:grpSp>
          <p:nvGrpSpPr>
            <p:cNvPr id="224" name="Group 69">
              <a:extLst>
                <a:ext uri="{FF2B5EF4-FFF2-40B4-BE49-F238E27FC236}">
                  <a16:creationId xmlns:a16="http://schemas.microsoft.com/office/drawing/2014/main" id="{C8385DF8-EECF-BD6B-5ECD-45B089DD108F}"/>
                </a:ext>
              </a:extLst>
            </p:cNvPr>
            <p:cNvGrpSpPr/>
            <p:nvPr/>
          </p:nvGrpSpPr>
          <p:grpSpPr>
            <a:xfrm>
              <a:off x="0" y="69221"/>
              <a:ext cx="350938" cy="339139"/>
              <a:chOff x="0" y="0"/>
              <a:chExt cx="69321" cy="66990"/>
            </a:xfrm>
          </p:grpSpPr>
          <p:sp>
            <p:nvSpPr>
              <p:cNvPr id="225" name="Freeform 70">
                <a:extLst>
                  <a:ext uri="{FF2B5EF4-FFF2-40B4-BE49-F238E27FC236}">
                    <a16:creationId xmlns:a16="http://schemas.microsoft.com/office/drawing/2014/main" id="{47167DDE-A2F0-5C3C-DD8F-9DEA282FBCE3}"/>
                  </a:ext>
                </a:extLst>
              </p:cNvPr>
              <p:cNvSpPr/>
              <p:nvPr/>
            </p:nvSpPr>
            <p:spPr>
              <a:xfrm>
                <a:off x="0" y="0"/>
                <a:ext cx="69321" cy="66990"/>
              </a:xfrm>
              <a:custGeom>
                <a:avLst/>
                <a:gdLst/>
                <a:ahLst/>
                <a:cxnLst/>
                <a:rect l="l" t="t" r="r" b="b"/>
                <a:pathLst>
                  <a:path w="69321" h="66990">
                    <a:moveTo>
                      <a:pt x="0" y="0"/>
                    </a:moveTo>
                    <a:lnTo>
                      <a:pt x="69321" y="0"/>
                    </a:lnTo>
                    <a:lnTo>
                      <a:pt x="69321" y="66990"/>
                    </a:lnTo>
                    <a:lnTo>
                      <a:pt x="0" y="66990"/>
                    </a:lnTo>
                    <a:close/>
                  </a:path>
                </a:pathLst>
              </a:custGeom>
              <a:solidFill>
                <a:srgbClr val="1E3EE3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226" name="TextBox 71">
                <a:extLst>
                  <a:ext uri="{FF2B5EF4-FFF2-40B4-BE49-F238E27FC236}">
                    <a16:creationId xmlns:a16="http://schemas.microsoft.com/office/drawing/2014/main" id="{EA977CEB-AB62-A661-3923-36A2AD5079E1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69321" cy="860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</p:grpSp>
      <p:grpSp>
        <p:nvGrpSpPr>
          <p:cNvPr id="217" name="Group 72">
            <a:extLst>
              <a:ext uri="{FF2B5EF4-FFF2-40B4-BE49-F238E27FC236}">
                <a16:creationId xmlns:a16="http://schemas.microsoft.com/office/drawing/2014/main" id="{488E91C9-A4A8-2FC6-D6C3-82D47E2FB234}"/>
              </a:ext>
            </a:extLst>
          </p:cNvPr>
          <p:cNvGrpSpPr/>
          <p:nvPr/>
        </p:nvGrpSpPr>
        <p:grpSpPr>
          <a:xfrm>
            <a:off x="3515432" y="4511452"/>
            <a:ext cx="2473533" cy="388733"/>
            <a:chOff x="0" y="-66674"/>
            <a:chExt cx="3486061" cy="544257"/>
          </a:xfrm>
        </p:grpSpPr>
        <p:sp>
          <p:nvSpPr>
            <p:cNvPr id="219" name="TextBox 73">
              <a:extLst>
                <a:ext uri="{FF2B5EF4-FFF2-40B4-BE49-F238E27FC236}">
                  <a16:creationId xmlns:a16="http://schemas.microsoft.com/office/drawing/2014/main" id="{374262C7-ED77-085F-1812-2E982D2FF120}"/>
                </a:ext>
              </a:extLst>
            </p:cNvPr>
            <p:cNvSpPr txBox="1"/>
            <p:nvPr/>
          </p:nvSpPr>
          <p:spPr>
            <a:xfrm>
              <a:off x="455043" y="-66674"/>
              <a:ext cx="3031018" cy="5442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3359"/>
                </a:lnSpc>
              </a:pPr>
              <a:r>
                <a:rPr lang="en-US" sz="2400" spc="-6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index.html</a:t>
              </a:r>
            </a:p>
          </p:txBody>
        </p:sp>
        <p:grpSp>
          <p:nvGrpSpPr>
            <p:cNvPr id="220" name="Group 74">
              <a:extLst>
                <a:ext uri="{FF2B5EF4-FFF2-40B4-BE49-F238E27FC236}">
                  <a16:creationId xmlns:a16="http://schemas.microsoft.com/office/drawing/2014/main" id="{0712DBDD-E9F6-47C1-E58B-8F968B7D8851}"/>
                </a:ext>
              </a:extLst>
            </p:cNvPr>
            <p:cNvGrpSpPr/>
            <p:nvPr/>
          </p:nvGrpSpPr>
          <p:grpSpPr>
            <a:xfrm>
              <a:off x="0" y="69221"/>
              <a:ext cx="350938" cy="339139"/>
              <a:chOff x="0" y="0"/>
              <a:chExt cx="69321" cy="66990"/>
            </a:xfrm>
          </p:grpSpPr>
          <p:sp>
            <p:nvSpPr>
              <p:cNvPr id="221" name="Freeform 75">
                <a:extLst>
                  <a:ext uri="{FF2B5EF4-FFF2-40B4-BE49-F238E27FC236}">
                    <a16:creationId xmlns:a16="http://schemas.microsoft.com/office/drawing/2014/main" id="{5F405C0C-6594-3860-1250-2DD94111D125}"/>
                  </a:ext>
                </a:extLst>
              </p:cNvPr>
              <p:cNvSpPr/>
              <p:nvPr/>
            </p:nvSpPr>
            <p:spPr>
              <a:xfrm>
                <a:off x="0" y="0"/>
                <a:ext cx="69321" cy="66990"/>
              </a:xfrm>
              <a:custGeom>
                <a:avLst/>
                <a:gdLst/>
                <a:ahLst/>
                <a:cxnLst/>
                <a:rect l="l" t="t" r="r" b="b"/>
                <a:pathLst>
                  <a:path w="69321" h="66990">
                    <a:moveTo>
                      <a:pt x="0" y="0"/>
                    </a:moveTo>
                    <a:lnTo>
                      <a:pt x="69321" y="0"/>
                    </a:lnTo>
                    <a:lnTo>
                      <a:pt x="69321" y="66990"/>
                    </a:lnTo>
                    <a:lnTo>
                      <a:pt x="0" y="66990"/>
                    </a:lnTo>
                    <a:close/>
                  </a:path>
                </a:pathLst>
              </a:custGeom>
              <a:solidFill>
                <a:srgbClr val="7ED957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222" name="TextBox 76">
                <a:extLst>
                  <a:ext uri="{FF2B5EF4-FFF2-40B4-BE49-F238E27FC236}">
                    <a16:creationId xmlns:a16="http://schemas.microsoft.com/office/drawing/2014/main" id="{D118C911-534B-2D22-8B6B-24DD8D7FC3B9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69321" cy="860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</p:grpSp>
      <p:grpSp>
        <p:nvGrpSpPr>
          <p:cNvPr id="233" name="Grupo 232">
            <a:extLst>
              <a:ext uri="{FF2B5EF4-FFF2-40B4-BE49-F238E27FC236}">
                <a16:creationId xmlns:a16="http://schemas.microsoft.com/office/drawing/2014/main" id="{3FE73182-1CC1-1669-9906-9418C68584CB}"/>
              </a:ext>
            </a:extLst>
          </p:cNvPr>
          <p:cNvGrpSpPr/>
          <p:nvPr/>
        </p:nvGrpSpPr>
        <p:grpSpPr>
          <a:xfrm>
            <a:off x="1456673" y="2672822"/>
            <a:ext cx="5369360" cy="742727"/>
            <a:chOff x="11277600" y="1501245"/>
            <a:chExt cx="7277100" cy="1203855"/>
          </a:xfrm>
        </p:grpSpPr>
        <p:grpSp>
          <p:nvGrpSpPr>
            <p:cNvPr id="234" name="Group 9">
              <a:extLst>
                <a:ext uri="{FF2B5EF4-FFF2-40B4-BE49-F238E27FC236}">
                  <a16:creationId xmlns:a16="http://schemas.microsoft.com/office/drawing/2014/main" id="{403275D6-3CE6-F5B7-FD90-C62BDD9EC19F}"/>
                </a:ext>
              </a:extLst>
            </p:cNvPr>
            <p:cNvGrpSpPr/>
            <p:nvPr/>
          </p:nvGrpSpPr>
          <p:grpSpPr>
            <a:xfrm>
              <a:off x="11277600" y="1501245"/>
              <a:ext cx="7277100" cy="1203855"/>
              <a:chOff x="0" y="-47625"/>
              <a:chExt cx="2734992" cy="466725"/>
            </a:xfrm>
          </p:grpSpPr>
          <p:sp>
            <p:nvSpPr>
              <p:cNvPr id="238" name="Freeform 10">
                <a:extLst>
                  <a:ext uri="{FF2B5EF4-FFF2-40B4-BE49-F238E27FC236}">
                    <a16:creationId xmlns:a16="http://schemas.microsoft.com/office/drawing/2014/main" id="{A4A7746F-47F9-9BCD-A06D-33B0E514FCBF}"/>
                  </a:ext>
                </a:extLst>
              </p:cNvPr>
              <p:cNvSpPr/>
              <p:nvPr/>
            </p:nvSpPr>
            <p:spPr>
              <a:xfrm>
                <a:off x="0" y="0"/>
                <a:ext cx="2734992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2031332" h="419100">
                    <a:moveTo>
                      <a:pt x="23643" y="0"/>
                    </a:moveTo>
                    <a:lnTo>
                      <a:pt x="2007689" y="0"/>
                    </a:lnTo>
                    <a:cubicBezTo>
                      <a:pt x="2020747" y="0"/>
                      <a:pt x="2031332" y="10585"/>
                      <a:pt x="2031332" y="23643"/>
                    </a:cubicBezTo>
                    <a:lnTo>
                      <a:pt x="2031332" y="395457"/>
                    </a:lnTo>
                    <a:cubicBezTo>
                      <a:pt x="2031332" y="401727"/>
                      <a:pt x="2028841" y="407741"/>
                      <a:pt x="2024407" y="412175"/>
                    </a:cubicBezTo>
                    <a:cubicBezTo>
                      <a:pt x="2019973" y="416609"/>
                      <a:pt x="2013959" y="419100"/>
                      <a:pt x="2007689" y="419100"/>
                    </a:cubicBezTo>
                    <a:lnTo>
                      <a:pt x="23643" y="419100"/>
                    </a:lnTo>
                    <a:cubicBezTo>
                      <a:pt x="17373" y="419100"/>
                      <a:pt x="11359" y="416609"/>
                      <a:pt x="6925" y="412175"/>
                    </a:cubicBezTo>
                    <a:cubicBezTo>
                      <a:pt x="2491" y="407741"/>
                      <a:pt x="0" y="401727"/>
                      <a:pt x="0" y="395457"/>
                    </a:cubicBezTo>
                    <a:lnTo>
                      <a:pt x="0" y="23643"/>
                    </a:lnTo>
                    <a:cubicBezTo>
                      <a:pt x="0" y="17373"/>
                      <a:pt x="2491" y="11359"/>
                      <a:pt x="6925" y="6925"/>
                    </a:cubicBezTo>
                    <a:cubicBezTo>
                      <a:pt x="11359" y="2491"/>
                      <a:pt x="17373" y="0"/>
                      <a:pt x="23643" y="0"/>
                    </a:cubicBezTo>
                    <a:close/>
                  </a:path>
                </a:pathLst>
              </a:custGeom>
              <a:noFill/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239" name="TextBox 11">
                <a:extLst>
                  <a:ext uri="{FF2B5EF4-FFF2-40B4-BE49-F238E27FC236}">
                    <a16:creationId xmlns:a16="http://schemas.microsoft.com/office/drawing/2014/main" id="{501F11FD-574F-0DDE-3FA4-45CFEC4B0F35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2031332" cy="4667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11"/>
                  </a:lnSpc>
                </a:pPr>
                <a:endParaRPr/>
              </a:p>
            </p:txBody>
          </p:sp>
        </p:grpSp>
        <p:grpSp>
          <p:nvGrpSpPr>
            <p:cNvPr id="235" name="Grupo 234">
              <a:extLst>
                <a:ext uri="{FF2B5EF4-FFF2-40B4-BE49-F238E27FC236}">
                  <a16:creationId xmlns:a16="http://schemas.microsoft.com/office/drawing/2014/main" id="{60DC213B-7AA3-44D4-7B7F-611548F5E27F}"/>
                </a:ext>
              </a:extLst>
            </p:cNvPr>
            <p:cNvGrpSpPr/>
            <p:nvPr/>
          </p:nvGrpSpPr>
          <p:grpSpPr>
            <a:xfrm>
              <a:off x="12279056" y="1790700"/>
              <a:ext cx="4970491" cy="695681"/>
              <a:chOff x="12337765" y="1831143"/>
              <a:chExt cx="4970491" cy="695681"/>
            </a:xfrm>
          </p:grpSpPr>
          <p:sp>
            <p:nvSpPr>
              <p:cNvPr id="236" name="TextBox 14">
                <a:extLst>
                  <a:ext uri="{FF2B5EF4-FFF2-40B4-BE49-F238E27FC236}">
                    <a16:creationId xmlns:a16="http://schemas.microsoft.com/office/drawing/2014/main" id="{27D17B05-89FB-6E82-5445-FB5A5AC48D1E}"/>
                  </a:ext>
                </a:extLst>
              </p:cNvPr>
              <p:cNvSpPr txBox="1"/>
              <p:nvPr/>
            </p:nvSpPr>
            <p:spPr>
              <a:xfrm>
                <a:off x="13117929" y="1916776"/>
                <a:ext cx="4190327" cy="52441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3611"/>
                  </a:lnSpc>
                </a:pPr>
                <a:r>
                  <a:rPr lang="en-US" sz="2799" dirty="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feature/mi-</a:t>
                </a:r>
                <a:r>
                  <a:rPr lang="en-US" sz="2799" dirty="0" err="1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rama</a:t>
                </a:r>
                <a:endParaRPr lang="en-US" sz="2799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pic>
            <p:nvPicPr>
              <p:cNvPr id="237" name="Imagen 236" descr="Git-branch - Free vector icons on creazilla.com">
                <a:extLst>
                  <a:ext uri="{FF2B5EF4-FFF2-40B4-BE49-F238E27FC236}">
                    <a16:creationId xmlns:a16="http://schemas.microsoft.com/office/drawing/2014/main" id="{26ED0CDB-2634-9AA7-4CD0-3EA1055DFA6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duotone>
                  <a:schemeClr val="accent3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rightnessContrast bright="40000" contrast="4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12337765" y="1831143"/>
                <a:ext cx="695681" cy="695681"/>
              </a:xfrm>
              <a:prstGeom prst="rect">
                <a:avLst/>
              </a:prstGeom>
            </p:spPr>
          </p:pic>
        </p:grpSp>
      </p:grpSp>
      <p:grpSp>
        <p:nvGrpSpPr>
          <p:cNvPr id="240" name="Grupo 239">
            <a:extLst>
              <a:ext uri="{FF2B5EF4-FFF2-40B4-BE49-F238E27FC236}">
                <a16:creationId xmlns:a16="http://schemas.microsoft.com/office/drawing/2014/main" id="{9ECCCDC4-B899-A64E-E6A7-DF5D10500233}"/>
              </a:ext>
            </a:extLst>
          </p:cNvPr>
          <p:cNvGrpSpPr/>
          <p:nvPr/>
        </p:nvGrpSpPr>
        <p:grpSpPr>
          <a:xfrm>
            <a:off x="1456672" y="1738380"/>
            <a:ext cx="5723513" cy="973670"/>
            <a:chOff x="709547" y="2145505"/>
            <a:chExt cx="5369360" cy="973670"/>
          </a:xfrm>
        </p:grpSpPr>
        <p:grpSp>
          <p:nvGrpSpPr>
            <p:cNvPr id="241" name="Group 9">
              <a:extLst>
                <a:ext uri="{FF2B5EF4-FFF2-40B4-BE49-F238E27FC236}">
                  <a16:creationId xmlns:a16="http://schemas.microsoft.com/office/drawing/2014/main" id="{8D060478-9633-1384-CD28-BFE00CBC79DE}"/>
                </a:ext>
              </a:extLst>
            </p:cNvPr>
            <p:cNvGrpSpPr/>
            <p:nvPr/>
          </p:nvGrpSpPr>
          <p:grpSpPr>
            <a:xfrm>
              <a:off x="709547" y="2145505"/>
              <a:ext cx="5369360" cy="973670"/>
              <a:chOff x="0" y="-47625"/>
              <a:chExt cx="2734992" cy="466725"/>
            </a:xfrm>
          </p:grpSpPr>
          <p:sp>
            <p:nvSpPr>
              <p:cNvPr id="244" name="Freeform 10">
                <a:extLst>
                  <a:ext uri="{FF2B5EF4-FFF2-40B4-BE49-F238E27FC236}">
                    <a16:creationId xmlns:a16="http://schemas.microsoft.com/office/drawing/2014/main" id="{DC3823AD-CC7A-D5F0-4175-429CA3749580}"/>
                  </a:ext>
                </a:extLst>
              </p:cNvPr>
              <p:cNvSpPr/>
              <p:nvPr/>
            </p:nvSpPr>
            <p:spPr>
              <a:xfrm>
                <a:off x="0" y="0"/>
                <a:ext cx="2734992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2031332" h="419100">
                    <a:moveTo>
                      <a:pt x="23643" y="0"/>
                    </a:moveTo>
                    <a:lnTo>
                      <a:pt x="2007689" y="0"/>
                    </a:lnTo>
                    <a:cubicBezTo>
                      <a:pt x="2020747" y="0"/>
                      <a:pt x="2031332" y="10585"/>
                      <a:pt x="2031332" y="23643"/>
                    </a:cubicBezTo>
                    <a:lnTo>
                      <a:pt x="2031332" y="395457"/>
                    </a:lnTo>
                    <a:cubicBezTo>
                      <a:pt x="2031332" y="401727"/>
                      <a:pt x="2028841" y="407741"/>
                      <a:pt x="2024407" y="412175"/>
                    </a:cubicBezTo>
                    <a:cubicBezTo>
                      <a:pt x="2019973" y="416609"/>
                      <a:pt x="2013959" y="419100"/>
                      <a:pt x="2007689" y="419100"/>
                    </a:cubicBezTo>
                    <a:lnTo>
                      <a:pt x="23643" y="419100"/>
                    </a:lnTo>
                    <a:cubicBezTo>
                      <a:pt x="17373" y="419100"/>
                      <a:pt x="11359" y="416609"/>
                      <a:pt x="6925" y="412175"/>
                    </a:cubicBezTo>
                    <a:cubicBezTo>
                      <a:pt x="2491" y="407741"/>
                      <a:pt x="0" y="401727"/>
                      <a:pt x="0" y="395457"/>
                    </a:cubicBezTo>
                    <a:lnTo>
                      <a:pt x="0" y="23643"/>
                    </a:lnTo>
                    <a:cubicBezTo>
                      <a:pt x="0" y="17373"/>
                      <a:pt x="2491" y="11359"/>
                      <a:pt x="6925" y="6925"/>
                    </a:cubicBezTo>
                    <a:cubicBezTo>
                      <a:pt x="11359" y="2491"/>
                      <a:pt x="17373" y="0"/>
                      <a:pt x="23643" y="0"/>
                    </a:cubicBez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245" name="TextBox 11">
                <a:extLst>
                  <a:ext uri="{FF2B5EF4-FFF2-40B4-BE49-F238E27FC236}">
                    <a16:creationId xmlns:a16="http://schemas.microsoft.com/office/drawing/2014/main" id="{9C68A919-BD0D-2AAD-A24D-F5EEE2687F14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2031332" cy="4667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11"/>
                  </a:lnSpc>
                </a:pPr>
                <a:endParaRPr/>
              </a:p>
            </p:txBody>
          </p:sp>
        </p:grpSp>
        <p:sp>
          <p:nvSpPr>
            <p:cNvPr id="242" name="TextBox 14">
              <a:extLst>
                <a:ext uri="{FF2B5EF4-FFF2-40B4-BE49-F238E27FC236}">
                  <a16:creationId xmlns:a16="http://schemas.microsoft.com/office/drawing/2014/main" id="{A8C9AC2B-CFDA-C5B6-CF6E-5AE9BEF1B6E2}"/>
                </a:ext>
              </a:extLst>
            </p:cNvPr>
            <p:cNvSpPr txBox="1"/>
            <p:nvPr/>
          </p:nvSpPr>
          <p:spPr>
            <a:xfrm>
              <a:off x="1451443" y="2480525"/>
              <a:ext cx="3989996" cy="4241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>
                <a:lnSpc>
                  <a:spcPts val="3095"/>
                </a:lnSpc>
              </a:pPr>
              <a:r>
                <a:rPr lang="en-US" sz="2800" spc="-131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mi-</a:t>
              </a:r>
              <a:r>
                <a:rPr lang="en-US" sz="2800" spc="-131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proyecto</a:t>
              </a:r>
              <a:r>
                <a:rPr lang="en-US" sz="2800" spc="-131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-</a:t>
              </a:r>
              <a:r>
                <a:rPr lang="en-US" sz="2800" spc="-131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clonado</a:t>
              </a:r>
              <a:endParaRPr lang="en-US" sz="2800" spc="-13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43" name="Freeform 50">
              <a:extLst>
                <a:ext uri="{FF2B5EF4-FFF2-40B4-BE49-F238E27FC236}">
                  <a16:creationId xmlns:a16="http://schemas.microsoft.com/office/drawing/2014/main" id="{D2ABE01B-6B26-6E3F-4C52-66E0EEFA4864}"/>
                </a:ext>
              </a:extLst>
            </p:cNvPr>
            <p:cNvSpPr/>
            <p:nvPr/>
          </p:nvSpPr>
          <p:spPr>
            <a:xfrm>
              <a:off x="1026470" y="2429721"/>
              <a:ext cx="444723" cy="394760"/>
            </a:xfrm>
            <a:custGeom>
              <a:avLst/>
              <a:gdLst/>
              <a:ahLst/>
              <a:cxnLst/>
              <a:rect l="l" t="t" r="r" b="b"/>
              <a:pathLst>
                <a:path w="626768" h="552695">
                  <a:moveTo>
                    <a:pt x="0" y="0"/>
                  </a:moveTo>
                  <a:lnTo>
                    <a:pt x="626768" y="0"/>
                  </a:lnTo>
                  <a:lnTo>
                    <a:pt x="626768" y="552695"/>
                  </a:lnTo>
                  <a:lnTo>
                    <a:pt x="0" y="5526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246" name="Group 9">
            <a:extLst>
              <a:ext uri="{FF2B5EF4-FFF2-40B4-BE49-F238E27FC236}">
                <a16:creationId xmlns:a16="http://schemas.microsoft.com/office/drawing/2014/main" id="{F004B432-98FC-CF81-E866-41F31D2D00E0}"/>
              </a:ext>
            </a:extLst>
          </p:cNvPr>
          <p:cNvGrpSpPr/>
          <p:nvPr/>
        </p:nvGrpSpPr>
        <p:grpSpPr>
          <a:xfrm>
            <a:off x="2332163" y="3945685"/>
            <a:ext cx="4892112" cy="973670"/>
            <a:chOff x="0" y="-47625"/>
            <a:chExt cx="2734992" cy="466725"/>
          </a:xfrm>
        </p:grpSpPr>
        <p:sp>
          <p:nvSpPr>
            <p:cNvPr id="247" name="Freeform 10">
              <a:extLst>
                <a:ext uri="{FF2B5EF4-FFF2-40B4-BE49-F238E27FC236}">
                  <a16:creationId xmlns:a16="http://schemas.microsoft.com/office/drawing/2014/main" id="{84471712-D7C9-1775-432D-F11C6032229B}"/>
                </a:ext>
              </a:extLst>
            </p:cNvPr>
            <p:cNvSpPr/>
            <p:nvPr/>
          </p:nvSpPr>
          <p:spPr>
            <a:xfrm>
              <a:off x="0" y="0"/>
              <a:ext cx="2734992" cy="419100"/>
            </a:xfrm>
            <a:custGeom>
              <a:avLst/>
              <a:gdLst/>
              <a:ahLst/>
              <a:cxnLst/>
              <a:rect l="l" t="t" r="r" b="b"/>
              <a:pathLst>
                <a:path w="2031332" h="419100">
                  <a:moveTo>
                    <a:pt x="23643" y="0"/>
                  </a:moveTo>
                  <a:lnTo>
                    <a:pt x="2007689" y="0"/>
                  </a:lnTo>
                  <a:cubicBezTo>
                    <a:pt x="2020747" y="0"/>
                    <a:pt x="2031332" y="10585"/>
                    <a:pt x="2031332" y="23643"/>
                  </a:cubicBezTo>
                  <a:lnTo>
                    <a:pt x="2031332" y="395457"/>
                  </a:lnTo>
                  <a:cubicBezTo>
                    <a:pt x="2031332" y="401727"/>
                    <a:pt x="2028841" y="407741"/>
                    <a:pt x="2024407" y="412175"/>
                  </a:cubicBezTo>
                  <a:cubicBezTo>
                    <a:pt x="2019973" y="416609"/>
                    <a:pt x="2013959" y="419100"/>
                    <a:pt x="2007689" y="419100"/>
                  </a:cubicBezTo>
                  <a:lnTo>
                    <a:pt x="23643" y="419100"/>
                  </a:lnTo>
                  <a:cubicBezTo>
                    <a:pt x="17373" y="419100"/>
                    <a:pt x="11359" y="416609"/>
                    <a:pt x="6925" y="412175"/>
                  </a:cubicBezTo>
                  <a:cubicBezTo>
                    <a:pt x="2491" y="407741"/>
                    <a:pt x="0" y="401727"/>
                    <a:pt x="0" y="395457"/>
                  </a:cubicBezTo>
                  <a:lnTo>
                    <a:pt x="0" y="23643"/>
                  </a:lnTo>
                  <a:cubicBezTo>
                    <a:pt x="0" y="17373"/>
                    <a:pt x="2491" y="11359"/>
                    <a:pt x="6925" y="6925"/>
                  </a:cubicBezTo>
                  <a:cubicBezTo>
                    <a:pt x="11359" y="2491"/>
                    <a:pt x="17373" y="0"/>
                    <a:pt x="23643" y="0"/>
                  </a:cubicBezTo>
                  <a:close/>
                </a:path>
              </a:pathLst>
            </a:custGeom>
            <a:noFill/>
          </p:spPr>
          <p:txBody>
            <a:bodyPr/>
            <a:lstStyle/>
            <a:p>
              <a:endParaRPr lang="es-MX" dirty="0"/>
            </a:p>
          </p:txBody>
        </p:sp>
        <p:sp>
          <p:nvSpPr>
            <p:cNvPr id="248" name="TextBox 11">
              <a:extLst>
                <a:ext uri="{FF2B5EF4-FFF2-40B4-BE49-F238E27FC236}">
                  <a16:creationId xmlns:a16="http://schemas.microsoft.com/office/drawing/2014/main" id="{8CE0179F-20CF-E7DA-A714-034C17545B12}"/>
                </a:ext>
              </a:extLst>
            </p:cNvPr>
            <p:cNvSpPr txBox="1"/>
            <p:nvPr/>
          </p:nvSpPr>
          <p:spPr>
            <a:xfrm>
              <a:off x="0" y="-47625"/>
              <a:ext cx="2031332" cy="4667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11"/>
                </a:lnSpc>
              </a:pPr>
              <a:endParaRPr/>
            </a:p>
          </p:txBody>
        </p:sp>
      </p:grpSp>
      <p:grpSp>
        <p:nvGrpSpPr>
          <p:cNvPr id="249" name="Grupo 248">
            <a:extLst>
              <a:ext uri="{FF2B5EF4-FFF2-40B4-BE49-F238E27FC236}">
                <a16:creationId xmlns:a16="http://schemas.microsoft.com/office/drawing/2014/main" id="{350716F5-F8D9-0712-AF65-B48EF2C3A583}"/>
              </a:ext>
            </a:extLst>
          </p:cNvPr>
          <p:cNvGrpSpPr/>
          <p:nvPr/>
        </p:nvGrpSpPr>
        <p:grpSpPr>
          <a:xfrm>
            <a:off x="2517559" y="3409181"/>
            <a:ext cx="1693251" cy="464701"/>
            <a:chOff x="2522434" y="5922073"/>
            <a:chExt cx="1693251" cy="464701"/>
          </a:xfrm>
        </p:grpSpPr>
        <p:sp>
          <p:nvSpPr>
            <p:cNvPr id="250" name="TextBox 14">
              <a:extLst>
                <a:ext uri="{FF2B5EF4-FFF2-40B4-BE49-F238E27FC236}">
                  <a16:creationId xmlns:a16="http://schemas.microsoft.com/office/drawing/2014/main" id="{4E8A118E-3DCA-F0D4-8105-B860A0E695EC}"/>
                </a:ext>
              </a:extLst>
            </p:cNvPr>
            <p:cNvSpPr txBox="1"/>
            <p:nvPr/>
          </p:nvSpPr>
          <p:spPr>
            <a:xfrm>
              <a:off x="3012993" y="5962630"/>
              <a:ext cx="1202692" cy="4241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>
                <a:lnSpc>
                  <a:spcPts val="3095"/>
                </a:lnSpc>
              </a:pPr>
              <a:r>
                <a:rPr lang="en-US" sz="2800" spc="-131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src</a:t>
              </a:r>
              <a:endParaRPr lang="en-US" sz="2800" spc="-13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pic>
          <p:nvPicPr>
            <p:cNvPr id="251" name="Imagen 250" descr="Icono De Carpeta Morada">
              <a:extLst>
                <a:ext uri="{FF2B5EF4-FFF2-40B4-BE49-F238E27FC236}">
                  <a16:creationId xmlns:a16="http://schemas.microsoft.com/office/drawing/2014/main" id="{89351EB3-6618-9CDF-4A23-1AE7558D6B2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522434" y="5922073"/>
              <a:ext cx="447528" cy="447528"/>
            </a:xfrm>
            <a:prstGeom prst="rect">
              <a:avLst/>
            </a:prstGeom>
          </p:spPr>
        </p:pic>
      </p:grpSp>
      <p:grpSp>
        <p:nvGrpSpPr>
          <p:cNvPr id="252" name="Grupo 251">
            <a:extLst>
              <a:ext uri="{FF2B5EF4-FFF2-40B4-BE49-F238E27FC236}">
                <a16:creationId xmlns:a16="http://schemas.microsoft.com/office/drawing/2014/main" id="{98D7715D-4BF7-ECD0-5DA1-D175926606D0}"/>
              </a:ext>
            </a:extLst>
          </p:cNvPr>
          <p:cNvGrpSpPr/>
          <p:nvPr/>
        </p:nvGrpSpPr>
        <p:grpSpPr>
          <a:xfrm>
            <a:off x="3006785" y="6350964"/>
            <a:ext cx="1693251" cy="464701"/>
            <a:chOff x="2522434" y="5922073"/>
            <a:chExt cx="1693251" cy="464701"/>
          </a:xfrm>
        </p:grpSpPr>
        <p:sp>
          <p:nvSpPr>
            <p:cNvPr id="253" name="TextBox 14">
              <a:extLst>
                <a:ext uri="{FF2B5EF4-FFF2-40B4-BE49-F238E27FC236}">
                  <a16:creationId xmlns:a16="http://schemas.microsoft.com/office/drawing/2014/main" id="{EB1A4329-208A-A024-AF8A-BED35D60211C}"/>
                </a:ext>
              </a:extLst>
            </p:cNvPr>
            <p:cNvSpPr txBox="1"/>
            <p:nvPr/>
          </p:nvSpPr>
          <p:spPr>
            <a:xfrm>
              <a:off x="3012993" y="5962630"/>
              <a:ext cx="1202692" cy="4241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>
                <a:lnSpc>
                  <a:spcPts val="3095"/>
                </a:lnSpc>
              </a:pPr>
              <a:r>
                <a:rPr lang="en-US" sz="2800" spc="-131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img</a:t>
              </a:r>
              <a:endParaRPr lang="en-US" sz="2800" spc="-13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pic>
          <p:nvPicPr>
            <p:cNvPr id="254" name="Imagen 253" descr="Icono De Carpeta Morada">
              <a:extLst>
                <a:ext uri="{FF2B5EF4-FFF2-40B4-BE49-F238E27FC236}">
                  <a16:creationId xmlns:a16="http://schemas.microsoft.com/office/drawing/2014/main" id="{92EB0CA1-7B76-1927-ACE2-2E4DFD16B3B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522434" y="5922073"/>
              <a:ext cx="447528" cy="447528"/>
            </a:xfrm>
            <a:prstGeom prst="rect">
              <a:avLst/>
            </a:prstGeom>
          </p:spPr>
        </p:pic>
      </p:grpSp>
      <p:grpSp>
        <p:nvGrpSpPr>
          <p:cNvPr id="256" name="Group 57">
            <a:extLst>
              <a:ext uri="{FF2B5EF4-FFF2-40B4-BE49-F238E27FC236}">
                <a16:creationId xmlns:a16="http://schemas.microsoft.com/office/drawing/2014/main" id="{CA362543-3404-03D6-4BDD-A828BE7C4EDE}"/>
              </a:ext>
            </a:extLst>
          </p:cNvPr>
          <p:cNvGrpSpPr/>
          <p:nvPr/>
        </p:nvGrpSpPr>
        <p:grpSpPr>
          <a:xfrm>
            <a:off x="3474658" y="7327350"/>
            <a:ext cx="1876174" cy="413190"/>
            <a:chOff x="0" y="-66675"/>
            <a:chExt cx="2644177" cy="578498"/>
          </a:xfrm>
        </p:grpSpPr>
        <p:sp>
          <p:nvSpPr>
            <p:cNvPr id="264" name="TextBox 58">
              <a:extLst>
                <a:ext uri="{FF2B5EF4-FFF2-40B4-BE49-F238E27FC236}">
                  <a16:creationId xmlns:a16="http://schemas.microsoft.com/office/drawing/2014/main" id="{EA4B9377-B39E-8BA1-E4D4-9E653E5B0274}"/>
                </a:ext>
              </a:extLst>
            </p:cNvPr>
            <p:cNvSpPr txBox="1"/>
            <p:nvPr/>
          </p:nvSpPr>
          <p:spPr>
            <a:xfrm>
              <a:off x="455042" y="-66675"/>
              <a:ext cx="2189135" cy="5784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3359"/>
                </a:lnSpc>
              </a:pPr>
              <a:r>
                <a:rPr lang="en-US" sz="2400" spc="-6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Img-2.png</a:t>
              </a:r>
            </a:p>
          </p:txBody>
        </p:sp>
        <p:grpSp>
          <p:nvGrpSpPr>
            <p:cNvPr id="265" name="Group 59">
              <a:extLst>
                <a:ext uri="{FF2B5EF4-FFF2-40B4-BE49-F238E27FC236}">
                  <a16:creationId xmlns:a16="http://schemas.microsoft.com/office/drawing/2014/main" id="{CB27F462-E79F-D467-F776-70EE0E6483C9}"/>
                </a:ext>
              </a:extLst>
            </p:cNvPr>
            <p:cNvGrpSpPr/>
            <p:nvPr/>
          </p:nvGrpSpPr>
          <p:grpSpPr>
            <a:xfrm>
              <a:off x="0" y="69221"/>
              <a:ext cx="350938" cy="339139"/>
              <a:chOff x="0" y="0"/>
              <a:chExt cx="69321" cy="66990"/>
            </a:xfrm>
          </p:grpSpPr>
          <p:sp>
            <p:nvSpPr>
              <p:cNvPr id="266" name="Freeform 60">
                <a:extLst>
                  <a:ext uri="{FF2B5EF4-FFF2-40B4-BE49-F238E27FC236}">
                    <a16:creationId xmlns:a16="http://schemas.microsoft.com/office/drawing/2014/main" id="{D8992D7A-E5D8-CB8A-A256-492A967A7F94}"/>
                  </a:ext>
                </a:extLst>
              </p:cNvPr>
              <p:cNvSpPr/>
              <p:nvPr/>
            </p:nvSpPr>
            <p:spPr>
              <a:xfrm>
                <a:off x="0" y="0"/>
                <a:ext cx="69321" cy="66990"/>
              </a:xfrm>
              <a:custGeom>
                <a:avLst/>
                <a:gdLst/>
                <a:ahLst/>
                <a:cxnLst/>
                <a:rect l="l" t="t" r="r" b="b"/>
                <a:pathLst>
                  <a:path w="69321" h="66990">
                    <a:moveTo>
                      <a:pt x="0" y="0"/>
                    </a:moveTo>
                    <a:lnTo>
                      <a:pt x="69321" y="0"/>
                    </a:lnTo>
                    <a:lnTo>
                      <a:pt x="69321" y="66990"/>
                    </a:lnTo>
                    <a:lnTo>
                      <a:pt x="0" y="6699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267" name="TextBox 61">
                <a:extLst>
                  <a:ext uri="{FF2B5EF4-FFF2-40B4-BE49-F238E27FC236}">
                    <a16:creationId xmlns:a16="http://schemas.microsoft.com/office/drawing/2014/main" id="{B0815CE1-461A-000F-4889-905335366D49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69321" cy="860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 dirty="0"/>
              </a:p>
            </p:txBody>
          </p:sp>
        </p:grpSp>
      </p:grpSp>
      <p:sp>
        <p:nvSpPr>
          <p:cNvPr id="257" name="TextBox 71">
            <a:extLst>
              <a:ext uri="{FF2B5EF4-FFF2-40B4-BE49-F238E27FC236}">
                <a16:creationId xmlns:a16="http://schemas.microsoft.com/office/drawing/2014/main" id="{580602C6-04D3-B066-5044-62F8FED05A2A}"/>
              </a:ext>
            </a:extLst>
          </p:cNvPr>
          <p:cNvSpPr txBox="1"/>
          <p:nvPr/>
        </p:nvSpPr>
        <p:spPr>
          <a:xfrm>
            <a:off x="3475528" y="7778279"/>
            <a:ext cx="249008" cy="311112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1874"/>
              </a:lnSpc>
            </a:pPr>
            <a:endParaRPr/>
          </a:p>
        </p:txBody>
      </p:sp>
      <p:grpSp>
        <p:nvGrpSpPr>
          <p:cNvPr id="258" name="Group 72">
            <a:extLst>
              <a:ext uri="{FF2B5EF4-FFF2-40B4-BE49-F238E27FC236}">
                <a16:creationId xmlns:a16="http://schemas.microsoft.com/office/drawing/2014/main" id="{070EC9C6-998B-391B-DF8A-1ADF1E5709BA}"/>
              </a:ext>
            </a:extLst>
          </p:cNvPr>
          <p:cNvGrpSpPr/>
          <p:nvPr/>
        </p:nvGrpSpPr>
        <p:grpSpPr>
          <a:xfrm>
            <a:off x="3458141" y="6900648"/>
            <a:ext cx="2473533" cy="413190"/>
            <a:chOff x="0" y="-66674"/>
            <a:chExt cx="3486061" cy="578499"/>
          </a:xfrm>
        </p:grpSpPr>
        <p:sp>
          <p:nvSpPr>
            <p:cNvPr id="260" name="TextBox 73">
              <a:extLst>
                <a:ext uri="{FF2B5EF4-FFF2-40B4-BE49-F238E27FC236}">
                  <a16:creationId xmlns:a16="http://schemas.microsoft.com/office/drawing/2014/main" id="{A4737D20-BD16-2278-73FE-834EBF21499C}"/>
                </a:ext>
              </a:extLst>
            </p:cNvPr>
            <p:cNvSpPr txBox="1"/>
            <p:nvPr/>
          </p:nvSpPr>
          <p:spPr>
            <a:xfrm>
              <a:off x="455044" y="-66674"/>
              <a:ext cx="3031017" cy="5784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3359"/>
                </a:lnSpc>
              </a:pPr>
              <a:r>
                <a:rPr lang="en-US" sz="2400" spc="-6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Img-1.png</a:t>
              </a:r>
            </a:p>
          </p:txBody>
        </p:sp>
        <p:grpSp>
          <p:nvGrpSpPr>
            <p:cNvPr id="261" name="Group 74">
              <a:extLst>
                <a:ext uri="{FF2B5EF4-FFF2-40B4-BE49-F238E27FC236}">
                  <a16:creationId xmlns:a16="http://schemas.microsoft.com/office/drawing/2014/main" id="{FAE6CB99-9D2E-6A4F-8E89-84B5AD13A165}"/>
                </a:ext>
              </a:extLst>
            </p:cNvPr>
            <p:cNvGrpSpPr/>
            <p:nvPr/>
          </p:nvGrpSpPr>
          <p:grpSpPr>
            <a:xfrm>
              <a:off x="0" y="69221"/>
              <a:ext cx="350938" cy="339139"/>
              <a:chOff x="0" y="0"/>
              <a:chExt cx="69321" cy="66990"/>
            </a:xfrm>
          </p:grpSpPr>
          <p:sp>
            <p:nvSpPr>
              <p:cNvPr id="262" name="Freeform 75">
                <a:extLst>
                  <a:ext uri="{FF2B5EF4-FFF2-40B4-BE49-F238E27FC236}">
                    <a16:creationId xmlns:a16="http://schemas.microsoft.com/office/drawing/2014/main" id="{1A56D3C0-48E5-EF7E-8084-24130004041F}"/>
                  </a:ext>
                </a:extLst>
              </p:cNvPr>
              <p:cNvSpPr/>
              <p:nvPr/>
            </p:nvSpPr>
            <p:spPr>
              <a:xfrm>
                <a:off x="0" y="0"/>
                <a:ext cx="69321" cy="66990"/>
              </a:xfrm>
              <a:custGeom>
                <a:avLst/>
                <a:gdLst/>
                <a:ahLst/>
                <a:cxnLst/>
                <a:rect l="l" t="t" r="r" b="b"/>
                <a:pathLst>
                  <a:path w="69321" h="66990">
                    <a:moveTo>
                      <a:pt x="0" y="0"/>
                    </a:moveTo>
                    <a:lnTo>
                      <a:pt x="69321" y="0"/>
                    </a:lnTo>
                    <a:lnTo>
                      <a:pt x="69321" y="66990"/>
                    </a:lnTo>
                    <a:lnTo>
                      <a:pt x="0" y="66990"/>
                    </a:lnTo>
                    <a:close/>
                  </a:path>
                </a:pathLst>
              </a:custGeom>
              <a:solidFill>
                <a:srgbClr val="00B0F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263" name="TextBox 76">
                <a:extLst>
                  <a:ext uri="{FF2B5EF4-FFF2-40B4-BE49-F238E27FC236}">
                    <a16:creationId xmlns:a16="http://schemas.microsoft.com/office/drawing/2014/main" id="{031E2FA2-4EBF-1BB2-363B-60B00612458D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69321" cy="860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</p:grpSp>
      <p:grpSp>
        <p:nvGrpSpPr>
          <p:cNvPr id="268" name="Grupo 267">
            <a:extLst>
              <a:ext uri="{FF2B5EF4-FFF2-40B4-BE49-F238E27FC236}">
                <a16:creationId xmlns:a16="http://schemas.microsoft.com/office/drawing/2014/main" id="{068FBA41-E9DF-0759-A73F-6116DC996636}"/>
              </a:ext>
            </a:extLst>
          </p:cNvPr>
          <p:cNvGrpSpPr/>
          <p:nvPr/>
        </p:nvGrpSpPr>
        <p:grpSpPr>
          <a:xfrm>
            <a:off x="3006921" y="4017371"/>
            <a:ext cx="2059361" cy="471819"/>
            <a:chOff x="2522434" y="5922073"/>
            <a:chExt cx="2059361" cy="471819"/>
          </a:xfrm>
        </p:grpSpPr>
        <p:sp>
          <p:nvSpPr>
            <p:cNvPr id="269" name="TextBox 14">
              <a:extLst>
                <a:ext uri="{FF2B5EF4-FFF2-40B4-BE49-F238E27FC236}">
                  <a16:creationId xmlns:a16="http://schemas.microsoft.com/office/drawing/2014/main" id="{AFDC5FBF-D00D-93B1-C1E1-5B49F76BF4D2}"/>
                </a:ext>
              </a:extLst>
            </p:cNvPr>
            <p:cNvSpPr txBox="1"/>
            <p:nvPr/>
          </p:nvSpPr>
          <p:spPr>
            <a:xfrm>
              <a:off x="3012992" y="5962630"/>
              <a:ext cx="1568803" cy="4312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>
                <a:lnSpc>
                  <a:spcPts val="3095"/>
                </a:lnSpc>
              </a:pPr>
              <a:r>
                <a:rPr lang="en-US" sz="2800" spc="-131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frontend</a:t>
              </a:r>
            </a:p>
          </p:txBody>
        </p:sp>
        <p:pic>
          <p:nvPicPr>
            <p:cNvPr id="270" name="Imagen 269" descr="Icono De Carpeta Morada">
              <a:extLst>
                <a:ext uri="{FF2B5EF4-FFF2-40B4-BE49-F238E27FC236}">
                  <a16:creationId xmlns:a16="http://schemas.microsoft.com/office/drawing/2014/main" id="{727A7A7A-6B33-8C0D-6BF9-B05E6908CDB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522434" y="5922073"/>
              <a:ext cx="447528" cy="447528"/>
            </a:xfrm>
            <a:prstGeom prst="rect">
              <a:avLst/>
            </a:prstGeom>
          </p:spPr>
        </p:pic>
      </p:grpSp>
      <p:grpSp>
        <p:nvGrpSpPr>
          <p:cNvPr id="10" name="Group 57">
            <a:extLst>
              <a:ext uri="{FF2B5EF4-FFF2-40B4-BE49-F238E27FC236}">
                <a16:creationId xmlns:a16="http://schemas.microsoft.com/office/drawing/2014/main" id="{FD7197F4-E578-8B91-4631-1AF7F7C89B35}"/>
              </a:ext>
            </a:extLst>
          </p:cNvPr>
          <p:cNvGrpSpPr/>
          <p:nvPr/>
        </p:nvGrpSpPr>
        <p:grpSpPr>
          <a:xfrm>
            <a:off x="3529384" y="4985818"/>
            <a:ext cx="1876174" cy="341111"/>
            <a:chOff x="0" y="0"/>
            <a:chExt cx="2644177" cy="477582"/>
          </a:xfrm>
        </p:grpSpPr>
        <p:sp>
          <p:nvSpPr>
            <p:cNvPr id="11" name="TextBox 58">
              <a:extLst>
                <a:ext uri="{FF2B5EF4-FFF2-40B4-BE49-F238E27FC236}">
                  <a16:creationId xmlns:a16="http://schemas.microsoft.com/office/drawing/2014/main" id="{C994189B-1719-EC14-BC87-276DE2E45EA8}"/>
                </a:ext>
              </a:extLst>
            </p:cNvPr>
            <p:cNvSpPr txBox="1"/>
            <p:nvPr/>
          </p:nvSpPr>
          <p:spPr>
            <a:xfrm>
              <a:off x="455042" y="-66675"/>
              <a:ext cx="2189134" cy="5442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3359"/>
                </a:lnSpc>
              </a:pPr>
              <a:r>
                <a:rPr lang="en-US" sz="2400" spc="-6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styles.css</a:t>
              </a:r>
            </a:p>
          </p:txBody>
        </p:sp>
        <p:grpSp>
          <p:nvGrpSpPr>
            <p:cNvPr id="12" name="Group 59">
              <a:extLst>
                <a:ext uri="{FF2B5EF4-FFF2-40B4-BE49-F238E27FC236}">
                  <a16:creationId xmlns:a16="http://schemas.microsoft.com/office/drawing/2014/main" id="{6F9701E8-E6A3-9B87-3D66-0A7099E150D9}"/>
                </a:ext>
              </a:extLst>
            </p:cNvPr>
            <p:cNvGrpSpPr/>
            <p:nvPr/>
          </p:nvGrpSpPr>
          <p:grpSpPr>
            <a:xfrm>
              <a:off x="0" y="69221"/>
              <a:ext cx="350938" cy="339139"/>
              <a:chOff x="0" y="0"/>
              <a:chExt cx="69321" cy="66990"/>
            </a:xfrm>
          </p:grpSpPr>
          <p:sp>
            <p:nvSpPr>
              <p:cNvPr id="13" name="Freeform 60">
                <a:extLst>
                  <a:ext uri="{FF2B5EF4-FFF2-40B4-BE49-F238E27FC236}">
                    <a16:creationId xmlns:a16="http://schemas.microsoft.com/office/drawing/2014/main" id="{CB228AE2-0C99-A05F-8390-C3BF330C8651}"/>
                  </a:ext>
                </a:extLst>
              </p:cNvPr>
              <p:cNvSpPr/>
              <p:nvPr/>
            </p:nvSpPr>
            <p:spPr>
              <a:xfrm>
                <a:off x="0" y="0"/>
                <a:ext cx="69321" cy="66990"/>
              </a:xfrm>
              <a:custGeom>
                <a:avLst/>
                <a:gdLst/>
                <a:ahLst/>
                <a:cxnLst/>
                <a:rect l="l" t="t" r="r" b="b"/>
                <a:pathLst>
                  <a:path w="69321" h="66990">
                    <a:moveTo>
                      <a:pt x="0" y="0"/>
                    </a:moveTo>
                    <a:lnTo>
                      <a:pt x="69321" y="0"/>
                    </a:lnTo>
                    <a:lnTo>
                      <a:pt x="69321" y="66990"/>
                    </a:lnTo>
                    <a:lnTo>
                      <a:pt x="0" y="66990"/>
                    </a:lnTo>
                    <a:close/>
                  </a:path>
                </a:pathLst>
              </a:custGeom>
              <a:solidFill>
                <a:srgbClr val="CB6CE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14" name="TextBox 61">
                <a:extLst>
                  <a:ext uri="{FF2B5EF4-FFF2-40B4-BE49-F238E27FC236}">
                    <a16:creationId xmlns:a16="http://schemas.microsoft.com/office/drawing/2014/main" id="{C84DC987-000F-4646-5FE8-3436FC4EB52F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69321" cy="860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 dirty="0"/>
              </a:p>
            </p:txBody>
          </p:sp>
        </p:grpSp>
      </p:grpSp>
      <p:sp>
        <p:nvSpPr>
          <p:cNvPr id="218" name="Rectángulo 217">
            <a:extLst>
              <a:ext uri="{FF2B5EF4-FFF2-40B4-BE49-F238E27FC236}">
                <a16:creationId xmlns:a16="http://schemas.microsoft.com/office/drawing/2014/main" id="{6E1F0FC2-6361-DC24-1BD4-F6F78FC646A9}"/>
              </a:ext>
            </a:extLst>
          </p:cNvPr>
          <p:cNvSpPr/>
          <p:nvPr/>
        </p:nvSpPr>
        <p:spPr>
          <a:xfrm>
            <a:off x="3246393" y="5152688"/>
            <a:ext cx="2150657" cy="5675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24E5186E-B932-564B-BF00-231FD13D0D18}"/>
              </a:ext>
            </a:extLst>
          </p:cNvPr>
          <p:cNvGrpSpPr/>
          <p:nvPr/>
        </p:nvGrpSpPr>
        <p:grpSpPr>
          <a:xfrm>
            <a:off x="3530672" y="5809070"/>
            <a:ext cx="1995646" cy="413190"/>
            <a:chOff x="3899399" y="2821328"/>
            <a:chExt cx="1995646" cy="413190"/>
          </a:xfrm>
        </p:grpSpPr>
        <p:sp>
          <p:nvSpPr>
            <p:cNvPr id="16" name="TextBox 68">
              <a:extLst>
                <a:ext uri="{FF2B5EF4-FFF2-40B4-BE49-F238E27FC236}">
                  <a16:creationId xmlns:a16="http://schemas.microsoft.com/office/drawing/2014/main" id="{F42DDAC2-6EA0-20B0-5F84-8EF4632D0C2A}"/>
                </a:ext>
              </a:extLst>
            </p:cNvPr>
            <p:cNvSpPr txBox="1"/>
            <p:nvPr/>
          </p:nvSpPr>
          <p:spPr>
            <a:xfrm>
              <a:off x="4222274" y="2821328"/>
              <a:ext cx="1672771" cy="4131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3359"/>
                </a:lnSpc>
              </a:pPr>
              <a:r>
                <a:rPr lang="en-US" sz="2400" spc="-6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styles-2.js</a:t>
              </a:r>
            </a:p>
          </p:txBody>
        </p:sp>
        <p:sp>
          <p:nvSpPr>
            <p:cNvPr id="20" name="Freeform 70">
              <a:extLst>
                <a:ext uri="{FF2B5EF4-FFF2-40B4-BE49-F238E27FC236}">
                  <a16:creationId xmlns:a16="http://schemas.microsoft.com/office/drawing/2014/main" id="{CE98609F-70E3-AE76-7432-789384C83D37}"/>
                </a:ext>
              </a:extLst>
            </p:cNvPr>
            <p:cNvSpPr/>
            <p:nvPr/>
          </p:nvSpPr>
          <p:spPr>
            <a:xfrm>
              <a:off x="3899399" y="2918391"/>
              <a:ext cx="249008" cy="242229"/>
            </a:xfrm>
            <a:custGeom>
              <a:avLst/>
              <a:gdLst/>
              <a:ahLst/>
              <a:cxnLst/>
              <a:rect l="l" t="t" r="r" b="b"/>
              <a:pathLst>
                <a:path w="69321" h="66990">
                  <a:moveTo>
                    <a:pt x="0" y="0"/>
                  </a:moveTo>
                  <a:lnTo>
                    <a:pt x="69321" y="0"/>
                  </a:lnTo>
                  <a:lnTo>
                    <a:pt x="69321" y="66990"/>
                  </a:lnTo>
                  <a:lnTo>
                    <a:pt x="0" y="66990"/>
                  </a:lnTo>
                  <a:close/>
                </a:path>
              </a:pathLst>
            </a:custGeom>
            <a:solidFill>
              <a:srgbClr val="FFFF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21" name="Group 57">
            <a:extLst>
              <a:ext uri="{FF2B5EF4-FFF2-40B4-BE49-F238E27FC236}">
                <a16:creationId xmlns:a16="http://schemas.microsoft.com/office/drawing/2014/main" id="{1A59BBED-1755-8E24-6672-8DD42510F5CB}"/>
              </a:ext>
            </a:extLst>
          </p:cNvPr>
          <p:cNvGrpSpPr/>
          <p:nvPr/>
        </p:nvGrpSpPr>
        <p:grpSpPr>
          <a:xfrm>
            <a:off x="3474658" y="7327350"/>
            <a:ext cx="1876174" cy="413190"/>
            <a:chOff x="0" y="-66675"/>
            <a:chExt cx="2644177" cy="578498"/>
          </a:xfrm>
        </p:grpSpPr>
        <p:sp>
          <p:nvSpPr>
            <p:cNvPr id="22" name="TextBox 58">
              <a:extLst>
                <a:ext uri="{FF2B5EF4-FFF2-40B4-BE49-F238E27FC236}">
                  <a16:creationId xmlns:a16="http://schemas.microsoft.com/office/drawing/2014/main" id="{CCC7BF2F-8705-C8D9-B48C-EDB7212CE3F9}"/>
                </a:ext>
              </a:extLst>
            </p:cNvPr>
            <p:cNvSpPr txBox="1"/>
            <p:nvPr/>
          </p:nvSpPr>
          <p:spPr>
            <a:xfrm>
              <a:off x="455042" y="-66675"/>
              <a:ext cx="2189135" cy="5784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3359"/>
                </a:lnSpc>
              </a:pPr>
              <a:r>
                <a:rPr lang="en-US" sz="2400" spc="-6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Img-2.png</a:t>
              </a:r>
            </a:p>
          </p:txBody>
        </p:sp>
        <p:grpSp>
          <p:nvGrpSpPr>
            <p:cNvPr id="23" name="Group 59">
              <a:extLst>
                <a:ext uri="{FF2B5EF4-FFF2-40B4-BE49-F238E27FC236}">
                  <a16:creationId xmlns:a16="http://schemas.microsoft.com/office/drawing/2014/main" id="{0C6B7E8F-A18F-2BFB-CF03-F056AAD45FB4}"/>
                </a:ext>
              </a:extLst>
            </p:cNvPr>
            <p:cNvGrpSpPr/>
            <p:nvPr/>
          </p:nvGrpSpPr>
          <p:grpSpPr>
            <a:xfrm>
              <a:off x="0" y="69221"/>
              <a:ext cx="350938" cy="339139"/>
              <a:chOff x="0" y="0"/>
              <a:chExt cx="69321" cy="66990"/>
            </a:xfrm>
          </p:grpSpPr>
          <p:sp>
            <p:nvSpPr>
              <p:cNvPr id="24" name="Freeform 60">
                <a:extLst>
                  <a:ext uri="{FF2B5EF4-FFF2-40B4-BE49-F238E27FC236}">
                    <a16:creationId xmlns:a16="http://schemas.microsoft.com/office/drawing/2014/main" id="{658DA271-3625-B125-0966-CDA67440CDE3}"/>
                  </a:ext>
                </a:extLst>
              </p:cNvPr>
              <p:cNvSpPr/>
              <p:nvPr/>
            </p:nvSpPr>
            <p:spPr>
              <a:xfrm>
                <a:off x="0" y="0"/>
                <a:ext cx="69321" cy="66990"/>
              </a:xfrm>
              <a:custGeom>
                <a:avLst/>
                <a:gdLst/>
                <a:ahLst/>
                <a:cxnLst/>
                <a:rect l="l" t="t" r="r" b="b"/>
                <a:pathLst>
                  <a:path w="69321" h="66990">
                    <a:moveTo>
                      <a:pt x="0" y="0"/>
                    </a:moveTo>
                    <a:lnTo>
                      <a:pt x="69321" y="0"/>
                    </a:lnTo>
                    <a:lnTo>
                      <a:pt x="69321" y="66990"/>
                    </a:lnTo>
                    <a:lnTo>
                      <a:pt x="0" y="6699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25" name="TextBox 61">
                <a:extLst>
                  <a:ext uri="{FF2B5EF4-FFF2-40B4-BE49-F238E27FC236}">
                    <a16:creationId xmlns:a16="http://schemas.microsoft.com/office/drawing/2014/main" id="{4A3D8CA9-B5BB-DE37-77BA-A9664907BA78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69321" cy="860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 dirty="0"/>
              </a:p>
            </p:txBody>
          </p:sp>
        </p:grpSp>
      </p:grpSp>
      <p:sp>
        <p:nvSpPr>
          <p:cNvPr id="259" name="Rectángulo 258">
            <a:extLst>
              <a:ext uri="{FF2B5EF4-FFF2-40B4-BE49-F238E27FC236}">
                <a16:creationId xmlns:a16="http://schemas.microsoft.com/office/drawing/2014/main" id="{8FC4FFB9-006C-351C-8023-F52869EFE6A0}"/>
              </a:ext>
            </a:extLst>
          </p:cNvPr>
          <p:cNvSpPr/>
          <p:nvPr/>
        </p:nvSpPr>
        <p:spPr>
          <a:xfrm>
            <a:off x="3189102" y="7541884"/>
            <a:ext cx="2150657" cy="5675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grpSp>
        <p:nvGrpSpPr>
          <p:cNvPr id="26" name="Grupo 25">
            <a:extLst>
              <a:ext uri="{FF2B5EF4-FFF2-40B4-BE49-F238E27FC236}">
                <a16:creationId xmlns:a16="http://schemas.microsoft.com/office/drawing/2014/main" id="{E53AA1BE-C8E8-4766-42D7-9E0E450C307D}"/>
              </a:ext>
            </a:extLst>
          </p:cNvPr>
          <p:cNvGrpSpPr/>
          <p:nvPr/>
        </p:nvGrpSpPr>
        <p:grpSpPr>
          <a:xfrm>
            <a:off x="-228601" y="-478361"/>
            <a:ext cx="2905050" cy="1476032"/>
            <a:chOff x="-228601" y="-478361"/>
            <a:chExt cx="2905050" cy="1476032"/>
          </a:xfrm>
        </p:grpSpPr>
        <p:grpSp>
          <p:nvGrpSpPr>
            <p:cNvPr id="27" name="Group 10">
              <a:extLst>
                <a:ext uri="{FF2B5EF4-FFF2-40B4-BE49-F238E27FC236}">
                  <a16:creationId xmlns:a16="http://schemas.microsoft.com/office/drawing/2014/main" id="{1195BF2E-DB05-3F5A-7DC6-B5A31F98F588}"/>
                </a:ext>
              </a:extLst>
            </p:cNvPr>
            <p:cNvGrpSpPr/>
            <p:nvPr/>
          </p:nvGrpSpPr>
          <p:grpSpPr>
            <a:xfrm>
              <a:off x="-228601" y="-478361"/>
              <a:ext cx="2905050" cy="1221311"/>
              <a:chOff x="0" y="0"/>
              <a:chExt cx="1355852" cy="720510"/>
            </a:xfrm>
          </p:grpSpPr>
          <p:sp>
            <p:nvSpPr>
              <p:cNvPr id="29" name="Freeform 11">
                <a:extLst>
                  <a:ext uri="{FF2B5EF4-FFF2-40B4-BE49-F238E27FC236}">
                    <a16:creationId xmlns:a16="http://schemas.microsoft.com/office/drawing/2014/main" id="{E38C7238-98C8-BA2C-5B63-E1CA8FC68EC8}"/>
                  </a:ext>
                </a:extLst>
              </p:cNvPr>
              <p:cNvSpPr/>
              <p:nvPr/>
            </p:nvSpPr>
            <p:spPr>
              <a:xfrm>
                <a:off x="0" y="0"/>
                <a:ext cx="1355852" cy="720510"/>
              </a:xfrm>
              <a:custGeom>
                <a:avLst/>
                <a:gdLst/>
                <a:ahLst/>
                <a:cxnLst/>
                <a:rect l="l" t="t" r="r" b="b"/>
                <a:pathLst>
                  <a:path w="1355852" h="720510">
                    <a:moveTo>
                      <a:pt x="150387" y="0"/>
                    </a:moveTo>
                    <a:lnTo>
                      <a:pt x="1205465" y="0"/>
                    </a:lnTo>
                    <a:cubicBezTo>
                      <a:pt x="1245350" y="0"/>
                      <a:pt x="1283602" y="15844"/>
                      <a:pt x="1311805" y="44047"/>
                    </a:cubicBezTo>
                    <a:cubicBezTo>
                      <a:pt x="1340008" y="72250"/>
                      <a:pt x="1355852" y="110502"/>
                      <a:pt x="1355852" y="150387"/>
                    </a:cubicBezTo>
                    <a:lnTo>
                      <a:pt x="1355852" y="570123"/>
                    </a:lnTo>
                    <a:cubicBezTo>
                      <a:pt x="1355852" y="653179"/>
                      <a:pt x="1288522" y="720510"/>
                      <a:pt x="1205465" y="720510"/>
                    </a:cubicBezTo>
                    <a:lnTo>
                      <a:pt x="150387" y="720510"/>
                    </a:lnTo>
                    <a:cubicBezTo>
                      <a:pt x="67331" y="720510"/>
                      <a:pt x="0" y="653179"/>
                      <a:pt x="0" y="570123"/>
                    </a:cubicBezTo>
                    <a:lnTo>
                      <a:pt x="0" y="150387"/>
                    </a:lnTo>
                    <a:cubicBezTo>
                      <a:pt x="0" y="67331"/>
                      <a:pt x="67331" y="0"/>
                      <a:pt x="150387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30" name="TextBox 12">
                <a:extLst>
                  <a:ext uri="{FF2B5EF4-FFF2-40B4-BE49-F238E27FC236}">
                    <a16:creationId xmlns:a16="http://schemas.microsoft.com/office/drawing/2014/main" id="{678B3926-540A-7A26-AF61-0843DB92C6E8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5852" cy="739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pic>
          <p:nvPicPr>
            <p:cNvPr id="28" name="Imagen 27">
              <a:extLst>
                <a:ext uri="{FF2B5EF4-FFF2-40B4-BE49-F238E27FC236}">
                  <a16:creationId xmlns:a16="http://schemas.microsoft.com/office/drawing/2014/main" id="{55DFB7DB-9769-5EA6-5A5B-864CF899972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1" y="-375754"/>
              <a:ext cx="1373425" cy="13734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5536073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6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2.59259E-6 L 0.58116 -0.47732 " pathEditMode="relative" rAng="0" ptsTypes="AA">
                                      <p:cBhvr>
                                        <p:cTn id="11" dur="3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054" y="-23873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56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-4.5679E-6 L 0.57821 -0.28966 " pathEditMode="relative" rAng="0" ptsTypes="AA">
                                      <p:cBhvr>
                                        <p:cTn id="13" dur="3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906" y="-14491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6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-2.22222E-6 L 0.58116 -0.26991 " pathEditMode="relative" rAng="0" ptsTypes="AA">
                                      <p:cBhvr>
                                        <p:cTn id="18" dur="3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054" y="-13503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" grpId="0"/>
      <p:bldP spid="149" grpId="0"/>
      <p:bldP spid="151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CE8266-9D07-6482-8696-8FBF09D3E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48EB3BB-711D-018F-B59D-F1D5940669DE}"/>
              </a:ext>
            </a:extLst>
          </p:cNvPr>
          <p:cNvSpPr/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99397946-74A2-6CF3-326C-6E1A1F920FFB}"/>
              </a:ext>
            </a:extLst>
          </p:cNvPr>
          <p:cNvSpPr txBox="1"/>
          <p:nvPr/>
        </p:nvSpPr>
        <p:spPr>
          <a:xfrm>
            <a:off x="1028700" y="4059309"/>
            <a:ext cx="10893584" cy="2359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208"/>
              </a:lnSpc>
            </a:pPr>
            <a:r>
              <a:rPr lang="en-US" sz="9901" b="1" dirty="0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PREPARAR CAMBIOS</a:t>
            </a: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9E040853-9151-1A00-E2C4-923741C617C5}"/>
              </a:ext>
            </a:extLst>
          </p:cNvPr>
          <p:cNvSpPr/>
          <p:nvPr/>
        </p:nvSpPr>
        <p:spPr>
          <a:xfrm>
            <a:off x="16591623" y="4178664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5" y="0"/>
                </a:lnTo>
                <a:lnTo>
                  <a:pt x="2773815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77BACE10-7290-2E93-96BD-E5B02657CE22}"/>
              </a:ext>
            </a:extLst>
          </p:cNvPr>
          <p:cNvSpPr/>
          <p:nvPr/>
        </p:nvSpPr>
        <p:spPr>
          <a:xfrm>
            <a:off x="16467377" y="566559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B509005A-2408-8D33-DE98-BF8ADEF7F8C6}"/>
              </a:ext>
            </a:extLst>
          </p:cNvPr>
          <p:cNvGrpSpPr/>
          <p:nvPr/>
        </p:nvGrpSpPr>
        <p:grpSpPr>
          <a:xfrm>
            <a:off x="10551309" y="5708718"/>
            <a:ext cx="3549582" cy="3549582"/>
            <a:chOff x="0" y="0"/>
            <a:chExt cx="812800" cy="8128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D93CCBA-500C-314D-2E3B-3146E777985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t="-15513" r="-112750" b="-17166"/>
              </a:stretch>
            </a:blipFill>
            <a:ln w="85725" cap="sq">
              <a:solidFill>
                <a:srgbClr val="F15226"/>
              </a:solidFill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731BFBBC-BBC9-2646-ACA5-C3823B1DC393}"/>
              </a:ext>
            </a:extLst>
          </p:cNvPr>
          <p:cNvGrpSpPr/>
          <p:nvPr/>
        </p:nvGrpSpPr>
        <p:grpSpPr>
          <a:xfrm>
            <a:off x="12091966" y="1971108"/>
            <a:ext cx="5167334" cy="5167334"/>
            <a:chOff x="0" y="0"/>
            <a:chExt cx="812800" cy="81280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1C9AC790-24BF-C668-8785-DEC04C7920C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l="-39285" r="-39285"/>
              </a:stretch>
            </a:blipFill>
            <a:ln w="85725" cap="sq">
              <a:solidFill>
                <a:srgbClr val="F15226"/>
              </a:solidFill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639B923-3025-EC5A-7FDD-76B107A29A11}"/>
              </a:ext>
            </a:extLst>
          </p:cNvPr>
          <p:cNvGrpSpPr/>
          <p:nvPr/>
        </p:nvGrpSpPr>
        <p:grpSpPr>
          <a:xfrm>
            <a:off x="10551309" y="1028700"/>
            <a:ext cx="2741950" cy="2741950"/>
            <a:chOff x="0" y="0"/>
            <a:chExt cx="812800" cy="812800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0612ED8C-DF34-32C3-1053-16B198EDDE1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-36513" t="-32862" r="-37426" b="-41077"/>
              </a:stretch>
            </a:blipFill>
            <a:ln w="85725" cap="sq">
              <a:solidFill>
                <a:srgbClr val="F15226"/>
              </a:solidFill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13" name="TextBox 13">
            <a:extLst>
              <a:ext uri="{FF2B5EF4-FFF2-40B4-BE49-F238E27FC236}">
                <a16:creationId xmlns:a16="http://schemas.microsoft.com/office/drawing/2014/main" id="{C965212B-066E-60E3-99AC-D9F642ACE7B3}"/>
              </a:ext>
            </a:extLst>
          </p:cNvPr>
          <p:cNvSpPr txBox="1"/>
          <p:nvPr/>
        </p:nvSpPr>
        <p:spPr>
          <a:xfrm>
            <a:off x="1028700" y="6897290"/>
            <a:ext cx="8115365" cy="948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40"/>
              </a:lnSpc>
            </a:pPr>
            <a:r>
              <a:rPr lang="en-US" sz="8000" b="1" dirty="0">
                <a:solidFill>
                  <a:srgbClr val="F15226"/>
                </a:solidFill>
                <a:latin typeface="Lato Bold"/>
                <a:ea typeface="Lato Bold"/>
                <a:cs typeface="Lato Bold"/>
                <a:sym typeface="Lato Bold"/>
              </a:rPr>
              <a:t>git add</a:t>
            </a:r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73CC81CF-1EA5-37C4-F991-5480ECCF96C4}"/>
              </a:ext>
            </a:extLst>
          </p:cNvPr>
          <p:cNvGrpSpPr/>
          <p:nvPr/>
        </p:nvGrpSpPr>
        <p:grpSpPr>
          <a:xfrm>
            <a:off x="-228601" y="-478361"/>
            <a:ext cx="2905050" cy="1476032"/>
            <a:chOff x="-228601" y="-478361"/>
            <a:chExt cx="2905050" cy="1476032"/>
          </a:xfrm>
        </p:grpSpPr>
        <p:grpSp>
          <p:nvGrpSpPr>
            <p:cNvPr id="16" name="Group 10">
              <a:extLst>
                <a:ext uri="{FF2B5EF4-FFF2-40B4-BE49-F238E27FC236}">
                  <a16:creationId xmlns:a16="http://schemas.microsoft.com/office/drawing/2014/main" id="{4543573F-F233-0C84-CAEE-8862CD7FCD86}"/>
                </a:ext>
              </a:extLst>
            </p:cNvPr>
            <p:cNvGrpSpPr/>
            <p:nvPr/>
          </p:nvGrpSpPr>
          <p:grpSpPr>
            <a:xfrm>
              <a:off x="-228601" y="-478361"/>
              <a:ext cx="2905050" cy="1221311"/>
              <a:chOff x="0" y="0"/>
              <a:chExt cx="1355852" cy="720510"/>
            </a:xfrm>
          </p:grpSpPr>
          <p:sp>
            <p:nvSpPr>
              <p:cNvPr id="18" name="Freeform 11">
                <a:extLst>
                  <a:ext uri="{FF2B5EF4-FFF2-40B4-BE49-F238E27FC236}">
                    <a16:creationId xmlns:a16="http://schemas.microsoft.com/office/drawing/2014/main" id="{BFDCA46A-17D5-3579-069C-83CC8B6CA685}"/>
                  </a:ext>
                </a:extLst>
              </p:cNvPr>
              <p:cNvSpPr/>
              <p:nvPr/>
            </p:nvSpPr>
            <p:spPr>
              <a:xfrm>
                <a:off x="0" y="0"/>
                <a:ext cx="1355852" cy="720510"/>
              </a:xfrm>
              <a:custGeom>
                <a:avLst/>
                <a:gdLst/>
                <a:ahLst/>
                <a:cxnLst/>
                <a:rect l="l" t="t" r="r" b="b"/>
                <a:pathLst>
                  <a:path w="1355852" h="720510">
                    <a:moveTo>
                      <a:pt x="150387" y="0"/>
                    </a:moveTo>
                    <a:lnTo>
                      <a:pt x="1205465" y="0"/>
                    </a:lnTo>
                    <a:cubicBezTo>
                      <a:pt x="1245350" y="0"/>
                      <a:pt x="1283602" y="15844"/>
                      <a:pt x="1311805" y="44047"/>
                    </a:cubicBezTo>
                    <a:cubicBezTo>
                      <a:pt x="1340008" y="72250"/>
                      <a:pt x="1355852" y="110502"/>
                      <a:pt x="1355852" y="150387"/>
                    </a:cubicBezTo>
                    <a:lnTo>
                      <a:pt x="1355852" y="570123"/>
                    </a:lnTo>
                    <a:cubicBezTo>
                      <a:pt x="1355852" y="653179"/>
                      <a:pt x="1288522" y="720510"/>
                      <a:pt x="1205465" y="720510"/>
                    </a:cubicBezTo>
                    <a:lnTo>
                      <a:pt x="150387" y="720510"/>
                    </a:lnTo>
                    <a:cubicBezTo>
                      <a:pt x="67331" y="720510"/>
                      <a:pt x="0" y="653179"/>
                      <a:pt x="0" y="570123"/>
                    </a:cubicBezTo>
                    <a:lnTo>
                      <a:pt x="0" y="150387"/>
                    </a:lnTo>
                    <a:cubicBezTo>
                      <a:pt x="0" y="67331"/>
                      <a:pt x="67331" y="0"/>
                      <a:pt x="150387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19" name="TextBox 12">
                <a:extLst>
                  <a:ext uri="{FF2B5EF4-FFF2-40B4-BE49-F238E27FC236}">
                    <a16:creationId xmlns:a16="http://schemas.microsoft.com/office/drawing/2014/main" id="{FAF80898-0621-1FB2-02BA-6DE138740F66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5852" cy="739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pic>
          <p:nvPicPr>
            <p:cNvPr id="17" name="Imagen 16">
              <a:extLst>
                <a:ext uri="{FF2B5EF4-FFF2-40B4-BE49-F238E27FC236}">
                  <a16:creationId xmlns:a16="http://schemas.microsoft.com/office/drawing/2014/main" id="{E0C94848-6D60-32F0-2924-88502721A95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1" y="-375754"/>
              <a:ext cx="1373425" cy="13734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5087349"/>
      </p:ext>
    </p:extLst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C3A656-6970-B58B-C32B-B89DE1E8C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DB04034-F49B-C4EE-1403-99A1EB79996C}"/>
              </a:ext>
            </a:extLst>
          </p:cNvPr>
          <p:cNvSpPr/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B0DD2F0A-D589-128E-D345-B0C159B55BED}"/>
              </a:ext>
            </a:extLst>
          </p:cNvPr>
          <p:cNvGrpSpPr/>
          <p:nvPr/>
        </p:nvGrpSpPr>
        <p:grpSpPr>
          <a:xfrm>
            <a:off x="-698849" y="9575651"/>
            <a:ext cx="19685699" cy="2666805"/>
            <a:chOff x="0" y="0"/>
            <a:chExt cx="5184711" cy="702368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A787745E-4DDA-0CE7-432E-81F7AFB43C9F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E8609A34-5E4E-3C05-CFAD-118E3B3A4AE3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CF28D5C0-1A4A-81CF-8FA1-3073FA62DF2B}"/>
              </a:ext>
            </a:extLst>
          </p:cNvPr>
          <p:cNvSpPr/>
          <p:nvPr/>
        </p:nvSpPr>
        <p:spPr>
          <a:xfrm>
            <a:off x="15872392" y="2091327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E7A1949F-7B17-7BAD-C43A-CDD6CC0FAE18}"/>
              </a:ext>
            </a:extLst>
          </p:cNvPr>
          <p:cNvSpPr/>
          <p:nvPr/>
        </p:nvSpPr>
        <p:spPr>
          <a:xfrm>
            <a:off x="16901092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2F58ED3C-3052-E457-7680-852E18CC0525}"/>
              </a:ext>
            </a:extLst>
          </p:cNvPr>
          <p:cNvSpPr/>
          <p:nvPr/>
        </p:nvSpPr>
        <p:spPr>
          <a:xfrm flipH="1">
            <a:off x="-1389129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AFC99E37-DFD8-DCC9-95CB-EF56B04E3D9D}"/>
              </a:ext>
            </a:extLst>
          </p:cNvPr>
          <p:cNvSpPr/>
          <p:nvPr/>
        </p:nvSpPr>
        <p:spPr>
          <a:xfrm flipH="1">
            <a:off x="-360429" y="2459791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9C238267-5B96-85B7-DD17-BF96346853B0}"/>
              </a:ext>
            </a:extLst>
          </p:cNvPr>
          <p:cNvGrpSpPr/>
          <p:nvPr/>
        </p:nvGrpSpPr>
        <p:grpSpPr>
          <a:xfrm>
            <a:off x="-2221" y="847874"/>
            <a:ext cx="4706728" cy="1520401"/>
            <a:chOff x="0" y="-47625"/>
            <a:chExt cx="1239632" cy="400435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D879DF51-654A-E130-06B3-5217AE786EA8}"/>
                </a:ext>
              </a:extLst>
            </p:cNvPr>
            <p:cNvSpPr/>
            <p:nvPr/>
          </p:nvSpPr>
          <p:spPr>
            <a:xfrm>
              <a:off x="0" y="0"/>
              <a:ext cx="1239632" cy="327605"/>
            </a:xfrm>
            <a:custGeom>
              <a:avLst/>
              <a:gdLst/>
              <a:ahLst/>
              <a:cxnLst/>
              <a:rect l="l" t="t" r="r" b="b"/>
              <a:pathLst>
                <a:path w="1239632" h="406400">
                  <a:moveTo>
                    <a:pt x="1036432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1036432" y="406400"/>
                  </a:lnTo>
                  <a:lnTo>
                    <a:pt x="1239632" y="203200"/>
                  </a:lnTo>
                  <a:lnTo>
                    <a:pt x="1036432" y="0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56D5B2A1-5907-8F8B-C61E-E20A3BFA4DAA}"/>
                </a:ext>
              </a:extLst>
            </p:cNvPr>
            <p:cNvSpPr txBox="1"/>
            <p:nvPr/>
          </p:nvSpPr>
          <p:spPr>
            <a:xfrm>
              <a:off x="0" y="-47625"/>
              <a:ext cx="1125332" cy="4004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418"/>
                </a:lnSpc>
              </a:pPr>
              <a:r>
                <a:rPr lang="en-US" sz="4200" spc="-231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&gt; git add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C5123BD3-E056-44F1-8129-64FF85084EFE}"/>
              </a:ext>
            </a:extLst>
          </p:cNvPr>
          <p:cNvGrpSpPr/>
          <p:nvPr/>
        </p:nvGrpSpPr>
        <p:grpSpPr>
          <a:xfrm>
            <a:off x="-698849" y="-1923855"/>
            <a:ext cx="19685699" cy="2666805"/>
            <a:chOff x="0" y="0"/>
            <a:chExt cx="5184711" cy="702368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4FC29842-17DD-2CC5-BF70-622E79D8D390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5035C0EE-0EA1-21FD-A53D-C4717182A411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35" name="TextBox 35">
            <a:extLst>
              <a:ext uri="{FF2B5EF4-FFF2-40B4-BE49-F238E27FC236}">
                <a16:creationId xmlns:a16="http://schemas.microsoft.com/office/drawing/2014/main" id="{1387031B-DF76-18C1-67FC-917C68B1CD03}"/>
              </a:ext>
            </a:extLst>
          </p:cNvPr>
          <p:cNvSpPr txBox="1"/>
          <p:nvPr/>
        </p:nvSpPr>
        <p:spPr>
          <a:xfrm>
            <a:off x="5071158" y="1188783"/>
            <a:ext cx="12658371" cy="9757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Le </a:t>
            </a:r>
            <a:r>
              <a:rPr lang="en-US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indica</a:t>
            </a: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a Git </a:t>
            </a:r>
            <a:r>
              <a:rPr lang="en-US" sz="2799" b="1" spc="-75" dirty="0" err="1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qué</a:t>
            </a:r>
            <a:r>
              <a:rPr lang="en-US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b="1" spc="-75" dirty="0" err="1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archivos</a:t>
            </a:r>
            <a:r>
              <a:rPr lang="en-US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 </a:t>
            </a:r>
            <a:r>
              <a:rPr lang="en-US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modificaciones</a:t>
            </a: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del </a:t>
            </a:r>
            <a:r>
              <a:rPr lang="en-US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proyecto</a:t>
            </a: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local </a:t>
            </a:r>
            <a:r>
              <a:rPr lang="en-US" sz="2799" b="1" spc="-75" dirty="0" err="1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queremos</a:t>
            </a: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empaquetar</a:t>
            </a: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para </a:t>
            </a:r>
            <a:r>
              <a:rPr lang="en-US" sz="2799" b="1" spc="-75" dirty="0" err="1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enviar</a:t>
            </a:r>
            <a:r>
              <a:rPr lang="en-US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 a la </a:t>
            </a:r>
            <a:r>
              <a:rPr lang="en-US" sz="2799" b="1" spc="-75" dirty="0" err="1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nube</a:t>
            </a: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grpSp>
        <p:nvGrpSpPr>
          <p:cNvPr id="81" name="Grupo 80">
            <a:extLst>
              <a:ext uri="{FF2B5EF4-FFF2-40B4-BE49-F238E27FC236}">
                <a16:creationId xmlns:a16="http://schemas.microsoft.com/office/drawing/2014/main" id="{D94CD36B-0DAB-B130-3722-057673D5E6A4}"/>
              </a:ext>
            </a:extLst>
          </p:cNvPr>
          <p:cNvGrpSpPr/>
          <p:nvPr/>
        </p:nvGrpSpPr>
        <p:grpSpPr>
          <a:xfrm>
            <a:off x="-228601" y="-478361"/>
            <a:ext cx="2905050" cy="1476032"/>
            <a:chOff x="-228601" y="-478361"/>
            <a:chExt cx="2905050" cy="1476032"/>
          </a:xfrm>
        </p:grpSpPr>
        <p:grpSp>
          <p:nvGrpSpPr>
            <p:cNvPr id="82" name="Group 10">
              <a:extLst>
                <a:ext uri="{FF2B5EF4-FFF2-40B4-BE49-F238E27FC236}">
                  <a16:creationId xmlns:a16="http://schemas.microsoft.com/office/drawing/2014/main" id="{66EE3C05-DA5E-88BC-3C4D-FA38ECB2C988}"/>
                </a:ext>
              </a:extLst>
            </p:cNvPr>
            <p:cNvGrpSpPr/>
            <p:nvPr/>
          </p:nvGrpSpPr>
          <p:grpSpPr>
            <a:xfrm>
              <a:off x="-228601" y="-478361"/>
              <a:ext cx="2905050" cy="1221311"/>
              <a:chOff x="0" y="0"/>
              <a:chExt cx="1355852" cy="720510"/>
            </a:xfrm>
          </p:grpSpPr>
          <p:sp>
            <p:nvSpPr>
              <p:cNvPr id="84" name="Freeform 11">
                <a:extLst>
                  <a:ext uri="{FF2B5EF4-FFF2-40B4-BE49-F238E27FC236}">
                    <a16:creationId xmlns:a16="http://schemas.microsoft.com/office/drawing/2014/main" id="{7F0058F2-AE11-3DA3-6D56-A51CD01066B1}"/>
                  </a:ext>
                </a:extLst>
              </p:cNvPr>
              <p:cNvSpPr/>
              <p:nvPr/>
            </p:nvSpPr>
            <p:spPr>
              <a:xfrm>
                <a:off x="0" y="0"/>
                <a:ext cx="1355852" cy="720510"/>
              </a:xfrm>
              <a:custGeom>
                <a:avLst/>
                <a:gdLst/>
                <a:ahLst/>
                <a:cxnLst/>
                <a:rect l="l" t="t" r="r" b="b"/>
                <a:pathLst>
                  <a:path w="1355852" h="720510">
                    <a:moveTo>
                      <a:pt x="150387" y="0"/>
                    </a:moveTo>
                    <a:lnTo>
                      <a:pt x="1205465" y="0"/>
                    </a:lnTo>
                    <a:cubicBezTo>
                      <a:pt x="1245350" y="0"/>
                      <a:pt x="1283602" y="15844"/>
                      <a:pt x="1311805" y="44047"/>
                    </a:cubicBezTo>
                    <a:cubicBezTo>
                      <a:pt x="1340008" y="72250"/>
                      <a:pt x="1355852" y="110502"/>
                      <a:pt x="1355852" y="150387"/>
                    </a:cubicBezTo>
                    <a:lnTo>
                      <a:pt x="1355852" y="570123"/>
                    </a:lnTo>
                    <a:cubicBezTo>
                      <a:pt x="1355852" y="653179"/>
                      <a:pt x="1288522" y="720510"/>
                      <a:pt x="1205465" y="720510"/>
                    </a:cubicBezTo>
                    <a:lnTo>
                      <a:pt x="150387" y="720510"/>
                    </a:lnTo>
                    <a:cubicBezTo>
                      <a:pt x="67331" y="720510"/>
                      <a:pt x="0" y="653179"/>
                      <a:pt x="0" y="570123"/>
                    </a:cubicBezTo>
                    <a:lnTo>
                      <a:pt x="0" y="150387"/>
                    </a:lnTo>
                    <a:cubicBezTo>
                      <a:pt x="0" y="67331"/>
                      <a:pt x="67331" y="0"/>
                      <a:pt x="150387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85" name="TextBox 12">
                <a:extLst>
                  <a:ext uri="{FF2B5EF4-FFF2-40B4-BE49-F238E27FC236}">
                    <a16:creationId xmlns:a16="http://schemas.microsoft.com/office/drawing/2014/main" id="{FDB0059E-0D27-DD21-2666-9A542615DAB4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5852" cy="739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pic>
          <p:nvPicPr>
            <p:cNvPr id="83" name="Imagen 82">
              <a:extLst>
                <a:ext uri="{FF2B5EF4-FFF2-40B4-BE49-F238E27FC236}">
                  <a16:creationId xmlns:a16="http://schemas.microsoft.com/office/drawing/2014/main" id="{026234BD-537A-37F3-6444-F2E575DD582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1" y="-375754"/>
              <a:ext cx="1373425" cy="1373425"/>
            </a:xfrm>
            <a:prstGeom prst="rect">
              <a:avLst/>
            </a:prstGeom>
          </p:spPr>
        </p:pic>
      </p:grpSp>
      <p:sp>
        <p:nvSpPr>
          <p:cNvPr id="130" name="TextBox 22">
            <a:extLst>
              <a:ext uri="{FF2B5EF4-FFF2-40B4-BE49-F238E27FC236}">
                <a16:creationId xmlns:a16="http://schemas.microsoft.com/office/drawing/2014/main" id="{DC163D93-856C-7A93-0BDA-268BF708822C}"/>
              </a:ext>
            </a:extLst>
          </p:cNvPr>
          <p:cNvSpPr txBox="1"/>
          <p:nvPr/>
        </p:nvSpPr>
        <p:spPr>
          <a:xfrm>
            <a:off x="2088411" y="5981404"/>
            <a:ext cx="3612844" cy="254548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1874"/>
              </a:lnSpc>
            </a:pPr>
            <a:endParaRPr/>
          </a:p>
        </p:txBody>
      </p:sp>
      <p:grpSp>
        <p:nvGrpSpPr>
          <p:cNvPr id="131" name="Group 36">
            <a:extLst>
              <a:ext uri="{FF2B5EF4-FFF2-40B4-BE49-F238E27FC236}">
                <a16:creationId xmlns:a16="http://schemas.microsoft.com/office/drawing/2014/main" id="{7A09D2AF-83D9-6348-E530-2320503A012C}"/>
              </a:ext>
            </a:extLst>
          </p:cNvPr>
          <p:cNvGrpSpPr/>
          <p:nvPr/>
        </p:nvGrpSpPr>
        <p:grpSpPr>
          <a:xfrm>
            <a:off x="1170434" y="2344906"/>
            <a:ext cx="6376953" cy="7053071"/>
            <a:chOff x="0" y="0"/>
            <a:chExt cx="1351154" cy="731404"/>
          </a:xfrm>
        </p:grpSpPr>
        <p:sp>
          <p:nvSpPr>
            <p:cNvPr id="132" name="Freeform 37">
              <a:extLst>
                <a:ext uri="{FF2B5EF4-FFF2-40B4-BE49-F238E27FC236}">
                  <a16:creationId xmlns:a16="http://schemas.microsoft.com/office/drawing/2014/main" id="{A74C2E6F-793F-DA65-CB68-6EA4B123C0A7}"/>
                </a:ext>
              </a:extLst>
            </p:cNvPr>
            <p:cNvSpPr/>
            <p:nvPr/>
          </p:nvSpPr>
          <p:spPr>
            <a:xfrm>
              <a:off x="0" y="0"/>
              <a:ext cx="1351154" cy="731404"/>
            </a:xfrm>
            <a:custGeom>
              <a:avLst/>
              <a:gdLst/>
              <a:ahLst/>
              <a:cxnLst/>
              <a:rect l="l" t="t" r="r" b="b"/>
              <a:pathLst>
                <a:path w="1351154" h="731404">
                  <a:moveTo>
                    <a:pt x="23027" y="0"/>
                  </a:moveTo>
                  <a:lnTo>
                    <a:pt x="1328127" y="0"/>
                  </a:lnTo>
                  <a:cubicBezTo>
                    <a:pt x="1340845" y="0"/>
                    <a:pt x="1351154" y="10310"/>
                    <a:pt x="1351154" y="23027"/>
                  </a:cubicBezTo>
                  <a:lnTo>
                    <a:pt x="1351154" y="708377"/>
                  </a:lnTo>
                  <a:cubicBezTo>
                    <a:pt x="1351154" y="721094"/>
                    <a:pt x="1340845" y="731404"/>
                    <a:pt x="1328127" y="731404"/>
                  </a:cubicBezTo>
                  <a:lnTo>
                    <a:pt x="23027" y="731404"/>
                  </a:lnTo>
                  <a:cubicBezTo>
                    <a:pt x="10310" y="731404"/>
                    <a:pt x="0" y="721094"/>
                    <a:pt x="0" y="708377"/>
                  </a:cubicBezTo>
                  <a:lnTo>
                    <a:pt x="0" y="23027"/>
                  </a:lnTo>
                  <a:cubicBezTo>
                    <a:pt x="0" y="10310"/>
                    <a:pt x="10310" y="0"/>
                    <a:pt x="23027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B4B4B4"/>
              </a:solidFill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33" name="TextBox 38">
              <a:extLst>
                <a:ext uri="{FF2B5EF4-FFF2-40B4-BE49-F238E27FC236}">
                  <a16:creationId xmlns:a16="http://schemas.microsoft.com/office/drawing/2014/main" id="{E24CA66D-820E-E099-58DF-5944671212A7}"/>
                </a:ext>
              </a:extLst>
            </p:cNvPr>
            <p:cNvSpPr txBox="1"/>
            <p:nvPr/>
          </p:nvSpPr>
          <p:spPr>
            <a:xfrm>
              <a:off x="0" y="-19050"/>
              <a:ext cx="1351154" cy="7504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134" name="TextBox 39">
            <a:extLst>
              <a:ext uri="{FF2B5EF4-FFF2-40B4-BE49-F238E27FC236}">
                <a16:creationId xmlns:a16="http://schemas.microsoft.com/office/drawing/2014/main" id="{6C481D19-9EBC-FE0A-0B5A-DB6468ACBBAA}"/>
              </a:ext>
            </a:extLst>
          </p:cNvPr>
          <p:cNvSpPr txBox="1"/>
          <p:nvPr/>
        </p:nvSpPr>
        <p:spPr>
          <a:xfrm>
            <a:off x="1472081" y="2583424"/>
            <a:ext cx="5201002" cy="539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4479"/>
              </a:lnSpc>
            </a:pPr>
            <a:r>
              <a:rPr lang="en-US" sz="3199" spc="-86" dirty="0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Mi </a:t>
            </a:r>
            <a:r>
              <a:rPr lang="en-US" sz="3199" spc="-86" dirty="0" err="1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máquina</a:t>
            </a:r>
            <a:r>
              <a:rPr lang="en-US" sz="3199" spc="-86" dirty="0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 local</a:t>
            </a:r>
          </a:p>
        </p:txBody>
      </p:sp>
      <p:grpSp>
        <p:nvGrpSpPr>
          <p:cNvPr id="135" name="Group 40">
            <a:extLst>
              <a:ext uri="{FF2B5EF4-FFF2-40B4-BE49-F238E27FC236}">
                <a16:creationId xmlns:a16="http://schemas.microsoft.com/office/drawing/2014/main" id="{D067A949-7A85-E19F-8029-A2B7181CB81D}"/>
              </a:ext>
            </a:extLst>
          </p:cNvPr>
          <p:cNvGrpSpPr/>
          <p:nvPr/>
        </p:nvGrpSpPr>
        <p:grpSpPr>
          <a:xfrm>
            <a:off x="1461547" y="3784649"/>
            <a:ext cx="5723513" cy="5473651"/>
            <a:chOff x="0" y="0"/>
            <a:chExt cx="1358522" cy="590257"/>
          </a:xfrm>
        </p:grpSpPr>
        <p:sp>
          <p:nvSpPr>
            <p:cNvPr id="136" name="Freeform 41">
              <a:extLst>
                <a:ext uri="{FF2B5EF4-FFF2-40B4-BE49-F238E27FC236}">
                  <a16:creationId xmlns:a16="http://schemas.microsoft.com/office/drawing/2014/main" id="{38D703EE-B76D-727B-E8DD-B37B81EB4349}"/>
                </a:ext>
              </a:extLst>
            </p:cNvPr>
            <p:cNvSpPr/>
            <p:nvPr/>
          </p:nvSpPr>
          <p:spPr>
            <a:xfrm>
              <a:off x="0" y="0"/>
              <a:ext cx="1358522" cy="590257"/>
            </a:xfrm>
            <a:custGeom>
              <a:avLst/>
              <a:gdLst/>
              <a:ahLst/>
              <a:cxnLst/>
              <a:rect l="l" t="t" r="r" b="b"/>
              <a:pathLst>
                <a:path w="1358522" h="590257">
                  <a:moveTo>
                    <a:pt x="26643" y="0"/>
                  </a:moveTo>
                  <a:lnTo>
                    <a:pt x="1331879" y="0"/>
                  </a:lnTo>
                  <a:cubicBezTo>
                    <a:pt x="1338945" y="0"/>
                    <a:pt x="1345722" y="2807"/>
                    <a:pt x="1350719" y="7803"/>
                  </a:cubicBezTo>
                  <a:cubicBezTo>
                    <a:pt x="1355715" y="12800"/>
                    <a:pt x="1358522" y="19577"/>
                    <a:pt x="1358522" y="26643"/>
                  </a:cubicBezTo>
                  <a:lnTo>
                    <a:pt x="1358522" y="563615"/>
                  </a:lnTo>
                  <a:cubicBezTo>
                    <a:pt x="1358522" y="570681"/>
                    <a:pt x="1355715" y="577458"/>
                    <a:pt x="1350719" y="582454"/>
                  </a:cubicBezTo>
                  <a:cubicBezTo>
                    <a:pt x="1345722" y="587450"/>
                    <a:pt x="1338945" y="590257"/>
                    <a:pt x="1331879" y="590257"/>
                  </a:cubicBezTo>
                  <a:lnTo>
                    <a:pt x="26643" y="590257"/>
                  </a:lnTo>
                  <a:cubicBezTo>
                    <a:pt x="19577" y="590257"/>
                    <a:pt x="12800" y="587450"/>
                    <a:pt x="7803" y="582454"/>
                  </a:cubicBezTo>
                  <a:cubicBezTo>
                    <a:pt x="2807" y="577458"/>
                    <a:pt x="0" y="570681"/>
                    <a:pt x="0" y="563615"/>
                  </a:cubicBezTo>
                  <a:lnTo>
                    <a:pt x="0" y="26643"/>
                  </a:lnTo>
                  <a:cubicBezTo>
                    <a:pt x="0" y="19577"/>
                    <a:pt x="2807" y="12800"/>
                    <a:pt x="7803" y="7803"/>
                  </a:cubicBezTo>
                  <a:cubicBezTo>
                    <a:pt x="12800" y="2807"/>
                    <a:pt x="19577" y="0"/>
                    <a:pt x="26643" y="0"/>
                  </a:cubicBezTo>
                  <a:close/>
                </a:path>
              </a:pathLst>
            </a:custGeom>
            <a:solidFill>
              <a:srgbClr val="0F0E0E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37" name="TextBox 42">
              <a:extLst>
                <a:ext uri="{FF2B5EF4-FFF2-40B4-BE49-F238E27FC236}">
                  <a16:creationId xmlns:a16="http://schemas.microsoft.com/office/drawing/2014/main" id="{96996C88-2FB6-DD70-CBCD-55BB2010877A}"/>
                </a:ext>
              </a:extLst>
            </p:cNvPr>
            <p:cNvSpPr txBox="1"/>
            <p:nvPr/>
          </p:nvSpPr>
          <p:spPr>
            <a:xfrm>
              <a:off x="0" y="-19050"/>
              <a:ext cx="1358522" cy="6093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grpSp>
        <p:nvGrpSpPr>
          <p:cNvPr id="138" name="Group 57">
            <a:extLst>
              <a:ext uri="{FF2B5EF4-FFF2-40B4-BE49-F238E27FC236}">
                <a16:creationId xmlns:a16="http://schemas.microsoft.com/office/drawing/2014/main" id="{178CDC9A-F5EA-434A-C7B3-30DF598170B5}"/>
              </a:ext>
            </a:extLst>
          </p:cNvPr>
          <p:cNvGrpSpPr/>
          <p:nvPr/>
        </p:nvGrpSpPr>
        <p:grpSpPr>
          <a:xfrm>
            <a:off x="3536824" y="6454282"/>
            <a:ext cx="1876174" cy="341111"/>
            <a:chOff x="0" y="0"/>
            <a:chExt cx="2644177" cy="477582"/>
          </a:xfrm>
        </p:grpSpPr>
        <p:sp>
          <p:nvSpPr>
            <p:cNvPr id="139" name="TextBox 58">
              <a:extLst>
                <a:ext uri="{FF2B5EF4-FFF2-40B4-BE49-F238E27FC236}">
                  <a16:creationId xmlns:a16="http://schemas.microsoft.com/office/drawing/2014/main" id="{4A31CC63-FC52-16CD-D02C-7700AFE1CE19}"/>
                </a:ext>
              </a:extLst>
            </p:cNvPr>
            <p:cNvSpPr txBox="1"/>
            <p:nvPr/>
          </p:nvSpPr>
          <p:spPr>
            <a:xfrm>
              <a:off x="455042" y="-66675"/>
              <a:ext cx="2189134" cy="5442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3359"/>
                </a:lnSpc>
              </a:pPr>
              <a:r>
                <a:rPr lang="en-US" sz="2400" spc="-6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styles.css</a:t>
              </a:r>
            </a:p>
          </p:txBody>
        </p:sp>
        <p:grpSp>
          <p:nvGrpSpPr>
            <p:cNvPr id="140" name="Group 59">
              <a:extLst>
                <a:ext uri="{FF2B5EF4-FFF2-40B4-BE49-F238E27FC236}">
                  <a16:creationId xmlns:a16="http://schemas.microsoft.com/office/drawing/2014/main" id="{37CEACBB-6F4A-D83E-CD1A-53DB05BF23D4}"/>
                </a:ext>
              </a:extLst>
            </p:cNvPr>
            <p:cNvGrpSpPr/>
            <p:nvPr/>
          </p:nvGrpSpPr>
          <p:grpSpPr>
            <a:xfrm>
              <a:off x="0" y="69221"/>
              <a:ext cx="350938" cy="339139"/>
              <a:chOff x="0" y="0"/>
              <a:chExt cx="69321" cy="66990"/>
            </a:xfrm>
          </p:grpSpPr>
          <p:sp>
            <p:nvSpPr>
              <p:cNvPr id="141" name="Freeform 60">
                <a:extLst>
                  <a:ext uri="{FF2B5EF4-FFF2-40B4-BE49-F238E27FC236}">
                    <a16:creationId xmlns:a16="http://schemas.microsoft.com/office/drawing/2014/main" id="{446AD9CE-AF8A-B4FB-AB42-0C28CD61F8F5}"/>
                  </a:ext>
                </a:extLst>
              </p:cNvPr>
              <p:cNvSpPr/>
              <p:nvPr/>
            </p:nvSpPr>
            <p:spPr>
              <a:xfrm>
                <a:off x="0" y="0"/>
                <a:ext cx="69321" cy="66990"/>
              </a:xfrm>
              <a:custGeom>
                <a:avLst/>
                <a:gdLst/>
                <a:ahLst/>
                <a:cxnLst/>
                <a:rect l="l" t="t" r="r" b="b"/>
                <a:pathLst>
                  <a:path w="69321" h="66990">
                    <a:moveTo>
                      <a:pt x="0" y="0"/>
                    </a:moveTo>
                    <a:lnTo>
                      <a:pt x="69321" y="0"/>
                    </a:lnTo>
                    <a:lnTo>
                      <a:pt x="69321" y="66990"/>
                    </a:lnTo>
                    <a:lnTo>
                      <a:pt x="0" y="66990"/>
                    </a:lnTo>
                    <a:close/>
                  </a:path>
                </a:pathLst>
              </a:custGeom>
              <a:solidFill>
                <a:srgbClr val="CB6CE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142" name="TextBox 61">
                <a:extLst>
                  <a:ext uri="{FF2B5EF4-FFF2-40B4-BE49-F238E27FC236}">
                    <a16:creationId xmlns:a16="http://schemas.microsoft.com/office/drawing/2014/main" id="{52FD52E2-B002-8874-70D7-12381AEE8C9E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69321" cy="860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 dirty="0"/>
              </a:p>
            </p:txBody>
          </p:sp>
        </p:grpSp>
      </p:grpSp>
      <p:grpSp>
        <p:nvGrpSpPr>
          <p:cNvPr id="143" name="Grupo 142">
            <a:extLst>
              <a:ext uri="{FF2B5EF4-FFF2-40B4-BE49-F238E27FC236}">
                <a16:creationId xmlns:a16="http://schemas.microsoft.com/office/drawing/2014/main" id="{3C9906CD-F9C7-48EB-0DC6-39BE0F8746D5}"/>
              </a:ext>
            </a:extLst>
          </p:cNvPr>
          <p:cNvGrpSpPr/>
          <p:nvPr/>
        </p:nvGrpSpPr>
        <p:grpSpPr>
          <a:xfrm>
            <a:off x="3535547" y="7276901"/>
            <a:ext cx="1995646" cy="413190"/>
            <a:chOff x="3899399" y="2821328"/>
            <a:chExt cx="1995646" cy="413190"/>
          </a:xfrm>
        </p:grpSpPr>
        <p:sp>
          <p:nvSpPr>
            <p:cNvPr id="144" name="TextBox 68">
              <a:extLst>
                <a:ext uri="{FF2B5EF4-FFF2-40B4-BE49-F238E27FC236}">
                  <a16:creationId xmlns:a16="http://schemas.microsoft.com/office/drawing/2014/main" id="{1E805992-BDAD-C82A-1A1C-7C52AF68600A}"/>
                </a:ext>
              </a:extLst>
            </p:cNvPr>
            <p:cNvSpPr txBox="1"/>
            <p:nvPr/>
          </p:nvSpPr>
          <p:spPr>
            <a:xfrm>
              <a:off x="4222274" y="2821328"/>
              <a:ext cx="1672771" cy="4131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3359"/>
                </a:lnSpc>
              </a:pPr>
              <a:r>
                <a:rPr lang="en-US" sz="2400" spc="-6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styles-2.js</a:t>
              </a:r>
            </a:p>
          </p:txBody>
        </p:sp>
        <p:sp>
          <p:nvSpPr>
            <p:cNvPr id="145" name="Freeform 70">
              <a:extLst>
                <a:ext uri="{FF2B5EF4-FFF2-40B4-BE49-F238E27FC236}">
                  <a16:creationId xmlns:a16="http://schemas.microsoft.com/office/drawing/2014/main" id="{5A26FC4B-A675-0674-B03F-43E42E4566F4}"/>
                </a:ext>
              </a:extLst>
            </p:cNvPr>
            <p:cNvSpPr/>
            <p:nvPr/>
          </p:nvSpPr>
          <p:spPr>
            <a:xfrm>
              <a:off x="3899399" y="2918391"/>
              <a:ext cx="249008" cy="242229"/>
            </a:xfrm>
            <a:custGeom>
              <a:avLst/>
              <a:gdLst/>
              <a:ahLst/>
              <a:cxnLst/>
              <a:rect l="l" t="t" r="r" b="b"/>
              <a:pathLst>
                <a:path w="69321" h="66990">
                  <a:moveTo>
                    <a:pt x="0" y="0"/>
                  </a:moveTo>
                  <a:lnTo>
                    <a:pt x="69321" y="0"/>
                  </a:lnTo>
                  <a:lnTo>
                    <a:pt x="69321" y="66990"/>
                  </a:lnTo>
                  <a:lnTo>
                    <a:pt x="0" y="66990"/>
                  </a:lnTo>
                  <a:close/>
                </a:path>
              </a:pathLst>
            </a:custGeom>
            <a:solidFill>
              <a:srgbClr val="FFFF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46" name="Group 67">
            <a:extLst>
              <a:ext uri="{FF2B5EF4-FFF2-40B4-BE49-F238E27FC236}">
                <a16:creationId xmlns:a16="http://schemas.microsoft.com/office/drawing/2014/main" id="{AC957E4A-AACF-E2B5-93F8-B85CDD6D5C39}"/>
              </a:ext>
            </a:extLst>
          </p:cNvPr>
          <p:cNvGrpSpPr/>
          <p:nvPr/>
        </p:nvGrpSpPr>
        <p:grpSpPr>
          <a:xfrm>
            <a:off x="3537694" y="6877031"/>
            <a:ext cx="1995646" cy="341111"/>
            <a:chOff x="0" y="0"/>
            <a:chExt cx="2812553" cy="477582"/>
          </a:xfrm>
        </p:grpSpPr>
        <p:sp>
          <p:nvSpPr>
            <p:cNvPr id="147" name="TextBox 68">
              <a:extLst>
                <a:ext uri="{FF2B5EF4-FFF2-40B4-BE49-F238E27FC236}">
                  <a16:creationId xmlns:a16="http://schemas.microsoft.com/office/drawing/2014/main" id="{27FAA0E0-9E85-4AB8-3555-6B1ADE31C20A}"/>
                </a:ext>
              </a:extLst>
            </p:cNvPr>
            <p:cNvSpPr txBox="1"/>
            <p:nvPr/>
          </p:nvSpPr>
          <p:spPr>
            <a:xfrm>
              <a:off x="455042" y="-66675"/>
              <a:ext cx="2357511" cy="5442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3359"/>
                </a:lnSpc>
              </a:pPr>
              <a:r>
                <a:rPr lang="en-US" sz="2400" spc="-6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scripts.js</a:t>
              </a:r>
            </a:p>
          </p:txBody>
        </p:sp>
        <p:grpSp>
          <p:nvGrpSpPr>
            <p:cNvPr id="148" name="Group 69">
              <a:extLst>
                <a:ext uri="{FF2B5EF4-FFF2-40B4-BE49-F238E27FC236}">
                  <a16:creationId xmlns:a16="http://schemas.microsoft.com/office/drawing/2014/main" id="{EE204F61-4CB2-D714-8AC3-2433398853CB}"/>
                </a:ext>
              </a:extLst>
            </p:cNvPr>
            <p:cNvGrpSpPr/>
            <p:nvPr/>
          </p:nvGrpSpPr>
          <p:grpSpPr>
            <a:xfrm>
              <a:off x="0" y="69221"/>
              <a:ext cx="350938" cy="339139"/>
              <a:chOff x="0" y="0"/>
              <a:chExt cx="69321" cy="66990"/>
            </a:xfrm>
          </p:grpSpPr>
          <p:sp>
            <p:nvSpPr>
              <p:cNvPr id="149" name="Freeform 70">
                <a:extLst>
                  <a:ext uri="{FF2B5EF4-FFF2-40B4-BE49-F238E27FC236}">
                    <a16:creationId xmlns:a16="http://schemas.microsoft.com/office/drawing/2014/main" id="{D6074B61-58D7-DDC2-43EB-AA66C1483E88}"/>
                  </a:ext>
                </a:extLst>
              </p:cNvPr>
              <p:cNvSpPr/>
              <p:nvPr/>
            </p:nvSpPr>
            <p:spPr>
              <a:xfrm>
                <a:off x="0" y="0"/>
                <a:ext cx="69321" cy="66990"/>
              </a:xfrm>
              <a:custGeom>
                <a:avLst/>
                <a:gdLst/>
                <a:ahLst/>
                <a:cxnLst/>
                <a:rect l="l" t="t" r="r" b="b"/>
                <a:pathLst>
                  <a:path w="69321" h="66990">
                    <a:moveTo>
                      <a:pt x="0" y="0"/>
                    </a:moveTo>
                    <a:lnTo>
                      <a:pt x="69321" y="0"/>
                    </a:lnTo>
                    <a:lnTo>
                      <a:pt x="69321" y="66990"/>
                    </a:lnTo>
                    <a:lnTo>
                      <a:pt x="0" y="66990"/>
                    </a:lnTo>
                    <a:close/>
                  </a:path>
                </a:pathLst>
              </a:custGeom>
              <a:solidFill>
                <a:srgbClr val="1E3EE3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150" name="TextBox 71">
                <a:extLst>
                  <a:ext uri="{FF2B5EF4-FFF2-40B4-BE49-F238E27FC236}">
                    <a16:creationId xmlns:a16="http://schemas.microsoft.com/office/drawing/2014/main" id="{51296F8B-10AF-5A7B-F64A-853ADE747395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69321" cy="860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</p:grpSp>
      <p:grpSp>
        <p:nvGrpSpPr>
          <p:cNvPr id="151" name="Group 72">
            <a:extLst>
              <a:ext uri="{FF2B5EF4-FFF2-40B4-BE49-F238E27FC236}">
                <a16:creationId xmlns:a16="http://schemas.microsoft.com/office/drawing/2014/main" id="{C5826DC4-8FD1-89A2-1DE1-BDD01BA03DC2}"/>
              </a:ext>
            </a:extLst>
          </p:cNvPr>
          <p:cNvGrpSpPr/>
          <p:nvPr/>
        </p:nvGrpSpPr>
        <p:grpSpPr>
          <a:xfrm>
            <a:off x="3520307" y="5979958"/>
            <a:ext cx="2473533" cy="388733"/>
            <a:chOff x="0" y="-66674"/>
            <a:chExt cx="3486061" cy="544257"/>
          </a:xfrm>
        </p:grpSpPr>
        <p:sp>
          <p:nvSpPr>
            <p:cNvPr id="152" name="TextBox 73">
              <a:extLst>
                <a:ext uri="{FF2B5EF4-FFF2-40B4-BE49-F238E27FC236}">
                  <a16:creationId xmlns:a16="http://schemas.microsoft.com/office/drawing/2014/main" id="{235E8280-44E4-9F44-C79D-0C51A478A9F3}"/>
                </a:ext>
              </a:extLst>
            </p:cNvPr>
            <p:cNvSpPr txBox="1"/>
            <p:nvPr/>
          </p:nvSpPr>
          <p:spPr>
            <a:xfrm>
              <a:off x="455043" y="-66674"/>
              <a:ext cx="3031018" cy="5442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3359"/>
                </a:lnSpc>
              </a:pPr>
              <a:r>
                <a:rPr lang="en-US" sz="2400" spc="-6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index.html</a:t>
              </a:r>
            </a:p>
          </p:txBody>
        </p:sp>
        <p:grpSp>
          <p:nvGrpSpPr>
            <p:cNvPr id="153" name="Group 74">
              <a:extLst>
                <a:ext uri="{FF2B5EF4-FFF2-40B4-BE49-F238E27FC236}">
                  <a16:creationId xmlns:a16="http://schemas.microsoft.com/office/drawing/2014/main" id="{4F9CACA9-BE72-FB6D-853B-BC12C3D939BB}"/>
                </a:ext>
              </a:extLst>
            </p:cNvPr>
            <p:cNvGrpSpPr/>
            <p:nvPr/>
          </p:nvGrpSpPr>
          <p:grpSpPr>
            <a:xfrm>
              <a:off x="0" y="69221"/>
              <a:ext cx="350938" cy="339139"/>
              <a:chOff x="0" y="0"/>
              <a:chExt cx="69321" cy="66990"/>
            </a:xfrm>
          </p:grpSpPr>
          <p:sp>
            <p:nvSpPr>
              <p:cNvPr id="154" name="Freeform 75">
                <a:extLst>
                  <a:ext uri="{FF2B5EF4-FFF2-40B4-BE49-F238E27FC236}">
                    <a16:creationId xmlns:a16="http://schemas.microsoft.com/office/drawing/2014/main" id="{91E49164-6009-098E-A8B4-2814C5248B14}"/>
                  </a:ext>
                </a:extLst>
              </p:cNvPr>
              <p:cNvSpPr/>
              <p:nvPr/>
            </p:nvSpPr>
            <p:spPr>
              <a:xfrm>
                <a:off x="0" y="0"/>
                <a:ext cx="69321" cy="66990"/>
              </a:xfrm>
              <a:custGeom>
                <a:avLst/>
                <a:gdLst/>
                <a:ahLst/>
                <a:cxnLst/>
                <a:rect l="l" t="t" r="r" b="b"/>
                <a:pathLst>
                  <a:path w="69321" h="66990">
                    <a:moveTo>
                      <a:pt x="0" y="0"/>
                    </a:moveTo>
                    <a:lnTo>
                      <a:pt x="69321" y="0"/>
                    </a:lnTo>
                    <a:lnTo>
                      <a:pt x="69321" y="66990"/>
                    </a:lnTo>
                    <a:lnTo>
                      <a:pt x="0" y="66990"/>
                    </a:lnTo>
                    <a:close/>
                  </a:path>
                </a:pathLst>
              </a:custGeom>
              <a:solidFill>
                <a:srgbClr val="7ED957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155" name="TextBox 76">
                <a:extLst>
                  <a:ext uri="{FF2B5EF4-FFF2-40B4-BE49-F238E27FC236}">
                    <a16:creationId xmlns:a16="http://schemas.microsoft.com/office/drawing/2014/main" id="{2F7CA483-5753-7CB7-97C7-D51EDA0EA463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69321" cy="860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</p:grpSp>
      <p:sp>
        <p:nvSpPr>
          <p:cNvPr id="156" name="Rectángulo 155">
            <a:extLst>
              <a:ext uri="{FF2B5EF4-FFF2-40B4-BE49-F238E27FC236}">
                <a16:creationId xmlns:a16="http://schemas.microsoft.com/office/drawing/2014/main" id="{D7464012-D3E5-90B3-8F33-06982F614FBD}"/>
              </a:ext>
            </a:extLst>
          </p:cNvPr>
          <p:cNvSpPr/>
          <p:nvPr/>
        </p:nvSpPr>
        <p:spPr>
          <a:xfrm>
            <a:off x="3251268" y="6621194"/>
            <a:ext cx="2150657" cy="5675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grpSp>
        <p:nvGrpSpPr>
          <p:cNvPr id="157" name="Grupo 156">
            <a:extLst>
              <a:ext uri="{FF2B5EF4-FFF2-40B4-BE49-F238E27FC236}">
                <a16:creationId xmlns:a16="http://schemas.microsoft.com/office/drawing/2014/main" id="{3FC2F190-BAC8-15FB-E168-F2593BFF9112}"/>
              </a:ext>
            </a:extLst>
          </p:cNvPr>
          <p:cNvGrpSpPr/>
          <p:nvPr/>
        </p:nvGrpSpPr>
        <p:grpSpPr>
          <a:xfrm>
            <a:off x="1461548" y="4141328"/>
            <a:ext cx="5369360" cy="742727"/>
            <a:chOff x="11277600" y="1501245"/>
            <a:chExt cx="7277100" cy="1203855"/>
          </a:xfrm>
        </p:grpSpPr>
        <p:grpSp>
          <p:nvGrpSpPr>
            <p:cNvPr id="158" name="Group 9">
              <a:extLst>
                <a:ext uri="{FF2B5EF4-FFF2-40B4-BE49-F238E27FC236}">
                  <a16:creationId xmlns:a16="http://schemas.microsoft.com/office/drawing/2014/main" id="{320C60C5-06E7-3A02-C061-0E284077BEF0}"/>
                </a:ext>
              </a:extLst>
            </p:cNvPr>
            <p:cNvGrpSpPr/>
            <p:nvPr/>
          </p:nvGrpSpPr>
          <p:grpSpPr>
            <a:xfrm>
              <a:off x="11277600" y="1501245"/>
              <a:ext cx="7277100" cy="1203855"/>
              <a:chOff x="0" y="-47625"/>
              <a:chExt cx="2734992" cy="466725"/>
            </a:xfrm>
          </p:grpSpPr>
          <p:sp>
            <p:nvSpPr>
              <p:cNvPr id="162" name="Freeform 10">
                <a:extLst>
                  <a:ext uri="{FF2B5EF4-FFF2-40B4-BE49-F238E27FC236}">
                    <a16:creationId xmlns:a16="http://schemas.microsoft.com/office/drawing/2014/main" id="{5F04CD56-0FFB-344D-C2B1-7DB46450CDA7}"/>
                  </a:ext>
                </a:extLst>
              </p:cNvPr>
              <p:cNvSpPr/>
              <p:nvPr/>
            </p:nvSpPr>
            <p:spPr>
              <a:xfrm>
                <a:off x="0" y="0"/>
                <a:ext cx="2734992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2031332" h="419100">
                    <a:moveTo>
                      <a:pt x="23643" y="0"/>
                    </a:moveTo>
                    <a:lnTo>
                      <a:pt x="2007689" y="0"/>
                    </a:lnTo>
                    <a:cubicBezTo>
                      <a:pt x="2020747" y="0"/>
                      <a:pt x="2031332" y="10585"/>
                      <a:pt x="2031332" y="23643"/>
                    </a:cubicBezTo>
                    <a:lnTo>
                      <a:pt x="2031332" y="395457"/>
                    </a:lnTo>
                    <a:cubicBezTo>
                      <a:pt x="2031332" y="401727"/>
                      <a:pt x="2028841" y="407741"/>
                      <a:pt x="2024407" y="412175"/>
                    </a:cubicBezTo>
                    <a:cubicBezTo>
                      <a:pt x="2019973" y="416609"/>
                      <a:pt x="2013959" y="419100"/>
                      <a:pt x="2007689" y="419100"/>
                    </a:cubicBezTo>
                    <a:lnTo>
                      <a:pt x="23643" y="419100"/>
                    </a:lnTo>
                    <a:cubicBezTo>
                      <a:pt x="17373" y="419100"/>
                      <a:pt x="11359" y="416609"/>
                      <a:pt x="6925" y="412175"/>
                    </a:cubicBezTo>
                    <a:cubicBezTo>
                      <a:pt x="2491" y="407741"/>
                      <a:pt x="0" y="401727"/>
                      <a:pt x="0" y="395457"/>
                    </a:cubicBezTo>
                    <a:lnTo>
                      <a:pt x="0" y="23643"/>
                    </a:lnTo>
                    <a:cubicBezTo>
                      <a:pt x="0" y="17373"/>
                      <a:pt x="2491" y="11359"/>
                      <a:pt x="6925" y="6925"/>
                    </a:cubicBezTo>
                    <a:cubicBezTo>
                      <a:pt x="11359" y="2491"/>
                      <a:pt x="17373" y="0"/>
                      <a:pt x="23643" y="0"/>
                    </a:cubicBezTo>
                    <a:close/>
                  </a:path>
                </a:pathLst>
              </a:custGeom>
              <a:noFill/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163" name="TextBox 11">
                <a:extLst>
                  <a:ext uri="{FF2B5EF4-FFF2-40B4-BE49-F238E27FC236}">
                    <a16:creationId xmlns:a16="http://schemas.microsoft.com/office/drawing/2014/main" id="{406F6850-2A92-2E34-A20D-A39AB8C81153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2031332" cy="4667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11"/>
                  </a:lnSpc>
                </a:pPr>
                <a:endParaRPr/>
              </a:p>
            </p:txBody>
          </p:sp>
        </p:grpSp>
        <p:grpSp>
          <p:nvGrpSpPr>
            <p:cNvPr id="159" name="Grupo 158">
              <a:extLst>
                <a:ext uri="{FF2B5EF4-FFF2-40B4-BE49-F238E27FC236}">
                  <a16:creationId xmlns:a16="http://schemas.microsoft.com/office/drawing/2014/main" id="{0B1E7542-BCAB-CA45-1D3C-F1D389E6569F}"/>
                </a:ext>
              </a:extLst>
            </p:cNvPr>
            <p:cNvGrpSpPr/>
            <p:nvPr/>
          </p:nvGrpSpPr>
          <p:grpSpPr>
            <a:xfrm>
              <a:off x="12279056" y="1790700"/>
              <a:ext cx="4970491" cy="695681"/>
              <a:chOff x="12337765" y="1831143"/>
              <a:chExt cx="4970491" cy="695681"/>
            </a:xfrm>
          </p:grpSpPr>
          <p:sp>
            <p:nvSpPr>
              <p:cNvPr id="160" name="TextBox 14">
                <a:extLst>
                  <a:ext uri="{FF2B5EF4-FFF2-40B4-BE49-F238E27FC236}">
                    <a16:creationId xmlns:a16="http://schemas.microsoft.com/office/drawing/2014/main" id="{710F3D99-50EC-85C1-AB24-2DD266704DF4}"/>
                  </a:ext>
                </a:extLst>
              </p:cNvPr>
              <p:cNvSpPr txBox="1"/>
              <p:nvPr/>
            </p:nvSpPr>
            <p:spPr>
              <a:xfrm>
                <a:off x="13117929" y="1916776"/>
                <a:ext cx="4190327" cy="52441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3611"/>
                  </a:lnSpc>
                </a:pPr>
                <a:r>
                  <a:rPr lang="en-US" sz="2799" dirty="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feature/mi-</a:t>
                </a:r>
                <a:r>
                  <a:rPr lang="en-US" sz="2799" dirty="0" err="1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rama</a:t>
                </a:r>
                <a:endParaRPr lang="en-US" sz="2799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pic>
            <p:nvPicPr>
              <p:cNvPr id="161" name="Imagen 160" descr="Git-branch - Free vector icons on creazilla.com">
                <a:extLst>
                  <a:ext uri="{FF2B5EF4-FFF2-40B4-BE49-F238E27FC236}">
                    <a16:creationId xmlns:a16="http://schemas.microsoft.com/office/drawing/2014/main" id="{BD07725B-C1BB-84DE-0451-D0384288183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duotone>
                  <a:schemeClr val="accent3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brightnessContrast bright="40000" contrast="4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12337765" y="1831143"/>
                <a:ext cx="695681" cy="695681"/>
              </a:xfrm>
              <a:prstGeom prst="rect">
                <a:avLst/>
              </a:prstGeom>
            </p:spPr>
          </p:pic>
        </p:grpSp>
      </p:grpSp>
      <p:grpSp>
        <p:nvGrpSpPr>
          <p:cNvPr id="164" name="Grupo 163">
            <a:extLst>
              <a:ext uri="{FF2B5EF4-FFF2-40B4-BE49-F238E27FC236}">
                <a16:creationId xmlns:a16="http://schemas.microsoft.com/office/drawing/2014/main" id="{88A9A8BD-CF77-5C5A-4945-4E050D4630FA}"/>
              </a:ext>
            </a:extLst>
          </p:cNvPr>
          <p:cNvGrpSpPr/>
          <p:nvPr/>
        </p:nvGrpSpPr>
        <p:grpSpPr>
          <a:xfrm>
            <a:off x="1461547" y="3206886"/>
            <a:ext cx="5723513" cy="973670"/>
            <a:chOff x="709547" y="2145505"/>
            <a:chExt cx="5369360" cy="973670"/>
          </a:xfrm>
        </p:grpSpPr>
        <p:grpSp>
          <p:nvGrpSpPr>
            <p:cNvPr id="165" name="Group 9">
              <a:extLst>
                <a:ext uri="{FF2B5EF4-FFF2-40B4-BE49-F238E27FC236}">
                  <a16:creationId xmlns:a16="http://schemas.microsoft.com/office/drawing/2014/main" id="{4A5AAA71-3130-D800-C99C-99346A6950E1}"/>
                </a:ext>
              </a:extLst>
            </p:cNvPr>
            <p:cNvGrpSpPr/>
            <p:nvPr/>
          </p:nvGrpSpPr>
          <p:grpSpPr>
            <a:xfrm>
              <a:off x="709547" y="2145505"/>
              <a:ext cx="5369360" cy="973670"/>
              <a:chOff x="0" y="-47625"/>
              <a:chExt cx="2734992" cy="466725"/>
            </a:xfrm>
          </p:grpSpPr>
          <p:sp>
            <p:nvSpPr>
              <p:cNvPr id="168" name="Freeform 10">
                <a:extLst>
                  <a:ext uri="{FF2B5EF4-FFF2-40B4-BE49-F238E27FC236}">
                    <a16:creationId xmlns:a16="http://schemas.microsoft.com/office/drawing/2014/main" id="{E2DD816B-0C30-996B-8218-A0D4E94200EF}"/>
                  </a:ext>
                </a:extLst>
              </p:cNvPr>
              <p:cNvSpPr/>
              <p:nvPr/>
            </p:nvSpPr>
            <p:spPr>
              <a:xfrm>
                <a:off x="0" y="0"/>
                <a:ext cx="2734992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2031332" h="419100">
                    <a:moveTo>
                      <a:pt x="23643" y="0"/>
                    </a:moveTo>
                    <a:lnTo>
                      <a:pt x="2007689" y="0"/>
                    </a:lnTo>
                    <a:cubicBezTo>
                      <a:pt x="2020747" y="0"/>
                      <a:pt x="2031332" y="10585"/>
                      <a:pt x="2031332" y="23643"/>
                    </a:cubicBezTo>
                    <a:lnTo>
                      <a:pt x="2031332" y="395457"/>
                    </a:lnTo>
                    <a:cubicBezTo>
                      <a:pt x="2031332" y="401727"/>
                      <a:pt x="2028841" y="407741"/>
                      <a:pt x="2024407" y="412175"/>
                    </a:cubicBezTo>
                    <a:cubicBezTo>
                      <a:pt x="2019973" y="416609"/>
                      <a:pt x="2013959" y="419100"/>
                      <a:pt x="2007689" y="419100"/>
                    </a:cubicBezTo>
                    <a:lnTo>
                      <a:pt x="23643" y="419100"/>
                    </a:lnTo>
                    <a:cubicBezTo>
                      <a:pt x="17373" y="419100"/>
                      <a:pt x="11359" y="416609"/>
                      <a:pt x="6925" y="412175"/>
                    </a:cubicBezTo>
                    <a:cubicBezTo>
                      <a:pt x="2491" y="407741"/>
                      <a:pt x="0" y="401727"/>
                      <a:pt x="0" y="395457"/>
                    </a:cubicBezTo>
                    <a:lnTo>
                      <a:pt x="0" y="23643"/>
                    </a:lnTo>
                    <a:cubicBezTo>
                      <a:pt x="0" y="17373"/>
                      <a:pt x="2491" y="11359"/>
                      <a:pt x="6925" y="6925"/>
                    </a:cubicBezTo>
                    <a:cubicBezTo>
                      <a:pt x="11359" y="2491"/>
                      <a:pt x="17373" y="0"/>
                      <a:pt x="23643" y="0"/>
                    </a:cubicBez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169" name="TextBox 11">
                <a:extLst>
                  <a:ext uri="{FF2B5EF4-FFF2-40B4-BE49-F238E27FC236}">
                    <a16:creationId xmlns:a16="http://schemas.microsoft.com/office/drawing/2014/main" id="{E7FC4572-0718-94FF-98DE-CDCD0BA05FA6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2031332" cy="4667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11"/>
                  </a:lnSpc>
                </a:pPr>
                <a:endParaRPr/>
              </a:p>
            </p:txBody>
          </p:sp>
        </p:grpSp>
        <p:sp>
          <p:nvSpPr>
            <p:cNvPr id="166" name="TextBox 14">
              <a:extLst>
                <a:ext uri="{FF2B5EF4-FFF2-40B4-BE49-F238E27FC236}">
                  <a16:creationId xmlns:a16="http://schemas.microsoft.com/office/drawing/2014/main" id="{0B1B7C66-7CD0-0658-5A1F-9B443BC36A73}"/>
                </a:ext>
              </a:extLst>
            </p:cNvPr>
            <p:cNvSpPr txBox="1"/>
            <p:nvPr/>
          </p:nvSpPr>
          <p:spPr>
            <a:xfrm>
              <a:off x="1451443" y="2480525"/>
              <a:ext cx="3989996" cy="4241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>
                <a:lnSpc>
                  <a:spcPts val="3095"/>
                </a:lnSpc>
              </a:pPr>
              <a:r>
                <a:rPr lang="en-US" sz="2800" spc="-131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mi-</a:t>
              </a:r>
              <a:r>
                <a:rPr lang="en-US" sz="2800" spc="-131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proyecto</a:t>
              </a:r>
              <a:r>
                <a:rPr lang="en-US" sz="2800" spc="-131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-</a:t>
              </a:r>
              <a:r>
                <a:rPr lang="en-US" sz="2800" spc="-131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clonado</a:t>
              </a:r>
              <a:endParaRPr lang="en-US" sz="2800" spc="-13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67" name="Freeform 50">
              <a:extLst>
                <a:ext uri="{FF2B5EF4-FFF2-40B4-BE49-F238E27FC236}">
                  <a16:creationId xmlns:a16="http://schemas.microsoft.com/office/drawing/2014/main" id="{478C6958-C5A0-24AC-EE14-DDD7FCE08A2F}"/>
                </a:ext>
              </a:extLst>
            </p:cNvPr>
            <p:cNvSpPr/>
            <p:nvPr/>
          </p:nvSpPr>
          <p:spPr>
            <a:xfrm>
              <a:off x="1026470" y="2429721"/>
              <a:ext cx="444723" cy="394760"/>
            </a:xfrm>
            <a:custGeom>
              <a:avLst/>
              <a:gdLst/>
              <a:ahLst/>
              <a:cxnLst/>
              <a:rect l="l" t="t" r="r" b="b"/>
              <a:pathLst>
                <a:path w="626768" h="552695">
                  <a:moveTo>
                    <a:pt x="0" y="0"/>
                  </a:moveTo>
                  <a:lnTo>
                    <a:pt x="626768" y="0"/>
                  </a:lnTo>
                  <a:lnTo>
                    <a:pt x="626768" y="552695"/>
                  </a:lnTo>
                  <a:lnTo>
                    <a:pt x="0" y="5526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73" name="Group 52">
            <a:extLst>
              <a:ext uri="{FF2B5EF4-FFF2-40B4-BE49-F238E27FC236}">
                <a16:creationId xmlns:a16="http://schemas.microsoft.com/office/drawing/2014/main" id="{08C0CB7A-7CA2-F9D6-507D-AF27B0EF88C8}"/>
              </a:ext>
            </a:extLst>
          </p:cNvPr>
          <p:cNvGrpSpPr/>
          <p:nvPr/>
        </p:nvGrpSpPr>
        <p:grpSpPr>
          <a:xfrm>
            <a:off x="8246237" y="2858240"/>
            <a:ext cx="9320543" cy="960554"/>
            <a:chOff x="0" y="0"/>
            <a:chExt cx="2441105" cy="197645"/>
          </a:xfrm>
        </p:grpSpPr>
        <p:sp>
          <p:nvSpPr>
            <p:cNvPr id="174" name="Freeform 53">
              <a:extLst>
                <a:ext uri="{FF2B5EF4-FFF2-40B4-BE49-F238E27FC236}">
                  <a16:creationId xmlns:a16="http://schemas.microsoft.com/office/drawing/2014/main" id="{6CA38746-1C82-0BA9-AC46-8B36578559F8}"/>
                </a:ext>
              </a:extLst>
            </p:cNvPr>
            <p:cNvSpPr/>
            <p:nvPr/>
          </p:nvSpPr>
          <p:spPr>
            <a:xfrm>
              <a:off x="0" y="0"/>
              <a:ext cx="2441105" cy="197645"/>
            </a:xfrm>
            <a:custGeom>
              <a:avLst/>
              <a:gdLst/>
              <a:ahLst/>
              <a:cxnLst/>
              <a:rect l="l" t="t" r="r" b="b"/>
              <a:pathLst>
                <a:path w="2441105" h="197645">
                  <a:moveTo>
                    <a:pt x="12745" y="0"/>
                  </a:moveTo>
                  <a:lnTo>
                    <a:pt x="2428360" y="0"/>
                  </a:lnTo>
                  <a:cubicBezTo>
                    <a:pt x="2431740" y="0"/>
                    <a:pt x="2434982" y="1343"/>
                    <a:pt x="2437372" y="3733"/>
                  </a:cubicBezTo>
                  <a:cubicBezTo>
                    <a:pt x="2439763" y="6123"/>
                    <a:pt x="2441105" y="9365"/>
                    <a:pt x="2441105" y="12745"/>
                  </a:cubicBezTo>
                  <a:lnTo>
                    <a:pt x="2441105" y="184899"/>
                  </a:lnTo>
                  <a:cubicBezTo>
                    <a:pt x="2441105" y="188280"/>
                    <a:pt x="2439763" y="191522"/>
                    <a:pt x="2437372" y="193912"/>
                  </a:cubicBezTo>
                  <a:cubicBezTo>
                    <a:pt x="2434982" y="196302"/>
                    <a:pt x="2431740" y="197645"/>
                    <a:pt x="2428360" y="197645"/>
                  </a:cubicBezTo>
                  <a:lnTo>
                    <a:pt x="12745" y="197645"/>
                  </a:lnTo>
                  <a:cubicBezTo>
                    <a:pt x="9365" y="197645"/>
                    <a:pt x="6123" y="196302"/>
                    <a:pt x="3733" y="193912"/>
                  </a:cubicBezTo>
                  <a:cubicBezTo>
                    <a:pt x="1343" y="191522"/>
                    <a:pt x="0" y="188280"/>
                    <a:pt x="0" y="184899"/>
                  </a:cubicBezTo>
                  <a:lnTo>
                    <a:pt x="0" y="12745"/>
                  </a:lnTo>
                  <a:cubicBezTo>
                    <a:pt x="0" y="9365"/>
                    <a:pt x="1343" y="6123"/>
                    <a:pt x="3733" y="3733"/>
                  </a:cubicBezTo>
                  <a:cubicBezTo>
                    <a:pt x="6123" y="1343"/>
                    <a:pt x="9365" y="0"/>
                    <a:pt x="12745" y="0"/>
                  </a:cubicBezTo>
                  <a:close/>
                </a:path>
              </a:pathLst>
            </a:custGeom>
            <a:solidFill>
              <a:srgbClr val="0F0E0E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75" name="TextBox 54">
              <a:extLst>
                <a:ext uri="{FF2B5EF4-FFF2-40B4-BE49-F238E27FC236}">
                  <a16:creationId xmlns:a16="http://schemas.microsoft.com/office/drawing/2014/main" id="{E2C5AF9C-F1F5-EEFA-1841-DF022756F291}"/>
                </a:ext>
              </a:extLst>
            </p:cNvPr>
            <p:cNvSpPr txBox="1"/>
            <p:nvPr/>
          </p:nvSpPr>
          <p:spPr>
            <a:xfrm>
              <a:off x="0" y="-19050"/>
              <a:ext cx="2441105" cy="2166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176" name="TextBox 56">
            <a:extLst>
              <a:ext uri="{FF2B5EF4-FFF2-40B4-BE49-F238E27FC236}">
                <a16:creationId xmlns:a16="http://schemas.microsoft.com/office/drawing/2014/main" id="{1C5EE5FB-4F5D-08D1-38C3-93DA9DDD38DA}"/>
              </a:ext>
            </a:extLst>
          </p:cNvPr>
          <p:cNvSpPr txBox="1"/>
          <p:nvPr/>
        </p:nvSpPr>
        <p:spPr>
          <a:xfrm>
            <a:off x="8480507" y="3109417"/>
            <a:ext cx="8852003" cy="413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359"/>
              </a:lnSpc>
            </a:pPr>
            <a:r>
              <a:rPr lang="en-US" sz="2400" spc="-6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&gt; git add styles-2.js</a:t>
            </a:r>
            <a:endParaRPr lang="en-US" sz="2400" spc="-64" dirty="0">
              <a:solidFill>
                <a:srgbClr val="D9D9D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77" name="Grupo 176">
            <a:extLst>
              <a:ext uri="{FF2B5EF4-FFF2-40B4-BE49-F238E27FC236}">
                <a16:creationId xmlns:a16="http://schemas.microsoft.com/office/drawing/2014/main" id="{80E46E3B-F274-3F17-E0E7-621063588B80}"/>
              </a:ext>
            </a:extLst>
          </p:cNvPr>
          <p:cNvGrpSpPr/>
          <p:nvPr/>
        </p:nvGrpSpPr>
        <p:grpSpPr>
          <a:xfrm>
            <a:off x="10670191" y="4598969"/>
            <a:ext cx="4569009" cy="3091122"/>
            <a:chOff x="6337647" y="4389234"/>
            <a:chExt cx="5183506" cy="3333626"/>
          </a:xfrm>
        </p:grpSpPr>
        <p:grpSp>
          <p:nvGrpSpPr>
            <p:cNvPr id="178" name="Group 13">
              <a:extLst>
                <a:ext uri="{FF2B5EF4-FFF2-40B4-BE49-F238E27FC236}">
                  <a16:creationId xmlns:a16="http://schemas.microsoft.com/office/drawing/2014/main" id="{0AC859F4-4062-1346-628C-B9E723C25FDC}"/>
                </a:ext>
              </a:extLst>
            </p:cNvPr>
            <p:cNvGrpSpPr/>
            <p:nvPr/>
          </p:nvGrpSpPr>
          <p:grpSpPr>
            <a:xfrm>
              <a:off x="6337647" y="4389234"/>
              <a:ext cx="5183506" cy="3333626"/>
              <a:chOff x="0" y="0"/>
              <a:chExt cx="1351154" cy="731404"/>
            </a:xfrm>
          </p:grpSpPr>
          <p:sp>
            <p:nvSpPr>
              <p:cNvPr id="180" name="Freeform 14">
                <a:extLst>
                  <a:ext uri="{FF2B5EF4-FFF2-40B4-BE49-F238E27FC236}">
                    <a16:creationId xmlns:a16="http://schemas.microsoft.com/office/drawing/2014/main" id="{ECE475B2-8296-2B88-6E6A-5FF5299BE835}"/>
                  </a:ext>
                </a:extLst>
              </p:cNvPr>
              <p:cNvSpPr/>
              <p:nvPr/>
            </p:nvSpPr>
            <p:spPr>
              <a:xfrm>
                <a:off x="0" y="0"/>
                <a:ext cx="1351154" cy="731404"/>
              </a:xfrm>
              <a:custGeom>
                <a:avLst/>
                <a:gdLst/>
                <a:ahLst/>
                <a:cxnLst/>
                <a:rect l="l" t="t" r="r" b="b"/>
                <a:pathLst>
                  <a:path w="1351154" h="731404">
                    <a:moveTo>
                      <a:pt x="23027" y="0"/>
                    </a:moveTo>
                    <a:lnTo>
                      <a:pt x="1328127" y="0"/>
                    </a:lnTo>
                    <a:cubicBezTo>
                      <a:pt x="1340845" y="0"/>
                      <a:pt x="1351154" y="10310"/>
                      <a:pt x="1351154" y="23027"/>
                    </a:cubicBezTo>
                    <a:lnTo>
                      <a:pt x="1351154" y="708377"/>
                    </a:lnTo>
                    <a:cubicBezTo>
                      <a:pt x="1351154" y="721094"/>
                      <a:pt x="1340845" y="731404"/>
                      <a:pt x="1328127" y="731404"/>
                    </a:cubicBezTo>
                    <a:lnTo>
                      <a:pt x="23027" y="731404"/>
                    </a:lnTo>
                    <a:cubicBezTo>
                      <a:pt x="10310" y="731404"/>
                      <a:pt x="0" y="721094"/>
                      <a:pt x="0" y="708377"/>
                    </a:cubicBezTo>
                    <a:lnTo>
                      <a:pt x="0" y="23027"/>
                    </a:lnTo>
                    <a:cubicBezTo>
                      <a:pt x="0" y="10310"/>
                      <a:pt x="10310" y="0"/>
                      <a:pt x="23027" y="0"/>
                    </a:cubicBezTo>
                    <a:close/>
                  </a:path>
                </a:pathLst>
              </a:custGeom>
              <a:solidFill>
                <a:schemeClr val="tx2">
                  <a:lumMod val="50000"/>
                </a:schemeClr>
              </a:solidFill>
              <a:ln w="38100" cap="rnd">
                <a:solidFill>
                  <a:srgbClr val="B4B4B4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181" name="TextBox 15">
                <a:extLst>
                  <a:ext uri="{FF2B5EF4-FFF2-40B4-BE49-F238E27FC236}">
                    <a16:creationId xmlns:a16="http://schemas.microsoft.com/office/drawing/2014/main" id="{9C78A72D-C497-F004-60D3-40CAD5B40FB5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1154" cy="75045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sp>
          <p:nvSpPr>
            <p:cNvPr id="179" name="TextBox 16">
              <a:extLst>
                <a:ext uri="{FF2B5EF4-FFF2-40B4-BE49-F238E27FC236}">
                  <a16:creationId xmlns:a16="http://schemas.microsoft.com/office/drawing/2014/main" id="{F7AEE45B-8CEA-27A8-8975-4FA1AA9FB7CA}"/>
                </a:ext>
              </a:extLst>
            </p:cNvPr>
            <p:cNvSpPr txBox="1"/>
            <p:nvPr/>
          </p:nvSpPr>
          <p:spPr>
            <a:xfrm>
              <a:off x="6421447" y="4489525"/>
              <a:ext cx="4769193" cy="75955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1" indent="0" algn="ctr">
                <a:lnSpc>
                  <a:spcPts val="4479"/>
                </a:lnSpc>
              </a:pPr>
              <a:r>
                <a:rPr lang="en-US" sz="3199" b="1" spc="-86" dirty="0" err="1">
                  <a:solidFill>
                    <a:schemeClr val="bg1"/>
                  </a:solidFill>
                  <a:latin typeface="Poppins"/>
                  <a:ea typeface="Poppins"/>
                  <a:cs typeface="Poppins"/>
                  <a:sym typeface="Poppins"/>
                </a:rPr>
                <a:t>Paquete</a:t>
              </a:r>
              <a:r>
                <a:rPr lang="en-US" sz="3199" b="1" spc="-86" dirty="0">
                  <a:solidFill>
                    <a:schemeClr val="bg1"/>
                  </a:solidFill>
                  <a:latin typeface="Poppins"/>
                  <a:ea typeface="Poppins"/>
                  <a:cs typeface="Poppins"/>
                  <a:sym typeface="Poppins"/>
                </a:rPr>
                <a:t> a </a:t>
              </a:r>
              <a:r>
                <a:rPr lang="en-US" sz="3199" b="1" spc="-86" dirty="0" err="1">
                  <a:solidFill>
                    <a:schemeClr val="bg1"/>
                  </a:solidFill>
                  <a:latin typeface="Poppins"/>
                  <a:ea typeface="Poppins"/>
                  <a:cs typeface="Poppins"/>
                  <a:sym typeface="Poppins"/>
                </a:rPr>
                <a:t>enviar</a:t>
              </a:r>
              <a:endParaRPr lang="en-US" sz="3199" b="1" spc="-86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90" name="Group 9">
            <a:extLst>
              <a:ext uri="{FF2B5EF4-FFF2-40B4-BE49-F238E27FC236}">
                <a16:creationId xmlns:a16="http://schemas.microsoft.com/office/drawing/2014/main" id="{3D1BA4B6-F01E-A5CF-FB39-CEC4B05854C9}"/>
              </a:ext>
            </a:extLst>
          </p:cNvPr>
          <p:cNvGrpSpPr/>
          <p:nvPr/>
        </p:nvGrpSpPr>
        <p:grpSpPr>
          <a:xfrm>
            <a:off x="2337038" y="5414191"/>
            <a:ext cx="4892112" cy="973670"/>
            <a:chOff x="0" y="-47625"/>
            <a:chExt cx="2734992" cy="466725"/>
          </a:xfrm>
        </p:grpSpPr>
        <p:sp>
          <p:nvSpPr>
            <p:cNvPr id="193" name="Freeform 10">
              <a:extLst>
                <a:ext uri="{FF2B5EF4-FFF2-40B4-BE49-F238E27FC236}">
                  <a16:creationId xmlns:a16="http://schemas.microsoft.com/office/drawing/2014/main" id="{186A7802-EF5C-6FAB-43C4-7C77EF25CCBB}"/>
                </a:ext>
              </a:extLst>
            </p:cNvPr>
            <p:cNvSpPr/>
            <p:nvPr/>
          </p:nvSpPr>
          <p:spPr>
            <a:xfrm>
              <a:off x="0" y="0"/>
              <a:ext cx="2734992" cy="419100"/>
            </a:xfrm>
            <a:custGeom>
              <a:avLst/>
              <a:gdLst/>
              <a:ahLst/>
              <a:cxnLst/>
              <a:rect l="l" t="t" r="r" b="b"/>
              <a:pathLst>
                <a:path w="2031332" h="419100">
                  <a:moveTo>
                    <a:pt x="23643" y="0"/>
                  </a:moveTo>
                  <a:lnTo>
                    <a:pt x="2007689" y="0"/>
                  </a:lnTo>
                  <a:cubicBezTo>
                    <a:pt x="2020747" y="0"/>
                    <a:pt x="2031332" y="10585"/>
                    <a:pt x="2031332" y="23643"/>
                  </a:cubicBezTo>
                  <a:lnTo>
                    <a:pt x="2031332" y="395457"/>
                  </a:lnTo>
                  <a:cubicBezTo>
                    <a:pt x="2031332" y="401727"/>
                    <a:pt x="2028841" y="407741"/>
                    <a:pt x="2024407" y="412175"/>
                  </a:cubicBezTo>
                  <a:cubicBezTo>
                    <a:pt x="2019973" y="416609"/>
                    <a:pt x="2013959" y="419100"/>
                    <a:pt x="2007689" y="419100"/>
                  </a:cubicBezTo>
                  <a:lnTo>
                    <a:pt x="23643" y="419100"/>
                  </a:lnTo>
                  <a:cubicBezTo>
                    <a:pt x="17373" y="419100"/>
                    <a:pt x="11359" y="416609"/>
                    <a:pt x="6925" y="412175"/>
                  </a:cubicBezTo>
                  <a:cubicBezTo>
                    <a:pt x="2491" y="407741"/>
                    <a:pt x="0" y="401727"/>
                    <a:pt x="0" y="395457"/>
                  </a:cubicBezTo>
                  <a:lnTo>
                    <a:pt x="0" y="23643"/>
                  </a:lnTo>
                  <a:cubicBezTo>
                    <a:pt x="0" y="17373"/>
                    <a:pt x="2491" y="11359"/>
                    <a:pt x="6925" y="6925"/>
                  </a:cubicBezTo>
                  <a:cubicBezTo>
                    <a:pt x="11359" y="2491"/>
                    <a:pt x="17373" y="0"/>
                    <a:pt x="23643" y="0"/>
                  </a:cubicBezTo>
                  <a:close/>
                </a:path>
              </a:pathLst>
            </a:custGeom>
            <a:noFill/>
          </p:spPr>
          <p:txBody>
            <a:bodyPr/>
            <a:lstStyle/>
            <a:p>
              <a:endParaRPr lang="es-MX" dirty="0"/>
            </a:p>
          </p:txBody>
        </p:sp>
        <p:sp>
          <p:nvSpPr>
            <p:cNvPr id="194" name="TextBox 11">
              <a:extLst>
                <a:ext uri="{FF2B5EF4-FFF2-40B4-BE49-F238E27FC236}">
                  <a16:creationId xmlns:a16="http://schemas.microsoft.com/office/drawing/2014/main" id="{3A344F3A-E07C-5864-5DDC-9FB4330BAF06}"/>
                </a:ext>
              </a:extLst>
            </p:cNvPr>
            <p:cNvSpPr txBox="1"/>
            <p:nvPr/>
          </p:nvSpPr>
          <p:spPr>
            <a:xfrm>
              <a:off x="0" y="-47625"/>
              <a:ext cx="2031332" cy="4667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11"/>
                </a:lnSpc>
              </a:pPr>
              <a:endParaRPr/>
            </a:p>
          </p:txBody>
        </p:sp>
      </p:grpSp>
      <p:grpSp>
        <p:nvGrpSpPr>
          <p:cNvPr id="196" name="Grupo 195">
            <a:extLst>
              <a:ext uri="{FF2B5EF4-FFF2-40B4-BE49-F238E27FC236}">
                <a16:creationId xmlns:a16="http://schemas.microsoft.com/office/drawing/2014/main" id="{8878C034-5384-E17D-374F-1F295AB478FB}"/>
              </a:ext>
            </a:extLst>
          </p:cNvPr>
          <p:cNvGrpSpPr/>
          <p:nvPr/>
        </p:nvGrpSpPr>
        <p:grpSpPr>
          <a:xfrm>
            <a:off x="2522434" y="4877687"/>
            <a:ext cx="1693251" cy="464701"/>
            <a:chOff x="2522434" y="5922073"/>
            <a:chExt cx="1693251" cy="464701"/>
          </a:xfrm>
        </p:grpSpPr>
        <p:sp>
          <p:nvSpPr>
            <p:cNvPr id="191" name="TextBox 14">
              <a:extLst>
                <a:ext uri="{FF2B5EF4-FFF2-40B4-BE49-F238E27FC236}">
                  <a16:creationId xmlns:a16="http://schemas.microsoft.com/office/drawing/2014/main" id="{52A86C5D-D4B0-0AC6-BE83-E48931BC044C}"/>
                </a:ext>
              </a:extLst>
            </p:cNvPr>
            <p:cNvSpPr txBox="1"/>
            <p:nvPr/>
          </p:nvSpPr>
          <p:spPr>
            <a:xfrm>
              <a:off x="3012993" y="5962630"/>
              <a:ext cx="1202692" cy="4241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>
                <a:lnSpc>
                  <a:spcPts val="3095"/>
                </a:lnSpc>
              </a:pPr>
              <a:r>
                <a:rPr lang="en-US" sz="2800" spc="-131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src</a:t>
              </a:r>
              <a:endParaRPr lang="en-US" sz="2800" spc="-13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pic>
          <p:nvPicPr>
            <p:cNvPr id="195" name="Imagen 194" descr="Icono De Carpeta Morada">
              <a:extLst>
                <a:ext uri="{FF2B5EF4-FFF2-40B4-BE49-F238E27FC236}">
                  <a16:creationId xmlns:a16="http://schemas.microsoft.com/office/drawing/2014/main" id="{0E5030B0-69D7-1246-68C8-958216757DD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522434" y="5922073"/>
              <a:ext cx="447528" cy="447528"/>
            </a:xfrm>
            <a:prstGeom prst="rect">
              <a:avLst/>
            </a:prstGeom>
          </p:spPr>
        </p:pic>
      </p:grpSp>
      <p:grpSp>
        <p:nvGrpSpPr>
          <p:cNvPr id="197" name="Grupo 196">
            <a:extLst>
              <a:ext uri="{FF2B5EF4-FFF2-40B4-BE49-F238E27FC236}">
                <a16:creationId xmlns:a16="http://schemas.microsoft.com/office/drawing/2014/main" id="{926FE512-06EE-8A75-E4C1-C7ADFF3014D3}"/>
              </a:ext>
            </a:extLst>
          </p:cNvPr>
          <p:cNvGrpSpPr/>
          <p:nvPr/>
        </p:nvGrpSpPr>
        <p:grpSpPr>
          <a:xfrm>
            <a:off x="3011660" y="7819470"/>
            <a:ext cx="1693251" cy="464701"/>
            <a:chOff x="2522434" y="5922073"/>
            <a:chExt cx="1693251" cy="464701"/>
          </a:xfrm>
        </p:grpSpPr>
        <p:sp>
          <p:nvSpPr>
            <p:cNvPr id="198" name="TextBox 14">
              <a:extLst>
                <a:ext uri="{FF2B5EF4-FFF2-40B4-BE49-F238E27FC236}">
                  <a16:creationId xmlns:a16="http://schemas.microsoft.com/office/drawing/2014/main" id="{FA45772F-CB3F-54F8-2AB9-B3AD0555FE0B}"/>
                </a:ext>
              </a:extLst>
            </p:cNvPr>
            <p:cNvSpPr txBox="1"/>
            <p:nvPr/>
          </p:nvSpPr>
          <p:spPr>
            <a:xfrm>
              <a:off x="3012993" y="5962630"/>
              <a:ext cx="1202692" cy="4241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>
                <a:lnSpc>
                  <a:spcPts val="3095"/>
                </a:lnSpc>
              </a:pPr>
              <a:r>
                <a:rPr lang="en-US" sz="2800" spc="-131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img</a:t>
              </a:r>
              <a:endParaRPr lang="en-US" sz="2800" spc="-13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pic>
          <p:nvPicPr>
            <p:cNvPr id="199" name="Imagen 198" descr="Icono De Carpeta Morada">
              <a:extLst>
                <a:ext uri="{FF2B5EF4-FFF2-40B4-BE49-F238E27FC236}">
                  <a16:creationId xmlns:a16="http://schemas.microsoft.com/office/drawing/2014/main" id="{D4F3428F-B2AC-BC17-D114-64F71B6F4EA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522434" y="5922073"/>
              <a:ext cx="447528" cy="447528"/>
            </a:xfrm>
            <a:prstGeom prst="rect">
              <a:avLst/>
            </a:prstGeom>
          </p:spPr>
        </p:pic>
      </p:grpSp>
      <p:grpSp>
        <p:nvGrpSpPr>
          <p:cNvPr id="200" name="Grupo 199">
            <a:extLst>
              <a:ext uri="{FF2B5EF4-FFF2-40B4-BE49-F238E27FC236}">
                <a16:creationId xmlns:a16="http://schemas.microsoft.com/office/drawing/2014/main" id="{FDF9F504-9F93-0395-BBCF-1DF0F46DB56D}"/>
              </a:ext>
            </a:extLst>
          </p:cNvPr>
          <p:cNvGrpSpPr/>
          <p:nvPr/>
        </p:nvGrpSpPr>
        <p:grpSpPr>
          <a:xfrm>
            <a:off x="3193977" y="8369154"/>
            <a:ext cx="2742572" cy="1188743"/>
            <a:chOff x="2450825" y="6074656"/>
            <a:chExt cx="2742572" cy="1188743"/>
          </a:xfrm>
        </p:grpSpPr>
        <p:grpSp>
          <p:nvGrpSpPr>
            <p:cNvPr id="201" name="Group 57">
              <a:extLst>
                <a:ext uri="{FF2B5EF4-FFF2-40B4-BE49-F238E27FC236}">
                  <a16:creationId xmlns:a16="http://schemas.microsoft.com/office/drawing/2014/main" id="{852345FF-129F-3719-6B30-55589B5F88B8}"/>
                </a:ext>
              </a:extLst>
            </p:cNvPr>
            <p:cNvGrpSpPr/>
            <p:nvPr/>
          </p:nvGrpSpPr>
          <p:grpSpPr>
            <a:xfrm>
              <a:off x="2736381" y="6501358"/>
              <a:ext cx="1876174" cy="413190"/>
              <a:chOff x="0" y="-66675"/>
              <a:chExt cx="2644177" cy="578498"/>
            </a:xfrm>
          </p:grpSpPr>
          <p:sp>
            <p:nvSpPr>
              <p:cNvPr id="216" name="TextBox 58">
                <a:extLst>
                  <a:ext uri="{FF2B5EF4-FFF2-40B4-BE49-F238E27FC236}">
                    <a16:creationId xmlns:a16="http://schemas.microsoft.com/office/drawing/2014/main" id="{5C9107E0-185F-788B-7E59-A3C5ABCA37A4}"/>
                  </a:ext>
                </a:extLst>
              </p:cNvPr>
              <p:cNvSpPr txBox="1"/>
              <p:nvPr/>
            </p:nvSpPr>
            <p:spPr>
              <a:xfrm>
                <a:off x="455042" y="-66675"/>
                <a:ext cx="2189135" cy="578498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marL="0" lvl="1" indent="0" algn="l">
                  <a:lnSpc>
                    <a:spcPts val="3359"/>
                  </a:lnSpc>
                </a:pPr>
                <a:r>
                  <a:rPr lang="en-US" sz="2400" spc="-64" dirty="0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Img-2.png</a:t>
                </a:r>
              </a:p>
            </p:txBody>
          </p:sp>
          <p:grpSp>
            <p:nvGrpSpPr>
              <p:cNvPr id="217" name="Group 59">
                <a:extLst>
                  <a:ext uri="{FF2B5EF4-FFF2-40B4-BE49-F238E27FC236}">
                    <a16:creationId xmlns:a16="http://schemas.microsoft.com/office/drawing/2014/main" id="{59B33A19-6A75-3390-5112-EEAC1870D29E}"/>
                  </a:ext>
                </a:extLst>
              </p:cNvPr>
              <p:cNvGrpSpPr/>
              <p:nvPr/>
            </p:nvGrpSpPr>
            <p:grpSpPr>
              <a:xfrm>
                <a:off x="0" y="69221"/>
                <a:ext cx="350938" cy="339139"/>
                <a:chOff x="0" y="0"/>
                <a:chExt cx="69321" cy="66990"/>
              </a:xfrm>
            </p:grpSpPr>
            <p:sp>
              <p:nvSpPr>
                <p:cNvPr id="218" name="Freeform 60">
                  <a:extLst>
                    <a:ext uri="{FF2B5EF4-FFF2-40B4-BE49-F238E27FC236}">
                      <a16:creationId xmlns:a16="http://schemas.microsoft.com/office/drawing/2014/main" id="{4588E8DB-4440-7CB0-E587-F8F4BBC20883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69321" cy="669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321" h="66990">
                      <a:moveTo>
                        <a:pt x="0" y="0"/>
                      </a:moveTo>
                      <a:lnTo>
                        <a:pt x="69321" y="0"/>
                      </a:lnTo>
                      <a:lnTo>
                        <a:pt x="69321" y="66990"/>
                      </a:lnTo>
                      <a:lnTo>
                        <a:pt x="0" y="6699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 cap="sq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s-MX"/>
                </a:p>
              </p:txBody>
            </p:sp>
            <p:sp>
              <p:nvSpPr>
                <p:cNvPr id="219" name="TextBox 61">
                  <a:extLst>
                    <a:ext uri="{FF2B5EF4-FFF2-40B4-BE49-F238E27FC236}">
                      <a16:creationId xmlns:a16="http://schemas.microsoft.com/office/drawing/2014/main" id="{5C7AD019-FDFA-034E-78DB-E08599BE430A}"/>
                    </a:ext>
                  </a:extLst>
                </p:cNvPr>
                <p:cNvSpPr txBox="1"/>
                <p:nvPr/>
              </p:nvSpPr>
              <p:spPr>
                <a:xfrm>
                  <a:off x="0" y="-19050"/>
                  <a:ext cx="69321" cy="86040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1874"/>
                    </a:lnSpc>
                  </a:pPr>
                  <a:endParaRPr dirty="0"/>
                </a:p>
              </p:txBody>
            </p:sp>
          </p:grpSp>
        </p:grpSp>
        <p:sp>
          <p:nvSpPr>
            <p:cNvPr id="213" name="TextBox 71">
              <a:extLst>
                <a:ext uri="{FF2B5EF4-FFF2-40B4-BE49-F238E27FC236}">
                  <a16:creationId xmlns:a16="http://schemas.microsoft.com/office/drawing/2014/main" id="{84FF9202-6ED5-58C3-5E19-8487192493C2}"/>
                </a:ext>
              </a:extLst>
            </p:cNvPr>
            <p:cNvSpPr txBox="1"/>
            <p:nvPr/>
          </p:nvSpPr>
          <p:spPr>
            <a:xfrm>
              <a:off x="2737251" y="6952287"/>
              <a:ext cx="249008" cy="3111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  <p:grpSp>
          <p:nvGrpSpPr>
            <p:cNvPr id="204" name="Group 72">
              <a:extLst>
                <a:ext uri="{FF2B5EF4-FFF2-40B4-BE49-F238E27FC236}">
                  <a16:creationId xmlns:a16="http://schemas.microsoft.com/office/drawing/2014/main" id="{949C9BC0-7864-CD9D-025A-4F755027552F}"/>
                </a:ext>
              </a:extLst>
            </p:cNvPr>
            <p:cNvGrpSpPr/>
            <p:nvPr/>
          </p:nvGrpSpPr>
          <p:grpSpPr>
            <a:xfrm>
              <a:off x="2719864" y="6074656"/>
              <a:ext cx="2473533" cy="413190"/>
              <a:chOff x="0" y="-66674"/>
              <a:chExt cx="3486061" cy="578499"/>
            </a:xfrm>
          </p:grpSpPr>
          <p:sp>
            <p:nvSpPr>
              <p:cNvPr id="206" name="TextBox 73">
                <a:extLst>
                  <a:ext uri="{FF2B5EF4-FFF2-40B4-BE49-F238E27FC236}">
                    <a16:creationId xmlns:a16="http://schemas.microsoft.com/office/drawing/2014/main" id="{60FC71D4-DC8D-6C31-648F-ABA481069847}"/>
                  </a:ext>
                </a:extLst>
              </p:cNvPr>
              <p:cNvSpPr txBox="1"/>
              <p:nvPr/>
            </p:nvSpPr>
            <p:spPr>
              <a:xfrm>
                <a:off x="455044" y="-66674"/>
                <a:ext cx="3031017" cy="578499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marL="0" lvl="1" indent="0" algn="l">
                  <a:lnSpc>
                    <a:spcPts val="3359"/>
                  </a:lnSpc>
                </a:pPr>
                <a:r>
                  <a:rPr lang="en-US" sz="2400" spc="-64" dirty="0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Img-1.png</a:t>
                </a:r>
              </a:p>
            </p:txBody>
          </p:sp>
          <p:grpSp>
            <p:nvGrpSpPr>
              <p:cNvPr id="207" name="Group 74">
                <a:extLst>
                  <a:ext uri="{FF2B5EF4-FFF2-40B4-BE49-F238E27FC236}">
                    <a16:creationId xmlns:a16="http://schemas.microsoft.com/office/drawing/2014/main" id="{911A31A9-76AF-B512-9A2C-C802468F951C}"/>
                  </a:ext>
                </a:extLst>
              </p:cNvPr>
              <p:cNvGrpSpPr/>
              <p:nvPr/>
            </p:nvGrpSpPr>
            <p:grpSpPr>
              <a:xfrm>
                <a:off x="0" y="69221"/>
                <a:ext cx="350938" cy="339139"/>
                <a:chOff x="0" y="0"/>
                <a:chExt cx="69321" cy="66990"/>
              </a:xfrm>
            </p:grpSpPr>
            <p:sp>
              <p:nvSpPr>
                <p:cNvPr id="208" name="Freeform 75">
                  <a:extLst>
                    <a:ext uri="{FF2B5EF4-FFF2-40B4-BE49-F238E27FC236}">
                      <a16:creationId xmlns:a16="http://schemas.microsoft.com/office/drawing/2014/main" id="{C972D2D4-ACC8-E909-73C6-8D8222D3EA8C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69321" cy="669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321" h="66990">
                      <a:moveTo>
                        <a:pt x="0" y="0"/>
                      </a:moveTo>
                      <a:lnTo>
                        <a:pt x="69321" y="0"/>
                      </a:lnTo>
                      <a:lnTo>
                        <a:pt x="69321" y="66990"/>
                      </a:lnTo>
                      <a:lnTo>
                        <a:pt x="0" y="66990"/>
                      </a:lnTo>
                      <a:close/>
                    </a:path>
                  </a:pathLst>
                </a:custGeom>
                <a:solidFill>
                  <a:srgbClr val="00B0F0"/>
                </a:solidFill>
                <a:ln cap="sq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s-MX"/>
                </a:p>
              </p:txBody>
            </p:sp>
            <p:sp>
              <p:nvSpPr>
                <p:cNvPr id="209" name="TextBox 76">
                  <a:extLst>
                    <a:ext uri="{FF2B5EF4-FFF2-40B4-BE49-F238E27FC236}">
                      <a16:creationId xmlns:a16="http://schemas.microsoft.com/office/drawing/2014/main" id="{825EB9BF-90A9-DB41-C031-15D271B1D287}"/>
                    </a:ext>
                  </a:extLst>
                </p:cNvPr>
                <p:cNvSpPr txBox="1"/>
                <p:nvPr/>
              </p:nvSpPr>
              <p:spPr>
                <a:xfrm>
                  <a:off x="0" y="-19050"/>
                  <a:ext cx="69321" cy="86040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1874"/>
                    </a:lnSpc>
                  </a:pPr>
                  <a:endParaRPr/>
                </a:p>
              </p:txBody>
            </p:sp>
          </p:grpSp>
        </p:grpSp>
        <p:sp>
          <p:nvSpPr>
            <p:cNvPr id="205" name="Rectángulo 204">
              <a:extLst>
                <a:ext uri="{FF2B5EF4-FFF2-40B4-BE49-F238E27FC236}">
                  <a16:creationId xmlns:a16="http://schemas.microsoft.com/office/drawing/2014/main" id="{5377FEBF-4203-9E63-570B-8F45D616B3B4}"/>
                </a:ext>
              </a:extLst>
            </p:cNvPr>
            <p:cNvSpPr/>
            <p:nvPr/>
          </p:nvSpPr>
          <p:spPr>
            <a:xfrm>
              <a:off x="2450825" y="6715892"/>
              <a:ext cx="2150657" cy="56753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sp>
        <p:nvSpPr>
          <p:cNvPr id="220" name="Flecha: a la derecha 219">
            <a:extLst>
              <a:ext uri="{FF2B5EF4-FFF2-40B4-BE49-F238E27FC236}">
                <a16:creationId xmlns:a16="http://schemas.microsoft.com/office/drawing/2014/main" id="{348CF159-7630-56FD-BE5F-7E630AF5C70B}"/>
              </a:ext>
            </a:extLst>
          </p:cNvPr>
          <p:cNvSpPr/>
          <p:nvPr/>
        </p:nvSpPr>
        <p:spPr>
          <a:xfrm>
            <a:off x="1563457" y="7213057"/>
            <a:ext cx="1373425" cy="463094"/>
          </a:xfrm>
          <a:prstGeom prst="rightArrow">
            <a:avLst/>
          </a:prstGeom>
          <a:solidFill>
            <a:srgbClr val="FF00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grpSp>
        <p:nvGrpSpPr>
          <p:cNvPr id="221" name="Grupo 220">
            <a:extLst>
              <a:ext uri="{FF2B5EF4-FFF2-40B4-BE49-F238E27FC236}">
                <a16:creationId xmlns:a16="http://schemas.microsoft.com/office/drawing/2014/main" id="{FFFC5F2A-2C66-4660-F097-734F3471AA4C}"/>
              </a:ext>
            </a:extLst>
          </p:cNvPr>
          <p:cNvGrpSpPr/>
          <p:nvPr/>
        </p:nvGrpSpPr>
        <p:grpSpPr>
          <a:xfrm>
            <a:off x="3011796" y="5485877"/>
            <a:ext cx="2059361" cy="471819"/>
            <a:chOff x="2522434" y="5922073"/>
            <a:chExt cx="2059361" cy="471819"/>
          </a:xfrm>
        </p:grpSpPr>
        <p:sp>
          <p:nvSpPr>
            <p:cNvPr id="222" name="TextBox 14">
              <a:extLst>
                <a:ext uri="{FF2B5EF4-FFF2-40B4-BE49-F238E27FC236}">
                  <a16:creationId xmlns:a16="http://schemas.microsoft.com/office/drawing/2014/main" id="{F4043B28-CE35-9540-3EC5-C60C99E93B96}"/>
                </a:ext>
              </a:extLst>
            </p:cNvPr>
            <p:cNvSpPr txBox="1"/>
            <p:nvPr/>
          </p:nvSpPr>
          <p:spPr>
            <a:xfrm>
              <a:off x="3012992" y="5962630"/>
              <a:ext cx="1568803" cy="4312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>
                <a:lnSpc>
                  <a:spcPts val="3095"/>
                </a:lnSpc>
              </a:pPr>
              <a:r>
                <a:rPr lang="en-US" sz="2800" spc="-131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frontend</a:t>
              </a:r>
            </a:p>
          </p:txBody>
        </p:sp>
        <p:pic>
          <p:nvPicPr>
            <p:cNvPr id="223" name="Imagen 222" descr="Icono De Carpeta Morada">
              <a:extLst>
                <a:ext uri="{FF2B5EF4-FFF2-40B4-BE49-F238E27FC236}">
                  <a16:creationId xmlns:a16="http://schemas.microsoft.com/office/drawing/2014/main" id="{9474261E-9E52-0745-91D0-6A5FF9037AB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522434" y="5922073"/>
              <a:ext cx="447528" cy="447528"/>
            </a:xfrm>
            <a:prstGeom prst="rect">
              <a:avLst/>
            </a:prstGeom>
          </p:spPr>
        </p:pic>
      </p:grpSp>
      <p:grpSp>
        <p:nvGrpSpPr>
          <p:cNvPr id="224" name="Grupo 223">
            <a:extLst>
              <a:ext uri="{FF2B5EF4-FFF2-40B4-BE49-F238E27FC236}">
                <a16:creationId xmlns:a16="http://schemas.microsoft.com/office/drawing/2014/main" id="{103DCAAA-0ACB-3609-E0C8-25BE68769B58}"/>
              </a:ext>
            </a:extLst>
          </p:cNvPr>
          <p:cNvGrpSpPr/>
          <p:nvPr/>
        </p:nvGrpSpPr>
        <p:grpSpPr>
          <a:xfrm>
            <a:off x="3520307" y="7278561"/>
            <a:ext cx="1995646" cy="413190"/>
            <a:chOff x="3899399" y="2821328"/>
            <a:chExt cx="1995646" cy="413190"/>
          </a:xfrm>
        </p:grpSpPr>
        <p:sp>
          <p:nvSpPr>
            <p:cNvPr id="225" name="TextBox 68">
              <a:extLst>
                <a:ext uri="{FF2B5EF4-FFF2-40B4-BE49-F238E27FC236}">
                  <a16:creationId xmlns:a16="http://schemas.microsoft.com/office/drawing/2014/main" id="{C7E29533-91C2-4C54-6E51-7473A1CB0D28}"/>
                </a:ext>
              </a:extLst>
            </p:cNvPr>
            <p:cNvSpPr txBox="1"/>
            <p:nvPr/>
          </p:nvSpPr>
          <p:spPr>
            <a:xfrm>
              <a:off x="4222274" y="2821328"/>
              <a:ext cx="1672771" cy="4131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3359"/>
                </a:lnSpc>
              </a:pPr>
              <a:r>
                <a:rPr lang="en-US" sz="2400" spc="-6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styles-2.js</a:t>
              </a:r>
            </a:p>
          </p:txBody>
        </p:sp>
        <p:sp>
          <p:nvSpPr>
            <p:cNvPr id="226" name="Freeform 70">
              <a:extLst>
                <a:ext uri="{FF2B5EF4-FFF2-40B4-BE49-F238E27FC236}">
                  <a16:creationId xmlns:a16="http://schemas.microsoft.com/office/drawing/2014/main" id="{BD61F260-A63D-C57F-EF1A-3167F0907DE6}"/>
                </a:ext>
              </a:extLst>
            </p:cNvPr>
            <p:cNvSpPr/>
            <p:nvPr/>
          </p:nvSpPr>
          <p:spPr>
            <a:xfrm>
              <a:off x="3899399" y="2918391"/>
              <a:ext cx="249008" cy="242229"/>
            </a:xfrm>
            <a:custGeom>
              <a:avLst/>
              <a:gdLst/>
              <a:ahLst/>
              <a:cxnLst/>
              <a:rect l="l" t="t" r="r" b="b"/>
              <a:pathLst>
                <a:path w="69321" h="66990">
                  <a:moveTo>
                    <a:pt x="0" y="0"/>
                  </a:moveTo>
                  <a:lnTo>
                    <a:pt x="69321" y="0"/>
                  </a:lnTo>
                  <a:lnTo>
                    <a:pt x="69321" y="66990"/>
                  </a:lnTo>
                  <a:lnTo>
                    <a:pt x="0" y="66990"/>
                  </a:lnTo>
                  <a:close/>
                </a:path>
              </a:pathLst>
            </a:custGeom>
            <a:solidFill>
              <a:srgbClr val="FFFF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227" name="TextBox 68">
            <a:extLst>
              <a:ext uri="{FF2B5EF4-FFF2-40B4-BE49-F238E27FC236}">
                <a16:creationId xmlns:a16="http://schemas.microsoft.com/office/drawing/2014/main" id="{C232DA62-1F0D-3F14-C984-08BA0D05DE5F}"/>
              </a:ext>
            </a:extLst>
          </p:cNvPr>
          <p:cNvSpPr txBox="1"/>
          <p:nvPr/>
        </p:nvSpPr>
        <p:spPr>
          <a:xfrm>
            <a:off x="11112914" y="5526434"/>
            <a:ext cx="1342829" cy="4131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359"/>
              </a:lnSpc>
            </a:pPr>
            <a:r>
              <a:rPr lang="en-US" sz="2400" spc="-6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added:</a:t>
            </a:r>
          </a:p>
        </p:txBody>
      </p:sp>
    </p:spTree>
    <p:extLst>
      <p:ext uri="{BB962C8B-B14F-4D97-AF65-F5344CB8AC3E}">
        <p14:creationId xmlns:p14="http://schemas.microsoft.com/office/powerpoint/2010/main" val="111631769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6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889E-6 -3.45679E-6 L 0.4855 -0.16944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271" y="-847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6" grpId="0" build="allAtOnce"/>
      <p:bldP spid="220" grpId="0" animBg="1"/>
      <p:bldP spid="227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8BC5FB-8B6F-D2CF-D0B6-754059C14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BE5CACA-A801-CD39-13E5-34047FEF410C}"/>
              </a:ext>
            </a:extLst>
          </p:cNvPr>
          <p:cNvSpPr/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37931EE5-AAEE-DEC4-C71B-0F7374AF346E}"/>
              </a:ext>
            </a:extLst>
          </p:cNvPr>
          <p:cNvGrpSpPr/>
          <p:nvPr/>
        </p:nvGrpSpPr>
        <p:grpSpPr>
          <a:xfrm>
            <a:off x="-698849" y="9575651"/>
            <a:ext cx="19685699" cy="2666805"/>
            <a:chOff x="0" y="0"/>
            <a:chExt cx="5184711" cy="702368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5CBFC967-76D5-A925-B81E-25FDBA3C82C6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86796F2B-4A77-D2D3-6480-A5AB7F7CEE06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92FB7DEF-2E36-5D3A-406E-5AA7EF8DCB50}"/>
              </a:ext>
            </a:extLst>
          </p:cNvPr>
          <p:cNvSpPr/>
          <p:nvPr/>
        </p:nvSpPr>
        <p:spPr>
          <a:xfrm>
            <a:off x="15872392" y="2091327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81241DEB-4179-4447-975A-6B5C92ACA861}"/>
              </a:ext>
            </a:extLst>
          </p:cNvPr>
          <p:cNvSpPr/>
          <p:nvPr/>
        </p:nvSpPr>
        <p:spPr>
          <a:xfrm>
            <a:off x="16901092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D0FA1D60-862E-DB8C-9F9A-161FB815B937}"/>
              </a:ext>
            </a:extLst>
          </p:cNvPr>
          <p:cNvSpPr/>
          <p:nvPr/>
        </p:nvSpPr>
        <p:spPr>
          <a:xfrm flipH="1">
            <a:off x="-1389129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9C5480A7-775A-3CC0-3242-A7E852B8E4B8}"/>
              </a:ext>
            </a:extLst>
          </p:cNvPr>
          <p:cNvSpPr/>
          <p:nvPr/>
        </p:nvSpPr>
        <p:spPr>
          <a:xfrm flipH="1">
            <a:off x="-360429" y="2459791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D59BF00-847D-10BF-517C-282E864655E0}"/>
              </a:ext>
            </a:extLst>
          </p:cNvPr>
          <p:cNvGrpSpPr/>
          <p:nvPr/>
        </p:nvGrpSpPr>
        <p:grpSpPr>
          <a:xfrm>
            <a:off x="-2221" y="847874"/>
            <a:ext cx="4706728" cy="1520401"/>
            <a:chOff x="0" y="-47625"/>
            <a:chExt cx="1239632" cy="400435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A6B0198D-8139-B5CB-8FEF-6177A953FC98}"/>
                </a:ext>
              </a:extLst>
            </p:cNvPr>
            <p:cNvSpPr/>
            <p:nvPr/>
          </p:nvSpPr>
          <p:spPr>
            <a:xfrm>
              <a:off x="0" y="0"/>
              <a:ext cx="1239632" cy="327605"/>
            </a:xfrm>
            <a:custGeom>
              <a:avLst/>
              <a:gdLst/>
              <a:ahLst/>
              <a:cxnLst/>
              <a:rect l="l" t="t" r="r" b="b"/>
              <a:pathLst>
                <a:path w="1239632" h="406400">
                  <a:moveTo>
                    <a:pt x="1036432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1036432" y="406400"/>
                  </a:lnTo>
                  <a:lnTo>
                    <a:pt x="1239632" y="203200"/>
                  </a:lnTo>
                  <a:lnTo>
                    <a:pt x="1036432" y="0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F3670768-CC33-9BA9-9D25-D20AA180B65F}"/>
                </a:ext>
              </a:extLst>
            </p:cNvPr>
            <p:cNvSpPr txBox="1"/>
            <p:nvPr/>
          </p:nvSpPr>
          <p:spPr>
            <a:xfrm>
              <a:off x="0" y="-47625"/>
              <a:ext cx="1125332" cy="4004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418"/>
                </a:lnSpc>
              </a:pPr>
              <a:r>
                <a:rPr lang="en-US" sz="4200" spc="-231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&gt; git add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EEEF0D15-B5CF-A5ED-2987-FB11F4CD3CE6}"/>
              </a:ext>
            </a:extLst>
          </p:cNvPr>
          <p:cNvGrpSpPr/>
          <p:nvPr/>
        </p:nvGrpSpPr>
        <p:grpSpPr>
          <a:xfrm>
            <a:off x="-698849" y="-1923855"/>
            <a:ext cx="19685699" cy="2666805"/>
            <a:chOff x="0" y="0"/>
            <a:chExt cx="5184711" cy="702368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F3DFC21F-4DDF-94C3-D92C-44CD0C1D6EFA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F64D7E3A-BD61-2750-E691-FA616F28A464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35" name="TextBox 35">
            <a:extLst>
              <a:ext uri="{FF2B5EF4-FFF2-40B4-BE49-F238E27FC236}">
                <a16:creationId xmlns:a16="http://schemas.microsoft.com/office/drawing/2014/main" id="{0F63581C-E805-69B8-F6E2-9B0B40237ECD}"/>
              </a:ext>
            </a:extLst>
          </p:cNvPr>
          <p:cNvSpPr txBox="1"/>
          <p:nvPr/>
        </p:nvSpPr>
        <p:spPr>
          <a:xfrm>
            <a:off x="5071158" y="1188783"/>
            <a:ext cx="12658371" cy="9757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Le </a:t>
            </a:r>
            <a:r>
              <a:rPr lang="en-US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indica</a:t>
            </a: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a Git </a:t>
            </a:r>
            <a:r>
              <a:rPr lang="en-US" sz="2799" b="1" spc="-75" dirty="0" err="1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qué</a:t>
            </a:r>
            <a:r>
              <a:rPr lang="en-US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b="1" spc="-75" dirty="0" err="1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archivos</a:t>
            </a:r>
            <a:r>
              <a:rPr lang="en-US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 </a:t>
            </a:r>
            <a:r>
              <a:rPr lang="en-US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modificaciones</a:t>
            </a: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del </a:t>
            </a:r>
            <a:r>
              <a:rPr lang="en-US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proyecto</a:t>
            </a: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local </a:t>
            </a:r>
            <a:r>
              <a:rPr lang="en-US" sz="2799" b="1" spc="-75" dirty="0" err="1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queremos</a:t>
            </a: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empaquetar</a:t>
            </a: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para </a:t>
            </a:r>
            <a:r>
              <a:rPr lang="en-US" sz="2799" b="1" spc="-75" dirty="0" err="1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enviar</a:t>
            </a:r>
            <a:r>
              <a:rPr lang="en-US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 a la </a:t>
            </a:r>
            <a:r>
              <a:rPr lang="en-US" sz="2799" b="1" spc="-75" dirty="0" err="1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nube</a:t>
            </a: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grpSp>
        <p:nvGrpSpPr>
          <p:cNvPr id="81" name="Grupo 80">
            <a:extLst>
              <a:ext uri="{FF2B5EF4-FFF2-40B4-BE49-F238E27FC236}">
                <a16:creationId xmlns:a16="http://schemas.microsoft.com/office/drawing/2014/main" id="{FFAF5920-2240-30EF-F5FC-C4A469A44983}"/>
              </a:ext>
            </a:extLst>
          </p:cNvPr>
          <p:cNvGrpSpPr/>
          <p:nvPr/>
        </p:nvGrpSpPr>
        <p:grpSpPr>
          <a:xfrm>
            <a:off x="-228601" y="-478361"/>
            <a:ext cx="2905050" cy="1476032"/>
            <a:chOff x="-228601" y="-478361"/>
            <a:chExt cx="2905050" cy="1476032"/>
          </a:xfrm>
        </p:grpSpPr>
        <p:grpSp>
          <p:nvGrpSpPr>
            <p:cNvPr id="82" name="Group 10">
              <a:extLst>
                <a:ext uri="{FF2B5EF4-FFF2-40B4-BE49-F238E27FC236}">
                  <a16:creationId xmlns:a16="http://schemas.microsoft.com/office/drawing/2014/main" id="{7EB21A5B-8361-448B-3C27-D4945050793A}"/>
                </a:ext>
              </a:extLst>
            </p:cNvPr>
            <p:cNvGrpSpPr/>
            <p:nvPr/>
          </p:nvGrpSpPr>
          <p:grpSpPr>
            <a:xfrm>
              <a:off x="-228601" y="-478361"/>
              <a:ext cx="2905050" cy="1221311"/>
              <a:chOff x="0" y="0"/>
              <a:chExt cx="1355852" cy="720510"/>
            </a:xfrm>
          </p:grpSpPr>
          <p:sp>
            <p:nvSpPr>
              <p:cNvPr id="84" name="Freeform 11">
                <a:extLst>
                  <a:ext uri="{FF2B5EF4-FFF2-40B4-BE49-F238E27FC236}">
                    <a16:creationId xmlns:a16="http://schemas.microsoft.com/office/drawing/2014/main" id="{8CCA4DAF-F2CC-F43B-81C8-4F8FDC9D0E43}"/>
                  </a:ext>
                </a:extLst>
              </p:cNvPr>
              <p:cNvSpPr/>
              <p:nvPr/>
            </p:nvSpPr>
            <p:spPr>
              <a:xfrm>
                <a:off x="0" y="0"/>
                <a:ext cx="1355852" cy="720510"/>
              </a:xfrm>
              <a:custGeom>
                <a:avLst/>
                <a:gdLst/>
                <a:ahLst/>
                <a:cxnLst/>
                <a:rect l="l" t="t" r="r" b="b"/>
                <a:pathLst>
                  <a:path w="1355852" h="720510">
                    <a:moveTo>
                      <a:pt x="150387" y="0"/>
                    </a:moveTo>
                    <a:lnTo>
                      <a:pt x="1205465" y="0"/>
                    </a:lnTo>
                    <a:cubicBezTo>
                      <a:pt x="1245350" y="0"/>
                      <a:pt x="1283602" y="15844"/>
                      <a:pt x="1311805" y="44047"/>
                    </a:cubicBezTo>
                    <a:cubicBezTo>
                      <a:pt x="1340008" y="72250"/>
                      <a:pt x="1355852" y="110502"/>
                      <a:pt x="1355852" y="150387"/>
                    </a:cubicBezTo>
                    <a:lnTo>
                      <a:pt x="1355852" y="570123"/>
                    </a:lnTo>
                    <a:cubicBezTo>
                      <a:pt x="1355852" y="653179"/>
                      <a:pt x="1288522" y="720510"/>
                      <a:pt x="1205465" y="720510"/>
                    </a:cubicBezTo>
                    <a:lnTo>
                      <a:pt x="150387" y="720510"/>
                    </a:lnTo>
                    <a:cubicBezTo>
                      <a:pt x="67331" y="720510"/>
                      <a:pt x="0" y="653179"/>
                      <a:pt x="0" y="570123"/>
                    </a:cubicBezTo>
                    <a:lnTo>
                      <a:pt x="0" y="150387"/>
                    </a:lnTo>
                    <a:cubicBezTo>
                      <a:pt x="0" y="67331"/>
                      <a:pt x="67331" y="0"/>
                      <a:pt x="150387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85" name="TextBox 12">
                <a:extLst>
                  <a:ext uri="{FF2B5EF4-FFF2-40B4-BE49-F238E27FC236}">
                    <a16:creationId xmlns:a16="http://schemas.microsoft.com/office/drawing/2014/main" id="{ACAA7842-F624-53EC-1776-D5BB5F10753E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5852" cy="739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pic>
          <p:nvPicPr>
            <p:cNvPr id="83" name="Imagen 82">
              <a:extLst>
                <a:ext uri="{FF2B5EF4-FFF2-40B4-BE49-F238E27FC236}">
                  <a16:creationId xmlns:a16="http://schemas.microsoft.com/office/drawing/2014/main" id="{0D6008AB-9E89-EC44-059C-77E6A091341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1" y="-375754"/>
              <a:ext cx="1373425" cy="1373425"/>
            </a:xfrm>
            <a:prstGeom prst="rect">
              <a:avLst/>
            </a:prstGeom>
          </p:spPr>
        </p:pic>
      </p:grpSp>
      <p:sp>
        <p:nvSpPr>
          <p:cNvPr id="130" name="TextBox 22">
            <a:extLst>
              <a:ext uri="{FF2B5EF4-FFF2-40B4-BE49-F238E27FC236}">
                <a16:creationId xmlns:a16="http://schemas.microsoft.com/office/drawing/2014/main" id="{E03041E2-037C-0DB4-096E-901E1A6B6EAB}"/>
              </a:ext>
            </a:extLst>
          </p:cNvPr>
          <p:cNvSpPr txBox="1"/>
          <p:nvPr/>
        </p:nvSpPr>
        <p:spPr>
          <a:xfrm>
            <a:off x="2088411" y="5981404"/>
            <a:ext cx="3612844" cy="254548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1874"/>
              </a:lnSpc>
            </a:pPr>
            <a:endParaRPr/>
          </a:p>
        </p:txBody>
      </p:sp>
      <p:grpSp>
        <p:nvGrpSpPr>
          <p:cNvPr id="131" name="Group 36">
            <a:extLst>
              <a:ext uri="{FF2B5EF4-FFF2-40B4-BE49-F238E27FC236}">
                <a16:creationId xmlns:a16="http://schemas.microsoft.com/office/drawing/2014/main" id="{9461D94B-2AAA-897E-26FE-644DC85AF2F9}"/>
              </a:ext>
            </a:extLst>
          </p:cNvPr>
          <p:cNvGrpSpPr/>
          <p:nvPr/>
        </p:nvGrpSpPr>
        <p:grpSpPr>
          <a:xfrm>
            <a:off x="1170434" y="2344906"/>
            <a:ext cx="6376953" cy="7053071"/>
            <a:chOff x="0" y="0"/>
            <a:chExt cx="1351154" cy="731404"/>
          </a:xfrm>
        </p:grpSpPr>
        <p:sp>
          <p:nvSpPr>
            <p:cNvPr id="132" name="Freeform 37">
              <a:extLst>
                <a:ext uri="{FF2B5EF4-FFF2-40B4-BE49-F238E27FC236}">
                  <a16:creationId xmlns:a16="http://schemas.microsoft.com/office/drawing/2014/main" id="{70EAA00A-5634-5965-4E92-D5250B432FD7}"/>
                </a:ext>
              </a:extLst>
            </p:cNvPr>
            <p:cNvSpPr/>
            <p:nvPr/>
          </p:nvSpPr>
          <p:spPr>
            <a:xfrm>
              <a:off x="0" y="0"/>
              <a:ext cx="1351154" cy="731404"/>
            </a:xfrm>
            <a:custGeom>
              <a:avLst/>
              <a:gdLst/>
              <a:ahLst/>
              <a:cxnLst/>
              <a:rect l="l" t="t" r="r" b="b"/>
              <a:pathLst>
                <a:path w="1351154" h="731404">
                  <a:moveTo>
                    <a:pt x="23027" y="0"/>
                  </a:moveTo>
                  <a:lnTo>
                    <a:pt x="1328127" y="0"/>
                  </a:lnTo>
                  <a:cubicBezTo>
                    <a:pt x="1340845" y="0"/>
                    <a:pt x="1351154" y="10310"/>
                    <a:pt x="1351154" y="23027"/>
                  </a:cubicBezTo>
                  <a:lnTo>
                    <a:pt x="1351154" y="708377"/>
                  </a:lnTo>
                  <a:cubicBezTo>
                    <a:pt x="1351154" y="721094"/>
                    <a:pt x="1340845" y="731404"/>
                    <a:pt x="1328127" y="731404"/>
                  </a:cubicBezTo>
                  <a:lnTo>
                    <a:pt x="23027" y="731404"/>
                  </a:lnTo>
                  <a:cubicBezTo>
                    <a:pt x="10310" y="731404"/>
                    <a:pt x="0" y="721094"/>
                    <a:pt x="0" y="708377"/>
                  </a:cubicBezTo>
                  <a:lnTo>
                    <a:pt x="0" y="23027"/>
                  </a:lnTo>
                  <a:cubicBezTo>
                    <a:pt x="0" y="10310"/>
                    <a:pt x="10310" y="0"/>
                    <a:pt x="23027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B4B4B4"/>
              </a:solidFill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33" name="TextBox 38">
              <a:extLst>
                <a:ext uri="{FF2B5EF4-FFF2-40B4-BE49-F238E27FC236}">
                  <a16:creationId xmlns:a16="http://schemas.microsoft.com/office/drawing/2014/main" id="{1B810023-4128-980D-E2B6-F6C7ABA84F93}"/>
                </a:ext>
              </a:extLst>
            </p:cNvPr>
            <p:cNvSpPr txBox="1"/>
            <p:nvPr/>
          </p:nvSpPr>
          <p:spPr>
            <a:xfrm>
              <a:off x="0" y="-19050"/>
              <a:ext cx="1351154" cy="7504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134" name="TextBox 39">
            <a:extLst>
              <a:ext uri="{FF2B5EF4-FFF2-40B4-BE49-F238E27FC236}">
                <a16:creationId xmlns:a16="http://schemas.microsoft.com/office/drawing/2014/main" id="{6C778E2A-CE23-6F42-27E6-CDDC9EFBA0C4}"/>
              </a:ext>
            </a:extLst>
          </p:cNvPr>
          <p:cNvSpPr txBox="1"/>
          <p:nvPr/>
        </p:nvSpPr>
        <p:spPr>
          <a:xfrm>
            <a:off x="1472081" y="2583424"/>
            <a:ext cx="5201002" cy="539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4479"/>
              </a:lnSpc>
            </a:pPr>
            <a:r>
              <a:rPr lang="en-US" sz="3199" spc="-86" dirty="0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Mi </a:t>
            </a:r>
            <a:r>
              <a:rPr lang="en-US" sz="3199" spc="-86" dirty="0" err="1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máquina</a:t>
            </a:r>
            <a:r>
              <a:rPr lang="en-US" sz="3199" spc="-86" dirty="0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 local</a:t>
            </a:r>
          </a:p>
        </p:txBody>
      </p:sp>
      <p:grpSp>
        <p:nvGrpSpPr>
          <p:cNvPr id="135" name="Group 40">
            <a:extLst>
              <a:ext uri="{FF2B5EF4-FFF2-40B4-BE49-F238E27FC236}">
                <a16:creationId xmlns:a16="http://schemas.microsoft.com/office/drawing/2014/main" id="{AFBA0A9C-3179-C26F-CD55-DA0597146EA5}"/>
              </a:ext>
            </a:extLst>
          </p:cNvPr>
          <p:cNvGrpSpPr/>
          <p:nvPr/>
        </p:nvGrpSpPr>
        <p:grpSpPr>
          <a:xfrm>
            <a:off x="1461547" y="3784649"/>
            <a:ext cx="5723513" cy="5473651"/>
            <a:chOff x="0" y="0"/>
            <a:chExt cx="1358522" cy="590257"/>
          </a:xfrm>
        </p:grpSpPr>
        <p:sp>
          <p:nvSpPr>
            <p:cNvPr id="136" name="Freeform 41">
              <a:extLst>
                <a:ext uri="{FF2B5EF4-FFF2-40B4-BE49-F238E27FC236}">
                  <a16:creationId xmlns:a16="http://schemas.microsoft.com/office/drawing/2014/main" id="{15C3A00A-968C-B948-E4DA-A60817C42C21}"/>
                </a:ext>
              </a:extLst>
            </p:cNvPr>
            <p:cNvSpPr/>
            <p:nvPr/>
          </p:nvSpPr>
          <p:spPr>
            <a:xfrm>
              <a:off x="0" y="0"/>
              <a:ext cx="1358522" cy="590257"/>
            </a:xfrm>
            <a:custGeom>
              <a:avLst/>
              <a:gdLst/>
              <a:ahLst/>
              <a:cxnLst/>
              <a:rect l="l" t="t" r="r" b="b"/>
              <a:pathLst>
                <a:path w="1358522" h="590257">
                  <a:moveTo>
                    <a:pt x="26643" y="0"/>
                  </a:moveTo>
                  <a:lnTo>
                    <a:pt x="1331879" y="0"/>
                  </a:lnTo>
                  <a:cubicBezTo>
                    <a:pt x="1338945" y="0"/>
                    <a:pt x="1345722" y="2807"/>
                    <a:pt x="1350719" y="7803"/>
                  </a:cubicBezTo>
                  <a:cubicBezTo>
                    <a:pt x="1355715" y="12800"/>
                    <a:pt x="1358522" y="19577"/>
                    <a:pt x="1358522" y="26643"/>
                  </a:cubicBezTo>
                  <a:lnTo>
                    <a:pt x="1358522" y="563615"/>
                  </a:lnTo>
                  <a:cubicBezTo>
                    <a:pt x="1358522" y="570681"/>
                    <a:pt x="1355715" y="577458"/>
                    <a:pt x="1350719" y="582454"/>
                  </a:cubicBezTo>
                  <a:cubicBezTo>
                    <a:pt x="1345722" y="587450"/>
                    <a:pt x="1338945" y="590257"/>
                    <a:pt x="1331879" y="590257"/>
                  </a:cubicBezTo>
                  <a:lnTo>
                    <a:pt x="26643" y="590257"/>
                  </a:lnTo>
                  <a:cubicBezTo>
                    <a:pt x="19577" y="590257"/>
                    <a:pt x="12800" y="587450"/>
                    <a:pt x="7803" y="582454"/>
                  </a:cubicBezTo>
                  <a:cubicBezTo>
                    <a:pt x="2807" y="577458"/>
                    <a:pt x="0" y="570681"/>
                    <a:pt x="0" y="563615"/>
                  </a:cubicBezTo>
                  <a:lnTo>
                    <a:pt x="0" y="26643"/>
                  </a:lnTo>
                  <a:cubicBezTo>
                    <a:pt x="0" y="19577"/>
                    <a:pt x="2807" y="12800"/>
                    <a:pt x="7803" y="7803"/>
                  </a:cubicBezTo>
                  <a:cubicBezTo>
                    <a:pt x="12800" y="2807"/>
                    <a:pt x="19577" y="0"/>
                    <a:pt x="26643" y="0"/>
                  </a:cubicBezTo>
                  <a:close/>
                </a:path>
              </a:pathLst>
            </a:custGeom>
            <a:solidFill>
              <a:srgbClr val="0F0E0E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37" name="TextBox 42">
              <a:extLst>
                <a:ext uri="{FF2B5EF4-FFF2-40B4-BE49-F238E27FC236}">
                  <a16:creationId xmlns:a16="http://schemas.microsoft.com/office/drawing/2014/main" id="{69A3BEC3-4261-787F-104C-C91B0F0E667E}"/>
                </a:ext>
              </a:extLst>
            </p:cNvPr>
            <p:cNvSpPr txBox="1"/>
            <p:nvPr/>
          </p:nvSpPr>
          <p:spPr>
            <a:xfrm>
              <a:off x="0" y="-19050"/>
              <a:ext cx="1358522" cy="6093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grpSp>
        <p:nvGrpSpPr>
          <p:cNvPr id="138" name="Group 57">
            <a:extLst>
              <a:ext uri="{FF2B5EF4-FFF2-40B4-BE49-F238E27FC236}">
                <a16:creationId xmlns:a16="http://schemas.microsoft.com/office/drawing/2014/main" id="{65CD0077-02DB-B409-4FFB-288019DF21CD}"/>
              </a:ext>
            </a:extLst>
          </p:cNvPr>
          <p:cNvGrpSpPr/>
          <p:nvPr/>
        </p:nvGrpSpPr>
        <p:grpSpPr>
          <a:xfrm>
            <a:off x="3536824" y="6454282"/>
            <a:ext cx="1876174" cy="341111"/>
            <a:chOff x="0" y="0"/>
            <a:chExt cx="2644177" cy="477582"/>
          </a:xfrm>
        </p:grpSpPr>
        <p:sp>
          <p:nvSpPr>
            <p:cNvPr id="139" name="TextBox 58">
              <a:extLst>
                <a:ext uri="{FF2B5EF4-FFF2-40B4-BE49-F238E27FC236}">
                  <a16:creationId xmlns:a16="http://schemas.microsoft.com/office/drawing/2014/main" id="{5452351A-EA99-4BF5-0501-005DDF8814EE}"/>
                </a:ext>
              </a:extLst>
            </p:cNvPr>
            <p:cNvSpPr txBox="1"/>
            <p:nvPr/>
          </p:nvSpPr>
          <p:spPr>
            <a:xfrm>
              <a:off x="455042" y="-66675"/>
              <a:ext cx="2189134" cy="5442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3359"/>
                </a:lnSpc>
              </a:pPr>
              <a:r>
                <a:rPr lang="en-US" sz="2400" spc="-6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styles.css</a:t>
              </a:r>
            </a:p>
          </p:txBody>
        </p:sp>
        <p:grpSp>
          <p:nvGrpSpPr>
            <p:cNvPr id="140" name="Group 59">
              <a:extLst>
                <a:ext uri="{FF2B5EF4-FFF2-40B4-BE49-F238E27FC236}">
                  <a16:creationId xmlns:a16="http://schemas.microsoft.com/office/drawing/2014/main" id="{068CB28C-A222-3736-E2C0-2846F0DA759B}"/>
                </a:ext>
              </a:extLst>
            </p:cNvPr>
            <p:cNvGrpSpPr/>
            <p:nvPr/>
          </p:nvGrpSpPr>
          <p:grpSpPr>
            <a:xfrm>
              <a:off x="0" y="69221"/>
              <a:ext cx="350938" cy="339139"/>
              <a:chOff x="0" y="0"/>
              <a:chExt cx="69321" cy="66990"/>
            </a:xfrm>
          </p:grpSpPr>
          <p:sp>
            <p:nvSpPr>
              <p:cNvPr id="141" name="Freeform 60">
                <a:extLst>
                  <a:ext uri="{FF2B5EF4-FFF2-40B4-BE49-F238E27FC236}">
                    <a16:creationId xmlns:a16="http://schemas.microsoft.com/office/drawing/2014/main" id="{63B6CD2B-C432-5DE0-0CFA-0E8117FE3566}"/>
                  </a:ext>
                </a:extLst>
              </p:cNvPr>
              <p:cNvSpPr/>
              <p:nvPr/>
            </p:nvSpPr>
            <p:spPr>
              <a:xfrm>
                <a:off x="0" y="0"/>
                <a:ext cx="69321" cy="66990"/>
              </a:xfrm>
              <a:custGeom>
                <a:avLst/>
                <a:gdLst/>
                <a:ahLst/>
                <a:cxnLst/>
                <a:rect l="l" t="t" r="r" b="b"/>
                <a:pathLst>
                  <a:path w="69321" h="66990">
                    <a:moveTo>
                      <a:pt x="0" y="0"/>
                    </a:moveTo>
                    <a:lnTo>
                      <a:pt x="69321" y="0"/>
                    </a:lnTo>
                    <a:lnTo>
                      <a:pt x="69321" y="66990"/>
                    </a:lnTo>
                    <a:lnTo>
                      <a:pt x="0" y="66990"/>
                    </a:lnTo>
                    <a:close/>
                  </a:path>
                </a:pathLst>
              </a:custGeom>
              <a:solidFill>
                <a:srgbClr val="CB6CE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142" name="TextBox 61">
                <a:extLst>
                  <a:ext uri="{FF2B5EF4-FFF2-40B4-BE49-F238E27FC236}">
                    <a16:creationId xmlns:a16="http://schemas.microsoft.com/office/drawing/2014/main" id="{5F5EF300-880B-1931-60CE-4DD07057C94A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69321" cy="860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 dirty="0"/>
              </a:p>
            </p:txBody>
          </p:sp>
        </p:grpSp>
      </p:grpSp>
      <p:grpSp>
        <p:nvGrpSpPr>
          <p:cNvPr id="143" name="Grupo 142">
            <a:extLst>
              <a:ext uri="{FF2B5EF4-FFF2-40B4-BE49-F238E27FC236}">
                <a16:creationId xmlns:a16="http://schemas.microsoft.com/office/drawing/2014/main" id="{1B637B54-44EE-08D2-CC27-599329BBB0A4}"/>
              </a:ext>
            </a:extLst>
          </p:cNvPr>
          <p:cNvGrpSpPr/>
          <p:nvPr/>
        </p:nvGrpSpPr>
        <p:grpSpPr>
          <a:xfrm>
            <a:off x="3535547" y="7276901"/>
            <a:ext cx="1995646" cy="413190"/>
            <a:chOff x="3899399" y="2821328"/>
            <a:chExt cx="1995646" cy="413190"/>
          </a:xfrm>
        </p:grpSpPr>
        <p:sp>
          <p:nvSpPr>
            <p:cNvPr id="144" name="TextBox 68">
              <a:extLst>
                <a:ext uri="{FF2B5EF4-FFF2-40B4-BE49-F238E27FC236}">
                  <a16:creationId xmlns:a16="http://schemas.microsoft.com/office/drawing/2014/main" id="{556EAAD4-A221-884F-B68B-733416BCACC4}"/>
                </a:ext>
              </a:extLst>
            </p:cNvPr>
            <p:cNvSpPr txBox="1"/>
            <p:nvPr/>
          </p:nvSpPr>
          <p:spPr>
            <a:xfrm>
              <a:off x="4222274" y="2821328"/>
              <a:ext cx="1672771" cy="4131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3359"/>
                </a:lnSpc>
              </a:pPr>
              <a:r>
                <a:rPr lang="en-US" sz="2400" spc="-6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styles-2.js</a:t>
              </a:r>
            </a:p>
          </p:txBody>
        </p:sp>
        <p:sp>
          <p:nvSpPr>
            <p:cNvPr id="145" name="Freeform 70">
              <a:extLst>
                <a:ext uri="{FF2B5EF4-FFF2-40B4-BE49-F238E27FC236}">
                  <a16:creationId xmlns:a16="http://schemas.microsoft.com/office/drawing/2014/main" id="{5845AC5D-C0CE-246A-8ABA-32BC1A4E2EDC}"/>
                </a:ext>
              </a:extLst>
            </p:cNvPr>
            <p:cNvSpPr/>
            <p:nvPr/>
          </p:nvSpPr>
          <p:spPr>
            <a:xfrm>
              <a:off x="3899399" y="2918391"/>
              <a:ext cx="249008" cy="242229"/>
            </a:xfrm>
            <a:custGeom>
              <a:avLst/>
              <a:gdLst/>
              <a:ahLst/>
              <a:cxnLst/>
              <a:rect l="l" t="t" r="r" b="b"/>
              <a:pathLst>
                <a:path w="69321" h="66990">
                  <a:moveTo>
                    <a:pt x="0" y="0"/>
                  </a:moveTo>
                  <a:lnTo>
                    <a:pt x="69321" y="0"/>
                  </a:lnTo>
                  <a:lnTo>
                    <a:pt x="69321" y="66990"/>
                  </a:lnTo>
                  <a:lnTo>
                    <a:pt x="0" y="66990"/>
                  </a:lnTo>
                  <a:close/>
                </a:path>
              </a:pathLst>
            </a:custGeom>
            <a:solidFill>
              <a:srgbClr val="FFFF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46" name="Group 67">
            <a:extLst>
              <a:ext uri="{FF2B5EF4-FFF2-40B4-BE49-F238E27FC236}">
                <a16:creationId xmlns:a16="http://schemas.microsoft.com/office/drawing/2014/main" id="{9A4AF392-14FB-C26A-A70E-18B8A316B652}"/>
              </a:ext>
            </a:extLst>
          </p:cNvPr>
          <p:cNvGrpSpPr/>
          <p:nvPr/>
        </p:nvGrpSpPr>
        <p:grpSpPr>
          <a:xfrm>
            <a:off x="3537694" y="6877031"/>
            <a:ext cx="1995646" cy="341111"/>
            <a:chOff x="0" y="0"/>
            <a:chExt cx="2812553" cy="477582"/>
          </a:xfrm>
        </p:grpSpPr>
        <p:sp>
          <p:nvSpPr>
            <p:cNvPr id="147" name="TextBox 68">
              <a:extLst>
                <a:ext uri="{FF2B5EF4-FFF2-40B4-BE49-F238E27FC236}">
                  <a16:creationId xmlns:a16="http://schemas.microsoft.com/office/drawing/2014/main" id="{2C6D1AEC-6791-D149-3469-95EA0535C998}"/>
                </a:ext>
              </a:extLst>
            </p:cNvPr>
            <p:cNvSpPr txBox="1"/>
            <p:nvPr/>
          </p:nvSpPr>
          <p:spPr>
            <a:xfrm>
              <a:off x="455042" y="-66675"/>
              <a:ext cx="2357511" cy="5442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3359"/>
                </a:lnSpc>
              </a:pPr>
              <a:r>
                <a:rPr lang="en-US" sz="2400" spc="-6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scripts.js</a:t>
              </a:r>
            </a:p>
          </p:txBody>
        </p:sp>
        <p:grpSp>
          <p:nvGrpSpPr>
            <p:cNvPr id="148" name="Group 69">
              <a:extLst>
                <a:ext uri="{FF2B5EF4-FFF2-40B4-BE49-F238E27FC236}">
                  <a16:creationId xmlns:a16="http://schemas.microsoft.com/office/drawing/2014/main" id="{938FC799-DCD9-C437-88BA-422500DF69FE}"/>
                </a:ext>
              </a:extLst>
            </p:cNvPr>
            <p:cNvGrpSpPr/>
            <p:nvPr/>
          </p:nvGrpSpPr>
          <p:grpSpPr>
            <a:xfrm>
              <a:off x="0" y="69221"/>
              <a:ext cx="350938" cy="339139"/>
              <a:chOff x="0" y="0"/>
              <a:chExt cx="69321" cy="66990"/>
            </a:xfrm>
          </p:grpSpPr>
          <p:sp>
            <p:nvSpPr>
              <p:cNvPr id="149" name="Freeform 70">
                <a:extLst>
                  <a:ext uri="{FF2B5EF4-FFF2-40B4-BE49-F238E27FC236}">
                    <a16:creationId xmlns:a16="http://schemas.microsoft.com/office/drawing/2014/main" id="{9E7BCBCE-6A73-DA57-49A8-5BA5B2643C30}"/>
                  </a:ext>
                </a:extLst>
              </p:cNvPr>
              <p:cNvSpPr/>
              <p:nvPr/>
            </p:nvSpPr>
            <p:spPr>
              <a:xfrm>
                <a:off x="0" y="0"/>
                <a:ext cx="69321" cy="66990"/>
              </a:xfrm>
              <a:custGeom>
                <a:avLst/>
                <a:gdLst/>
                <a:ahLst/>
                <a:cxnLst/>
                <a:rect l="l" t="t" r="r" b="b"/>
                <a:pathLst>
                  <a:path w="69321" h="66990">
                    <a:moveTo>
                      <a:pt x="0" y="0"/>
                    </a:moveTo>
                    <a:lnTo>
                      <a:pt x="69321" y="0"/>
                    </a:lnTo>
                    <a:lnTo>
                      <a:pt x="69321" y="66990"/>
                    </a:lnTo>
                    <a:lnTo>
                      <a:pt x="0" y="66990"/>
                    </a:lnTo>
                    <a:close/>
                  </a:path>
                </a:pathLst>
              </a:custGeom>
              <a:solidFill>
                <a:srgbClr val="1E3EE3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150" name="TextBox 71">
                <a:extLst>
                  <a:ext uri="{FF2B5EF4-FFF2-40B4-BE49-F238E27FC236}">
                    <a16:creationId xmlns:a16="http://schemas.microsoft.com/office/drawing/2014/main" id="{2F057B2F-5EF6-2EF2-AD94-9F1AF5B51910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69321" cy="860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</p:grpSp>
      <p:grpSp>
        <p:nvGrpSpPr>
          <p:cNvPr id="151" name="Group 72">
            <a:extLst>
              <a:ext uri="{FF2B5EF4-FFF2-40B4-BE49-F238E27FC236}">
                <a16:creationId xmlns:a16="http://schemas.microsoft.com/office/drawing/2014/main" id="{53A07C05-FB18-7616-878E-330D26A57F7A}"/>
              </a:ext>
            </a:extLst>
          </p:cNvPr>
          <p:cNvGrpSpPr/>
          <p:nvPr/>
        </p:nvGrpSpPr>
        <p:grpSpPr>
          <a:xfrm>
            <a:off x="3520307" y="5979958"/>
            <a:ext cx="2473533" cy="388733"/>
            <a:chOff x="0" y="-66674"/>
            <a:chExt cx="3486061" cy="544257"/>
          </a:xfrm>
        </p:grpSpPr>
        <p:sp>
          <p:nvSpPr>
            <p:cNvPr id="152" name="TextBox 73">
              <a:extLst>
                <a:ext uri="{FF2B5EF4-FFF2-40B4-BE49-F238E27FC236}">
                  <a16:creationId xmlns:a16="http://schemas.microsoft.com/office/drawing/2014/main" id="{E39B6FEE-4447-CDA9-9353-CEB677FB5133}"/>
                </a:ext>
              </a:extLst>
            </p:cNvPr>
            <p:cNvSpPr txBox="1"/>
            <p:nvPr/>
          </p:nvSpPr>
          <p:spPr>
            <a:xfrm>
              <a:off x="455043" y="-66674"/>
              <a:ext cx="3031018" cy="5442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3359"/>
                </a:lnSpc>
              </a:pPr>
              <a:r>
                <a:rPr lang="en-US" sz="2400" spc="-6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index.html</a:t>
              </a:r>
            </a:p>
          </p:txBody>
        </p:sp>
        <p:grpSp>
          <p:nvGrpSpPr>
            <p:cNvPr id="153" name="Group 74">
              <a:extLst>
                <a:ext uri="{FF2B5EF4-FFF2-40B4-BE49-F238E27FC236}">
                  <a16:creationId xmlns:a16="http://schemas.microsoft.com/office/drawing/2014/main" id="{946AA68B-5F83-22B3-DED6-772D77AD7A47}"/>
                </a:ext>
              </a:extLst>
            </p:cNvPr>
            <p:cNvGrpSpPr/>
            <p:nvPr/>
          </p:nvGrpSpPr>
          <p:grpSpPr>
            <a:xfrm>
              <a:off x="0" y="69221"/>
              <a:ext cx="350938" cy="339139"/>
              <a:chOff x="0" y="0"/>
              <a:chExt cx="69321" cy="66990"/>
            </a:xfrm>
          </p:grpSpPr>
          <p:sp>
            <p:nvSpPr>
              <p:cNvPr id="154" name="Freeform 75">
                <a:extLst>
                  <a:ext uri="{FF2B5EF4-FFF2-40B4-BE49-F238E27FC236}">
                    <a16:creationId xmlns:a16="http://schemas.microsoft.com/office/drawing/2014/main" id="{8F7D9FAA-D262-FE8A-11D3-B8B68E3847FC}"/>
                  </a:ext>
                </a:extLst>
              </p:cNvPr>
              <p:cNvSpPr/>
              <p:nvPr/>
            </p:nvSpPr>
            <p:spPr>
              <a:xfrm>
                <a:off x="0" y="0"/>
                <a:ext cx="69321" cy="66990"/>
              </a:xfrm>
              <a:custGeom>
                <a:avLst/>
                <a:gdLst/>
                <a:ahLst/>
                <a:cxnLst/>
                <a:rect l="l" t="t" r="r" b="b"/>
                <a:pathLst>
                  <a:path w="69321" h="66990">
                    <a:moveTo>
                      <a:pt x="0" y="0"/>
                    </a:moveTo>
                    <a:lnTo>
                      <a:pt x="69321" y="0"/>
                    </a:lnTo>
                    <a:lnTo>
                      <a:pt x="69321" y="66990"/>
                    </a:lnTo>
                    <a:lnTo>
                      <a:pt x="0" y="66990"/>
                    </a:lnTo>
                    <a:close/>
                  </a:path>
                </a:pathLst>
              </a:custGeom>
              <a:solidFill>
                <a:srgbClr val="7ED957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155" name="TextBox 76">
                <a:extLst>
                  <a:ext uri="{FF2B5EF4-FFF2-40B4-BE49-F238E27FC236}">
                    <a16:creationId xmlns:a16="http://schemas.microsoft.com/office/drawing/2014/main" id="{81B1CA2A-AB6A-03DB-C7A3-042FD9BD3AA1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69321" cy="860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</p:grpSp>
      <p:grpSp>
        <p:nvGrpSpPr>
          <p:cNvPr id="157" name="Grupo 156">
            <a:extLst>
              <a:ext uri="{FF2B5EF4-FFF2-40B4-BE49-F238E27FC236}">
                <a16:creationId xmlns:a16="http://schemas.microsoft.com/office/drawing/2014/main" id="{D66832E6-2912-B9C4-458C-5CC1F6A66BBD}"/>
              </a:ext>
            </a:extLst>
          </p:cNvPr>
          <p:cNvGrpSpPr/>
          <p:nvPr/>
        </p:nvGrpSpPr>
        <p:grpSpPr>
          <a:xfrm>
            <a:off x="1461548" y="4141328"/>
            <a:ext cx="5369360" cy="742727"/>
            <a:chOff x="11277600" y="1501245"/>
            <a:chExt cx="7277100" cy="1203855"/>
          </a:xfrm>
        </p:grpSpPr>
        <p:grpSp>
          <p:nvGrpSpPr>
            <p:cNvPr id="158" name="Group 9">
              <a:extLst>
                <a:ext uri="{FF2B5EF4-FFF2-40B4-BE49-F238E27FC236}">
                  <a16:creationId xmlns:a16="http://schemas.microsoft.com/office/drawing/2014/main" id="{3A4657B8-0FB4-935E-2491-6DFEB05D42F6}"/>
                </a:ext>
              </a:extLst>
            </p:cNvPr>
            <p:cNvGrpSpPr/>
            <p:nvPr/>
          </p:nvGrpSpPr>
          <p:grpSpPr>
            <a:xfrm>
              <a:off x="11277600" y="1501245"/>
              <a:ext cx="7277100" cy="1203855"/>
              <a:chOff x="0" y="-47625"/>
              <a:chExt cx="2734992" cy="466725"/>
            </a:xfrm>
          </p:grpSpPr>
          <p:sp>
            <p:nvSpPr>
              <p:cNvPr id="162" name="Freeform 10">
                <a:extLst>
                  <a:ext uri="{FF2B5EF4-FFF2-40B4-BE49-F238E27FC236}">
                    <a16:creationId xmlns:a16="http://schemas.microsoft.com/office/drawing/2014/main" id="{9930279C-FB9A-5138-6F83-0E4203D18BC3}"/>
                  </a:ext>
                </a:extLst>
              </p:cNvPr>
              <p:cNvSpPr/>
              <p:nvPr/>
            </p:nvSpPr>
            <p:spPr>
              <a:xfrm>
                <a:off x="0" y="0"/>
                <a:ext cx="2734992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2031332" h="419100">
                    <a:moveTo>
                      <a:pt x="23643" y="0"/>
                    </a:moveTo>
                    <a:lnTo>
                      <a:pt x="2007689" y="0"/>
                    </a:lnTo>
                    <a:cubicBezTo>
                      <a:pt x="2020747" y="0"/>
                      <a:pt x="2031332" y="10585"/>
                      <a:pt x="2031332" y="23643"/>
                    </a:cubicBezTo>
                    <a:lnTo>
                      <a:pt x="2031332" y="395457"/>
                    </a:lnTo>
                    <a:cubicBezTo>
                      <a:pt x="2031332" y="401727"/>
                      <a:pt x="2028841" y="407741"/>
                      <a:pt x="2024407" y="412175"/>
                    </a:cubicBezTo>
                    <a:cubicBezTo>
                      <a:pt x="2019973" y="416609"/>
                      <a:pt x="2013959" y="419100"/>
                      <a:pt x="2007689" y="419100"/>
                    </a:cubicBezTo>
                    <a:lnTo>
                      <a:pt x="23643" y="419100"/>
                    </a:lnTo>
                    <a:cubicBezTo>
                      <a:pt x="17373" y="419100"/>
                      <a:pt x="11359" y="416609"/>
                      <a:pt x="6925" y="412175"/>
                    </a:cubicBezTo>
                    <a:cubicBezTo>
                      <a:pt x="2491" y="407741"/>
                      <a:pt x="0" y="401727"/>
                      <a:pt x="0" y="395457"/>
                    </a:cubicBezTo>
                    <a:lnTo>
                      <a:pt x="0" y="23643"/>
                    </a:lnTo>
                    <a:cubicBezTo>
                      <a:pt x="0" y="17373"/>
                      <a:pt x="2491" y="11359"/>
                      <a:pt x="6925" y="6925"/>
                    </a:cubicBezTo>
                    <a:cubicBezTo>
                      <a:pt x="11359" y="2491"/>
                      <a:pt x="17373" y="0"/>
                      <a:pt x="23643" y="0"/>
                    </a:cubicBezTo>
                    <a:close/>
                  </a:path>
                </a:pathLst>
              </a:custGeom>
              <a:noFill/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163" name="TextBox 11">
                <a:extLst>
                  <a:ext uri="{FF2B5EF4-FFF2-40B4-BE49-F238E27FC236}">
                    <a16:creationId xmlns:a16="http://schemas.microsoft.com/office/drawing/2014/main" id="{22794DAF-1E9C-BA4A-D34E-5B98D5994244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2031332" cy="4667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11"/>
                  </a:lnSpc>
                </a:pPr>
                <a:endParaRPr/>
              </a:p>
            </p:txBody>
          </p:sp>
        </p:grpSp>
        <p:grpSp>
          <p:nvGrpSpPr>
            <p:cNvPr id="159" name="Grupo 158">
              <a:extLst>
                <a:ext uri="{FF2B5EF4-FFF2-40B4-BE49-F238E27FC236}">
                  <a16:creationId xmlns:a16="http://schemas.microsoft.com/office/drawing/2014/main" id="{06172293-9F53-2DB7-1EDC-3A1479E6040F}"/>
                </a:ext>
              </a:extLst>
            </p:cNvPr>
            <p:cNvGrpSpPr/>
            <p:nvPr/>
          </p:nvGrpSpPr>
          <p:grpSpPr>
            <a:xfrm>
              <a:off x="12279056" y="1790700"/>
              <a:ext cx="4970491" cy="695681"/>
              <a:chOff x="12337765" y="1831143"/>
              <a:chExt cx="4970491" cy="695681"/>
            </a:xfrm>
          </p:grpSpPr>
          <p:sp>
            <p:nvSpPr>
              <p:cNvPr id="160" name="TextBox 14">
                <a:extLst>
                  <a:ext uri="{FF2B5EF4-FFF2-40B4-BE49-F238E27FC236}">
                    <a16:creationId xmlns:a16="http://schemas.microsoft.com/office/drawing/2014/main" id="{EA6F8ABB-C76F-022A-E711-9EDA58D198F0}"/>
                  </a:ext>
                </a:extLst>
              </p:cNvPr>
              <p:cNvSpPr txBox="1"/>
              <p:nvPr/>
            </p:nvSpPr>
            <p:spPr>
              <a:xfrm>
                <a:off x="13117929" y="1916776"/>
                <a:ext cx="4190327" cy="52441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3611"/>
                  </a:lnSpc>
                </a:pPr>
                <a:r>
                  <a:rPr lang="en-US" sz="2799" dirty="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feature/mi-</a:t>
                </a:r>
                <a:r>
                  <a:rPr lang="en-US" sz="2799" dirty="0" err="1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rama</a:t>
                </a:r>
                <a:endParaRPr lang="en-US" sz="2799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pic>
            <p:nvPicPr>
              <p:cNvPr id="161" name="Imagen 160" descr="Git-branch - Free vector icons on creazilla.com">
                <a:extLst>
                  <a:ext uri="{FF2B5EF4-FFF2-40B4-BE49-F238E27FC236}">
                    <a16:creationId xmlns:a16="http://schemas.microsoft.com/office/drawing/2014/main" id="{A6ADC44D-CAB5-C7DA-4347-B6A18CCED29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duotone>
                  <a:schemeClr val="accent3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brightnessContrast bright="40000" contrast="4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12337765" y="1831143"/>
                <a:ext cx="695681" cy="695681"/>
              </a:xfrm>
              <a:prstGeom prst="rect">
                <a:avLst/>
              </a:prstGeom>
            </p:spPr>
          </p:pic>
        </p:grpSp>
      </p:grpSp>
      <p:grpSp>
        <p:nvGrpSpPr>
          <p:cNvPr id="164" name="Grupo 163">
            <a:extLst>
              <a:ext uri="{FF2B5EF4-FFF2-40B4-BE49-F238E27FC236}">
                <a16:creationId xmlns:a16="http://schemas.microsoft.com/office/drawing/2014/main" id="{6703A2EB-E66F-4D1E-4323-596F63D04346}"/>
              </a:ext>
            </a:extLst>
          </p:cNvPr>
          <p:cNvGrpSpPr/>
          <p:nvPr/>
        </p:nvGrpSpPr>
        <p:grpSpPr>
          <a:xfrm>
            <a:off x="1461547" y="3206886"/>
            <a:ext cx="5723513" cy="973670"/>
            <a:chOff x="709547" y="2145505"/>
            <a:chExt cx="5369360" cy="973670"/>
          </a:xfrm>
        </p:grpSpPr>
        <p:grpSp>
          <p:nvGrpSpPr>
            <p:cNvPr id="165" name="Group 9">
              <a:extLst>
                <a:ext uri="{FF2B5EF4-FFF2-40B4-BE49-F238E27FC236}">
                  <a16:creationId xmlns:a16="http://schemas.microsoft.com/office/drawing/2014/main" id="{54224CF8-A593-A4BE-73DD-5C33A09BCF62}"/>
                </a:ext>
              </a:extLst>
            </p:cNvPr>
            <p:cNvGrpSpPr/>
            <p:nvPr/>
          </p:nvGrpSpPr>
          <p:grpSpPr>
            <a:xfrm>
              <a:off x="709547" y="2145505"/>
              <a:ext cx="5369360" cy="973670"/>
              <a:chOff x="0" y="-47625"/>
              <a:chExt cx="2734992" cy="466725"/>
            </a:xfrm>
          </p:grpSpPr>
          <p:sp>
            <p:nvSpPr>
              <p:cNvPr id="168" name="Freeform 10">
                <a:extLst>
                  <a:ext uri="{FF2B5EF4-FFF2-40B4-BE49-F238E27FC236}">
                    <a16:creationId xmlns:a16="http://schemas.microsoft.com/office/drawing/2014/main" id="{3047D691-7AB2-1EC5-69C4-E6A81F501E99}"/>
                  </a:ext>
                </a:extLst>
              </p:cNvPr>
              <p:cNvSpPr/>
              <p:nvPr/>
            </p:nvSpPr>
            <p:spPr>
              <a:xfrm>
                <a:off x="0" y="0"/>
                <a:ext cx="2734992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2031332" h="419100">
                    <a:moveTo>
                      <a:pt x="23643" y="0"/>
                    </a:moveTo>
                    <a:lnTo>
                      <a:pt x="2007689" y="0"/>
                    </a:lnTo>
                    <a:cubicBezTo>
                      <a:pt x="2020747" y="0"/>
                      <a:pt x="2031332" y="10585"/>
                      <a:pt x="2031332" y="23643"/>
                    </a:cubicBezTo>
                    <a:lnTo>
                      <a:pt x="2031332" y="395457"/>
                    </a:lnTo>
                    <a:cubicBezTo>
                      <a:pt x="2031332" y="401727"/>
                      <a:pt x="2028841" y="407741"/>
                      <a:pt x="2024407" y="412175"/>
                    </a:cubicBezTo>
                    <a:cubicBezTo>
                      <a:pt x="2019973" y="416609"/>
                      <a:pt x="2013959" y="419100"/>
                      <a:pt x="2007689" y="419100"/>
                    </a:cubicBezTo>
                    <a:lnTo>
                      <a:pt x="23643" y="419100"/>
                    </a:lnTo>
                    <a:cubicBezTo>
                      <a:pt x="17373" y="419100"/>
                      <a:pt x="11359" y="416609"/>
                      <a:pt x="6925" y="412175"/>
                    </a:cubicBezTo>
                    <a:cubicBezTo>
                      <a:pt x="2491" y="407741"/>
                      <a:pt x="0" y="401727"/>
                      <a:pt x="0" y="395457"/>
                    </a:cubicBezTo>
                    <a:lnTo>
                      <a:pt x="0" y="23643"/>
                    </a:lnTo>
                    <a:cubicBezTo>
                      <a:pt x="0" y="17373"/>
                      <a:pt x="2491" y="11359"/>
                      <a:pt x="6925" y="6925"/>
                    </a:cubicBezTo>
                    <a:cubicBezTo>
                      <a:pt x="11359" y="2491"/>
                      <a:pt x="17373" y="0"/>
                      <a:pt x="23643" y="0"/>
                    </a:cubicBez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169" name="TextBox 11">
                <a:extLst>
                  <a:ext uri="{FF2B5EF4-FFF2-40B4-BE49-F238E27FC236}">
                    <a16:creationId xmlns:a16="http://schemas.microsoft.com/office/drawing/2014/main" id="{93F6542A-13EC-4EC4-FAF8-8A4FDA90AF51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2031332" cy="4667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11"/>
                  </a:lnSpc>
                </a:pPr>
                <a:endParaRPr/>
              </a:p>
            </p:txBody>
          </p:sp>
        </p:grpSp>
        <p:sp>
          <p:nvSpPr>
            <p:cNvPr id="166" name="TextBox 14">
              <a:extLst>
                <a:ext uri="{FF2B5EF4-FFF2-40B4-BE49-F238E27FC236}">
                  <a16:creationId xmlns:a16="http://schemas.microsoft.com/office/drawing/2014/main" id="{3360B125-DF6A-B609-E2D2-2408CF954FF3}"/>
                </a:ext>
              </a:extLst>
            </p:cNvPr>
            <p:cNvSpPr txBox="1"/>
            <p:nvPr/>
          </p:nvSpPr>
          <p:spPr>
            <a:xfrm>
              <a:off x="1451443" y="2480525"/>
              <a:ext cx="3989996" cy="4241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>
                <a:lnSpc>
                  <a:spcPts val="3095"/>
                </a:lnSpc>
              </a:pPr>
              <a:r>
                <a:rPr lang="en-US" sz="2800" spc="-131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mi-</a:t>
              </a:r>
              <a:r>
                <a:rPr lang="en-US" sz="2800" spc="-131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proyecto</a:t>
              </a:r>
              <a:r>
                <a:rPr lang="en-US" sz="2800" spc="-131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-</a:t>
              </a:r>
              <a:r>
                <a:rPr lang="en-US" sz="2800" spc="-131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clonado</a:t>
              </a:r>
              <a:endParaRPr lang="en-US" sz="2800" spc="-13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67" name="Freeform 50">
              <a:extLst>
                <a:ext uri="{FF2B5EF4-FFF2-40B4-BE49-F238E27FC236}">
                  <a16:creationId xmlns:a16="http://schemas.microsoft.com/office/drawing/2014/main" id="{D82D74D6-56F0-86E8-BD04-6EB32F3F9AC2}"/>
                </a:ext>
              </a:extLst>
            </p:cNvPr>
            <p:cNvSpPr/>
            <p:nvPr/>
          </p:nvSpPr>
          <p:spPr>
            <a:xfrm>
              <a:off x="1026470" y="2429721"/>
              <a:ext cx="444723" cy="394760"/>
            </a:xfrm>
            <a:custGeom>
              <a:avLst/>
              <a:gdLst/>
              <a:ahLst/>
              <a:cxnLst/>
              <a:rect l="l" t="t" r="r" b="b"/>
              <a:pathLst>
                <a:path w="626768" h="552695">
                  <a:moveTo>
                    <a:pt x="0" y="0"/>
                  </a:moveTo>
                  <a:lnTo>
                    <a:pt x="626768" y="0"/>
                  </a:lnTo>
                  <a:lnTo>
                    <a:pt x="626768" y="552695"/>
                  </a:lnTo>
                  <a:lnTo>
                    <a:pt x="0" y="5526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73" name="Group 52">
            <a:extLst>
              <a:ext uri="{FF2B5EF4-FFF2-40B4-BE49-F238E27FC236}">
                <a16:creationId xmlns:a16="http://schemas.microsoft.com/office/drawing/2014/main" id="{BB75B65D-2BA0-FD43-5F50-8B000DC04ED3}"/>
              </a:ext>
            </a:extLst>
          </p:cNvPr>
          <p:cNvGrpSpPr/>
          <p:nvPr/>
        </p:nvGrpSpPr>
        <p:grpSpPr>
          <a:xfrm>
            <a:off x="8246237" y="2858240"/>
            <a:ext cx="9320543" cy="960554"/>
            <a:chOff x="0" y="0"/>
            <a:chExt cx="2441105" cy="197645"/>
          </a:xfrm>
        </p:grpSpPr>
        <p:sp>
          <p:nvSpPr>
            <p:cNvPr id="174" name="Freeform 53">
              <a:extLst>
                <a:ext uri="{FF2B5EF4-FFF2-40B4-BE49-F238E27FC236}">
                  <a16:creationId xmlns:a16="http://schemas.microsoft.com/office/drawing/2014/main" id="{81CA411C-C5D4-C156-8486-FB1A9E421CC1}"/>
                </a:ext>
              </a:extLst>
            </p:cNvPr>
            <p:cNvSpPr/>
            <p:nvPr/>
          </p:nvSpPr>
          <p:spPr>
            <a:xfrm>
              <a:off x="0" y="0"/>
              <a:ext cx="2441105" cy="197645"/>
            </a:xfrm>
            <a:custGeom>
              <a:avLst/>
              <a:gdLst/>
              <a:ahLst/>
              <a:cxnLst/>
              <a:rect l="l" t="t" r="r" b="b"/>
              <a:pathLst>
                <a:path w="2441105" h="197645">
                  <a:moveTo>
                    <a:pt x="12745" y="0"/>
                  </a:moveTo>
                  <a:lnTo>
                    <a:pt x="2428360" y="0"/>
                  </a:lnTo>
                  <a:cubicBezTo>
                    <a:pt x="2431740" y="0"/>
                    <a:pt x="2434982" y="1343"/>
                    <a:pt x="2437372" y="3733"/>
                  </a:cubicBezTo>
                  <a:cubicBezTo>
                    <a:pt x="2439763" y="6123"/>
                    <a:pt x="2441105" y="9365"/>
                    <a:pt x="2441105" y="12745"/>
                  </a:cubicBezTo>
                  <a:lnTo>
                    <a:pt x="2441105" y="184899"/>
                  </a:lnTo>
                  <a:cubicBezTo>
                    <a:pt x="2441105" y="188280"/>
                    <a:pt x="2439763" y="191522"/>
                    <a:pt x="2437372" y="193912"/>
                  </a:cubicBezTo>
                  <a:cubicBezTo>
                    <a:pt x="2434982" y="196302"/>
                    <a:pt x="2431740" y="197645"/>
                    <a:pt x="2428360" y="197645"/>
                  </a:cubicBezTo>
                  <a:lnTo>
                    <a:pt x="12745" y="197645"/>
                  </a:lnTo>
                  <a:cubicBezTo>
                    <a:pt x="9365" y="197645"/>
                    <a:pt x="6123" y="196302"/>
                    <a:pt x="3733" y="193912"/>
                  </a:cubicBezTo>
                  <a:cubicBezTo>
                    <a:pt x="1343" y="191522"/>
                    <a:pt x="0" y="188280"/>
                    <a:pt x="0" y="184899"/>
                  </a:cubicBezTo>
                  <a:lnTo>
                    <a:pt x="0" y="12745"/>
                  </a:lnTo>
                  <a:cubicBezTo>
                    <a:pt x="0" y="9365"/>
                    <a:pt x="1343" y="6123"/>
                    <a:pt x="3733" y="3733"/>
                  </a:cubicBezTo>
                  <a:cubicBezTo>
                    <a:pt x="6123" y="1343"/>
                    <a:pt x="9365" y="0"/>
                    <a:pt x="12745" y="0"/>
                  </a:cubicBezTo>
                  <a:close/>
                </a:path>
              </a:pathLst>
            </a:custGeom>
            <a:solidFill>
              <a:srgbClr val="0F0E0E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75" name="TextBox 54">
              <a:extLst>
                <a:ext uri="{FF2B5EF4-FFF2-40B4-BE49-F238E27FC236}">
                  <a16:creationId xmlns:a16="http://schemas.microsoft.com/office/drawing/2014/main" id="{A26A21A9-DF82-CB5F-BF03-2D6C2FD005E4}"/>
                </a:ext>
              </a:extLst>
            </p:cNvPr>
            <p:cNvSpPr txBox="1"/>
            <p:nvPr/>
          </p:nvSpPr>
          <p:spPr>
            <a:xfrm>
              <a:off x="0" y="-19050"/>
              <a:ext cx="2441105" cy="2166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176" name="TextBox 56">
            <a:extLst>
              <a:ext uri="{FF2B5EF4-FFF2-40B4-BE49-F238E27FC236}">
                <a16:creationId xmlns:a16="http://schemas.microsoft.com/office/drawing/2014/main" id="{7967E452-153B-B8BA-C50D-357C519DDB5B}"/>
              </a:ext>
            </a:extLst>
          </p:cNvPr>
          <p:cNvSpPr txBox="1"/>
          <p:nvPr/>
        </p:nvSpPr>
        <p:spPr>
          <a:xfrm>
            <a:off x="8480507" y="3109417"/>
            <a:ext cx="8852003" cy="413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359"/>
              </a:lnSpc>
            </a:pPr>
            <a:r>
              <a:rPr lang="en-US" sz="2400" spc="-6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&gt; git add frontend/</a:t>
            </a:r>
            <a:endParaRPr lang="en-US" sz="2400" spc="-64" dirty="0">
              <a:solidFill>
                <a:srgbClr val="D9D9D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77" name="Grupo 176">
            <a:extLst>
              <a:ext uri="{FF2B5EF4-FFF2-40B4-BE49-F238E27FC236}">
                <a16:creationId xmlns:a16="http://schemas.microsoft.com/office/drawing/2014/main" id="{8856E33F-1F6C-95D5-40B3-9693C57D3859}"/>
              </a:ext>
            </a:extLst>
          </p:cNvPr>
          <p:cNvGrpSpPr/>
          <p:nvPr/>
        </p:nvGrpSpPr>
        <p:grpSpPr>
          <a:xfrm>
            <a:off x="10670191" y="4598969"/>
            <a:ext cx="4569009" cy="3091122"/>
            <a:chOff x="6337647" y="4389234"/>
            <a:chExt cx="5183506" cy="3333626"/>
          </a:xfrm>
        </p:grpSpPr>
        <p:grpSp>
          <p:nvGrpSpPr>
            <p:cNvPr id="178" name="Group 13">
              <a:extLst>
                <a:ext uri="{FF2B5EF4-FFF2-40B4-BE49-F238E27FC236}">
                  <a16:creationId xmlns:a16="http://schemas.microsoft.com/office/drawing/2014/main" id="{1A1DF139-CF5D-9248-B79A-4613380A6708}"/>
                </a:ext>
              </a:extLst>
            </p:cNvPr>
            <p:cNvGrpSpPr/>
            <p:nvPr/>
          </p:nvGrpSpPr>
          <p:grpSpPr>
            <a:xfrm>
              <a:off x="6337647" y="4389234"/>
              <a:ext cx="5183506" cy="3333626"/>
              <a:chOff x="0" y="0"/>
              <a:chExt cx="1351154" cy="731404"/>
            </a:xfrm>
          </p:grpSpPr>
          <p:sp>
            <p:nvSpPr>
              <p:cNvPr id="180" name="Freeform 14">
                <a:extLst>
                  <a:ext uri="{FF2B5EF4-FFF2-40B4-BE49-F238E27FC236}">
                    <a16:creationId xmlns:a16="http://schemas.microsoft.com/office/drawing/2014/main" id="{75749D61-AB80-D26D-5488-DAE81CDED312}"/>
                  </a:ext>
                </a:extLst>
              </p:cNvPr>
              <p:cNvSpPr/>
              <p:nvPr/>
            </p:nvSpPr>
            <p:spPr>
              <a:xfrm>
                <a:off x="0" y="0"/>
                <a:ext cx="1351154" cy="731404"/>
              </a:xfrm>
              <a:custGeom>
                <a:avLst/>
                <a:gdLst/>
                <a:ahLst/>
                <a:cxnLst/>
                <a:rect l="l" t="t" r="r" b="b"/>
                <a:pathLst>
                  <a:path w="1351154" h="731404">
                    <a:moveTo>
                      <a:pt x="23027" y="0"/>
                    </a:moveTo>
                    <a:lnTo>
                      <a:pt x="1328127" y="0"/>
                    </a:lnTo>
                    <a:cubicBezTo>
                      <a:pt x="1340845" y="0"/>
                      <a:pt x="1351154" y="10310"/>
                      <a:pt x="1351154" y="23027"/>
                    </a:cubicBezTo>
                    <a:lnTo>
                      <a:pt x="1351154" y="708377"/>
                    </a:lnTo>
                    <a:cubicBezTo>
                      <a:pt x="1351154" y="721094"/>
                      <a:pt x="1340845" y="731404"/>
                      <a:pt x="1328127" y="731404"/>
                    </a:cubicBezTo>
                    <a:lnTo>
                      <a:pt x="23027" y="731404"/>
                    </a:lnTo>
                    <a:cubicBezTo>
                      <a:pt x="10310" y="731404"/>
                      <a:pt x="0" y="721094"/>
                      <a:pt x="0" y="708377"/>
                    </a:cubicBezTo>
                    <a:lnTo>
                      <a:pt x="0" y="23027"/>
                    </a:lnTo>
                    <a:cubicBezTo>
                      <a:pt x="0" y="10310"/>
                      <a:pt x="10310" y="0"/>
                      <a:pt x="23027" y="0"/>
                    </a:cubicBezTo>
                    <a:close/>
                  </a:path>
                </a:pathLst>
              </a:custGeom>
              <a:solidFill>
                <a:schemeClr val="tx2">
                  <a:lumMod val="50000"/>
                </a:schemeClr>
              </a:solidFill>
              <a:ln w="38100" cap="rnd">
                <a:solidFill>
                  <a:srgbClr val="B4B4B4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181" name="TextBox 15">
                <a:extLst>
                  <a:ext uri="{FF2B5EF4-FFF2-40B4-BE49-F238E27FC236}">
                    <a16:creationId xmlns:a16="http://schemas.microsoft.com/office/drawing/2014/main" id="{76C5F1AC-622F-088A-010F-2D5799646F65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1154" cy="75045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sp>
          <p:nvSpPr>
            <p:cNvPr id="179" name="TextBox 16">
              <a:extLst>
                <a:ext uri="{FF2B5EF4-FFF2-40B4-BE49-F238E27FC236}">
                  <a16:creationId xmlns:a16="http://schemas.microsoft.com/office/drawing/2014/main" id="{9C24A543-B6A1-D14A-1FC0-F4848DC1C8A8}"/>
                </a:ext>
              </a:extLst>
            </p:cNvPr>
            <p:cNvSpPr txBox="1"/>
            <p:nvPr/>
          </p:nvSpPr>
          <p:spPr>
            <a:xfrm>
              <a:off x="6421447" y="4489525"/>
              <a:ext cx="4769193" cy="75955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1" indent="0" algn="ctr">
                <a:lnSpc>
                  <a:spcPts val="4479"/>
                </a:lnSpc>
              </a:pPr>
              <a:r>
                <a:rPr lang="en-US" sz="3199" b="1" spc="-86" dirty="0" err="1">
                  <a:solidFill>
                    <a:schemeClr val="bg1"/>
                  </a:solidFill>
                  <a:latin typeface="Poppins"/>
                  <a:ea typeface="Poppins"/>
                  <a:cs typeface="Poppins"/>
                  <a:sym typeface="Poppins"/>
                </a:rPr>
                <a:t>Paquete</a:t>
              </a:r>
              <a:r>
                <a:rPr lang="en-US" sz="3199" b="1" spc="-86" dirty="0">
                  <a:solidFill>
                    <a:schemeClr val="bg1"/>
                  </a:solidFill>
                  <a:latin typeface="Poppins"/>
                  <a:ea typeface="Poppins"/>
                  <a:cs typeface="Poppins"/>
                  <a:sym typeface="Poppins"/>
                </a:rPr>
                <a:t> a </a:t>
              </a:r>
              <a:r>
                <a:rPr lang="en-US" sz="3199" b="1" spc="-86" dirty="0" err="1">
                  <a:solidFill>
                    <a:schemeClr val="bg1"/>
                  </a:solidFill>
                  <a:latin typeface="Poppins"/>
                  <a:ea typeface="Poppins"/>
                  <a:cs typeface="Poppins"/>
                  <a:sym typeface="Poppins"/>
                </a:rPr>
                <a:t>enviar</a:t>
              </a:r>
              <a:endParaRPr lang="en-US" sz="3199" b="1" spc="-86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90" name="Group 9">
            <a:extLst>
              <a:ext uri="{FF2B5EF4-FFF2-40B4-BE49-F238E27FC236}">
                <a16:creationId xmlns:a16="http://schemas.microsoft.com/office/drawing/2014/main" id="{1B09C2BF-9124-B657-A026-B0E3169E118F}"/>
              </a:ext>
            </a:extLst>
          </p:cNvPr>
          <p:cNvGrpSpPr/>
          <p:nvPr/>
        </p:nvGrpSpPr>
        <p:grpSpPr>
          <a:xfrm>
            <a:off x="2337038" y="5414191"/>
            <a:ext cx="4892112" cy="973670"/>
            <a:chOff x="0" y="-47625"/>
            <a:chExt cx="2734992" cy="466725"/>
          </a:xfrm>
        </p:grpSpPr>
        <p:sp>
          <p:nvSpPr>
            <p:cNvPr id="193" name="Freeform 10">
              <a:extLst>
                <a:ext uri="{FF2B5EF4-FFF2-40B4-BE49-F238E27FC236}">
                  <a16:creationId xmlns:a16="http://schemas.microsoft.com/office/drawing/2014/main" id="{0FA860D1-2ED6-0BEA-8047-E140B62317A9}"/>
                </a:ext>
              </a:extLst>
            </p:cNvPr>
            <p:cNvSpPr/>
            <p:nvPr/>
          </p:nvSpPr>
          <p:spPr>
            <a:xfrm>
              <a:off x="0" y="0"/>
              <a:ext cx="2734992" cy="419100"/>
            </a:xfrm>
            <a:custGeom>
              <a:avLst/>
              <a:gdLst/>
              <a:ahLst/>
              <a:cxnLst/>
              <a:rect l="l" t="t" r="r" b="b"/>
              <a:pathLst>
                <a:path w="2031332" h="419100">
                  <a:moveTo>
                    <a:pt x="23643" y="0"/>
                  </a:moveTo>
                  <a:lnTo>
                    <a:pt x="2007689" y="0"/>
                  </a:lnTo>
                  <a:cubicBezTo>
                    <a:pt x="2020747" y="0"/>
                    <a:pt x="2031332" y="10585"/>
                    <a:pt x="2031332" y="23643"/>
                  </a:cubicBezTo>
                  <a:lnTo>
                    <a:pt x="2031332" y="395457"/>
                  </a:lnTo>
                  <a:cubicBezTo>
                    <a:pt x="2031332" y="401727"/>
                    <a:pt x="2028841" y="407741"/>
                    <a:pt x="2024407" y="412175"/>
                  </a:cubicBezTo>
                  <a:cubicBezTo>
                    <a:pt x="2019973" y="416609"/>
                    <a:pt x="2013959" y="419100"/>
                    <a:pt x="2007689" y="419100"/>
                  </a:cubicBezTo>
                  <a:lnTo>
                    <a:pt x="23643" y="419100"/>
                  </a:lnTo>
                  <a:cubicBezTo>
                    <a:pt x="17373" y="419100"/>
                    <a:pt x="11359" y="416609"/>
                    <a:pt x="6925" y="412175"/>
                  </a:cubicBezTo>
                  <a:cubicBezTo>
                    <a:pt x="2491" y="407741"/>
                    <a:pt x="0" y="401727"/>
                    <a:pt x="0" y="395457"/>
                  </a:cubicBezTo>
                  <a:lnTo>
                    <a:pt x="0" y="23643"/>
                  </a:lnTo>
                  <a:cubicBezTo>
                    <a:pt x="0" y="17373"/>
                    <a:pt x="2491" y="11359"/>
                    <a:pt x="6925" y="6925"/>
                  </a:cubicBezTo>
                  <a:cubicBezTo>
                    <a:pt x="11359" y="2491"/>
                    <a:pt x="17373" y="0"/>
                    <a:pt x="23643" y="0"/>
                  </a:cubicBezTo>
                  <a:close/>
                </a:path>
              </a:pathLst>
            </a:custGeom>
            <a:noFill/>
          </p:spPr>
          <p:txBody>
            <a:bodyPr/>
            <a:lstStyle/>
            <a:p>
              <a:endParaRPr lang="es-MX" dirty="0"/>
            </a:p>
          </p:txBody>
        </p:sp>
        <p:sp>
          <p:nvSpPr>
            <p:cNvPr id="194" name="TextBox 11">
              <a:extLst>
                <a:ext uri="{FF2B5EF4-FFF2-40B4-BE49-F238E27FC236}">
                  <a16:creationId xmlns:a16="http://schemas.microsoft.com/office/drawing/2014/main" id="{7B605396-F4FF-FA4A-FB43-4B9D99B458EA}"/>
                </a:ext>
              </a:extLst>
            </p:cNvPr>
            <p:cNvSpPr txBox="1"/>
            <p:nvPr/>
          </p:nvSpPr>
          <p:spPr>
            <a:xfrm>
              <a:off x="0" y="-47625"/>
              <a:ext cx="2031332" cy="4667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11"/>
                </a:lnSpc>
              </a:pPr>
              <a:endParaRPr/>
            </a:p>
          </p:txBody>
        </p:sp>
      </p:grpSp>
      <p:grpSp>
        <p:nvGrpSpPr>
          <p:cNvPr id="196" name="Grupo 195">
            <a:extLst>
              <a:ext uri="{FF2B5EF4-FFF2-40B4-BE49-F238E27FC236}">
                <a16:creationId xmlns:a16="http://schemas.microsoft.com/office/drawing/2014/main" id="{0BA72B7E-1544-EF98-4663-9C01958607D5}"/>
              </a:ext>
            </a:extLst>
          </p:cNvPr>
          <p:cNvGrpSpPr/>
          <p:nvPr/>
        </p:nvGrpSpPr>
        <p:grpSpPr>
          <a:xfrm>
            <a:off x="2522434" y="4877687"/>
            <a:ext cx="1693251" cy="464701"/>
            <a:chOff x="2522434" y="5922073"/>
            <a:chExt cx="1693251" cy="464701"/>
          </a:xfrm>
        </p:grpSpPr>
        <p:sp>
          <p:nvSpPr>
            <p:cNvPr id="191" name="TextBox 14">
              <a:extLst>
                <a:ext uri="{FF2B5EF4-FFF2-40B4-BE49-F238E27FC236}">
                  <a16:creationId xmlns:a16="http://schemas.microsoft.com/office/drawing/2014/main" id="{EF2F8CA2-6DB8-8A58-1A7B-ED3110F935E4}"/>
                </a:ext>
              </a:extLst>
            </p:cNvPr>
            <p:cNvSpPr txBox="1"/>
            <p:nvPr/>
          </p:nvSpPr>
          <p:spPr>
            <a:xfrm>
              <a:off x="3012993" y="5962630"/>
              <a:ext cx="1202692" cy="4241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>
                <a:lnSpc>
                  <a:spcPts val="3095"/>
                </a:lnSpc>
              </a:pPr>
              <a:r>
                <a:rPr lang="en-US" sz="2800" spc="-131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src</a:t>
              </a:r>
              <a:endParaRPr lang="en-US" sz="2800" spc="-13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pic>
          <p:nvPicPr>
            <p:cNvPr id="195" name="Imagen 194" descr="Icono De Carpeta Morada">
              <a:extLst>
                <a:ext uri="{FF2B5EF4-FFF2-40B4-BE49-F238E27FC236}">
                  <a16:creationId xmlns:a16="http://schemas.microsoft.com/office/drawing/2014/main" id="{E44ED06E-99CD-5D8D-E887-B43FD8CB3A7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522434" y="5922073"/>
              <a:ext cx="447528" cy="447528"/>
            </a:xfrm>
            <a:prstGeom prst="rect">
              <a:avLst/>
            </a:prstGeom>
          </p:spPr>
        </p:pic>
      </p:grpSp>
      <p:grpSp>
        <p:nvGrpSpPr>
          <p:cNvPr id="197" name="Grupo 196">
            <a:extLst>
              <a:ext uri="{FF2B5EF4-FFF2-40B4-BE49-F238E27FC236}">
                <a16:creationId xmlns:a16="http://schemas.microsoft.com/office/drawing/2014/main" id="{958853A6-1EBE-C601-B53E-AC332EBA6876}"/>
              </a:ext>
            </a:extLst>
          </p:cNvPr>
          <p:cNvGrpSpPr/>
          <p:nvPr/>
        </p:nvGrpSpPr>
        <p:grpSpPr>
          <a:xfrm>
            <a:off x="3011660" y="7819470"/>
            <a:ext cx="1693251" cy="464701"/>
            <a:chOff x="2522434" y="5922073"/>
            <a:chExt cx="1693251" cy="464701"/>
          </a:xfrm>
        </p:grpSpPr>
        <p:sp>
          <p:nvSpPr>
            <p:cNvPr id="198" name="TextBox 14">
              <a:extLst>
                <a:ext uri="{FF2B5EF4-FFF2-40B4-BE49-F238E27FC236}">
                  <a16:creationId xmlns:a16="http://schemas.microsoft.com/office/drawing/2014/main" id="{63274CB4-649F-37F7-B278-861811863419}"/>
                </a:ext>
              </a:extLst>
            </p:cNvPr>
            <p:cNvSpPr txBox="1"/>
            <p:nvPr/>
          </p:nvSpPr>
          <p:spPr>
            <a:xfrm>
              <a:off x="3012993" y="5962630"/>
              <a:ext cx="1202692" cy="4241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>
                <a:lnSpc>
                  <a:spcPts val="3095"/>
                </a:lnSpc>
              </a:pPr>
              <a:r>
                <a:rPr lang="en-US" sz="2800" spc="-131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img</a:t>
              </a:r>
              <a:endParaRPr lang="en-US" sz="2800" spc="-13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pic>
          <p:nvPicPr>
            <p:cNvPr id="199" name="Imagen 198" descr="Icono De Carpeta Morada">
              <a:extLst>
                <a:ext uri="{FF2B5EF4-FFF2-40B4-BE49-F238E27FC236}">
                  <a16:creationId xmlns:a16="http://schemas.microsoft.com/office/drawing/2014/main" id="{FC780B48-F658-4CAC-6A10-0EE480344A6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522434" y="5922073"/>
              <a:ext cx="447528" cy="447528"/>
            </a:xfrm>
            <a:prstGeom prst="rect">
              <a:avLst/>
            </a:prstGeom>
          </p:spPr>
        </p:pic>
      </p:grpSp>
      <p:grpSp>
        <p:nvGrpSpPr>
          <p:cNvPr id="200" name="Grupo 199">
            <a:extLst>
              <a:ext uri="{FF2B5EF4-FFF2-40B4-BE49-F238E27FC236}">
                <a16:creationId xmlns:a16="http://schemas.microsoft.com/office/drawing/2014/main" id="{5D2BA3C0-B3D5-E510-276D-86A2C7280F4C}"/>
              </a:ext>
            </a:extLst>
          </p:cNvPr>
          <p:cNvGrpSpPr/>
          <p:nvPr/>
        </p:nvGrpSpPr>
        <p:grpSpPr>
          <a:xfrm>
            <a:off x="3193977" y="8369154"/>
            <a:ext cx="2742572" cy="1188743"/>
            <a:chOff x="2450825" y="6074656"/>
            <a:chExt cx="2742572" cy="1188743"/>
          </a:xfrm>
        </p:grpSpPr>
        <p:grpSp>
          <p:nvGrpSpPr>
            <p:cNvPr id="201" name="Group 57">
              <a:extLst>
                <a:ext uri="{FF2B5EF4-FFF2-40B4-BE49-F238E27FC236}">
                  <a16:creationId xmlns:a16="http://schemas.microsoft.com/office/drawing/2014/main" id="{4AAEDEFF-63E1-437B-E696-7FD46543A442}"/>
                </a:ext>
              </a:extLst>
            </p:cNvPr>
            <p:cNvGrpSpPr/>
            <p:nvPr/>
          </p:nvGrpSpPr>
          <p:grpSpPr>
            <a:xfrm>
              <a:off x="2736381" y="6501358"/>
              <a:ext cx="1876174" cy="413190"/>
              <a:chOff x="0" y="-66675"/>
              <a:chExt cx="2644177" cy="578498"/>
            </a:xfrm>
          </p:grpSpPr>
          <p:sp>
            <p:nvSpPr>
              <p:cNvPr id="216" name="TextBox 58">
                <a:extLst>
                  <a:ext uri="{FF2B5EF4-FFF2-40B4-BE49-F238E27FC236}">
                    <a16:creationId xmlns:a16="http://schemas.microsoft.com/office/drawing/2014/main" id="{CCABB59F-B922-9B3F-1D2B-E3F95C114865}"/>
                  </a:ext>
                </a:extLst>
              </p:cNvPr>
              <p:cNvSpPr txBox="1"/>
              <p:nvPr/>
            </p:nvSpPr>
            <p:spPr>
              <a:xfrm>
                <a:off x="455042" y="-66675"/>
                <a:ext cx="2189135" cy="578498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marL="0" lvl="1" indent="0" algn="l">
                  <a:lnSpc>
                    <a:spcPts val="3359"/>
                  </a:lnSpc>
                </a:pPr>
                <a:r>
                  <a:rPr lang="en-US" sz="2400" spc="-64" dirty="0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Img-2.png</a:t>
                </a:r>
              </a:p>
            </p:txBody>
          </p:sp>
          <p:grpSp>
            <p:nvGrpSpPr>
              <p:cNvPr id="217" name="Group 59">
                <a:extLst>
                  <a:ext uri="{FF2B5EF4-FFF2-40B4-BE49-F238E27FC236}">
                    <a16:creationId xmlns:a16="http://schemas.microsoft.com/office/drawing/2014/main" id="{BB1860C8-D1FE-B870-5404-20BD59D02BF8}"/>
                  </a:ext>
                </a:extLst>
              </p:cNvPr>
              <p:cNvGrpSpPr/>
              <p:nvPr/>
            </p:nvGrpSpPr>
            <p:grpSpPr>
              <a:xfrm>
                <a:off x="0" y="69221"/>
                <a:ext cx="350938" cy="339139"/>
                <a:chOff x="0" y="0"/>
                <a:chExt cx="69321" cy="66990"/>
              </a:xfrm>
            </p:grpSpPr>
            <p:sp>
              <p:nvSpPr>
                <p:cNvPr id="218" name="Freeform 60">
                  <a:extLst>
                    <a:ext uri="{FF2B5EF4-FFF2-40B4-BE49-F238E27FC236}">
                      <a16:creationId xmlns:a16="http://schemas.microsoft.com/office/drawing/2014/main" id="{E046A2FE-0A8C-5EFF-08A4-64E5E3F875E1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69321" cy="669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321" h="66990">
                      <a:moveTo>
                        <a:pt x="0" y="0"/>
                      </a:moveTo>
                      <a:lnTo>
                        <a:pt x="69321" y="0"/>
                      </a:lnTo>
                      <a:lnTo>
                        <a:pt x="69321" y="66990"/>
                      </a:lnTo>
                      <a:lnTo>
                        <a:pt x="0" y="6699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 cap="sq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s-MX"/>
                </a:p>
              </p:txBody>
            </p:sp>
            <p:sp>
              <p:nvSpPr>
                <p:cNvPr id="219" name="TextBox 61">
                  <a:extLst>
                    <a:ext uri="{FF2B5EF4-FFF2-40B4-BE49-F238E27FC236}">
                      <a16:creationId xmlns:a16="http://schemas.microsoft.com/office/drawing/2014/main" id="{C1774C11-7EAE-98ED-A8D2-820C79672082}"/>
                    </a:ext>
                  </a:extLst>
                </p:cNvPr>
                <p:cNvSpPr txBox="1"/>
                <p:nvPr/>
              </p:nvSpPr>
              <p:spPr>
                <a:xfrm>
                  <a:off x="0" y="-19050"/>
                  <a:ext cx="69321" cy="86040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1874"/>
                    </a:lnSpc>
                  </a:pPr>
                  <a:endParaRPr dirty="0"/>
                </a:p>
              </p:txBody>
            </p:sp>
          </p:grpSp>
        </p:grpSp>
        <p:sp>
          <p:nvSpPr>
            <p:cNvPr id="213" name="TextBox 71">
              <a:extLst>
                <a:ext uri="{FF2B5EF4-FFF2-40B4-BE49-F238E27FC236}">
                  <a16:creationId xmlns:a16="http://schemas.microsoft.com/office/drawing/2014/main" id="{E40BCF71-3A1D-33F8-E631-ABCFBEB19A3A}"/>
                </a:ext>
              </a:extLst>
            </p:cNvPr>
            <p:cNvSpPr txBox="1"/>
            <p:nvPr/>
          </p:nvSpPr>
          <p:spPr>
            <a:xfrm>
              <a:off x="2737251" y="6952287"/>
              <a:ext cx="249008" cy="3111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  <p:grpSp>
          <p:nvGrpSpPr>
            <p:cNvPr id="204" name="Group 72">
              <a:extLst>
                <a:ext uri="{FF2B5EF4-FFF2-40B4-BE49-F238E27FC236}">
                  <a16:creationId xmlns:a16="http://schemas.microsoft.com/office/drawing/2014/main" id="{0022F7F1-D93B-0E96-EC77-296E05FCC0EB}"/>
                </a:ext>
              </a:extLst>
            </p:cNvPr>
            <p:cNvGrpSpPr/>
            <p:nvPr/>
          </p:nvGrpSpPr>
          <p:grpSpPr>
            <a:xfrm>
              <a:off x="2719864" y="6074656"/>
              <a:ext cx="2473533" cy="413190"/>
              <a:chOff x="0" y="-66674"/>
              <a:chExt cx="3486061" cy="578499"/>
            </a:xfrm>
          </p:grpSpPr>
          <p:sp>
            <p:nvSpPr>
              <p:cNvPr id="206" name="TextBox 73">
                <a:extLst>
                  <a:ext uri="{FF2B5EF4-FFF2-40B4-BE49-F238E27FC236}">
                    <a16:creationId xmlns:a16="http://schemas.microsoft.com/office/drawing/2014/main" id="{3F038BFF-B1D2-A57E-33CC-D6C1AE61A961}"/>
                  </a:ext>
                </a:extLst>
              </p:cNvPr>
              <p:cNvSpPr txBox="1"/>
              <p:nvPr/>
            </p:nvSpPr>
            <p:spPr>
              <a:xfrm>
                <a:off x="455044" y="-66674"/>
                <a:ext cx="3031017" cy="578499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marL="0" lvl="1" indent="0" algn="l">
                  <a:lnSpc>
                    <a:spcPts val="3359"/>
                  </a:lnSpc>
                </a:pPr>
                <a:r>
                  <a:rPr lang="en-US" sz="2400" spc="-64" dirty="0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Img-1.png</a:t>
                </a:r>
              </a:p>
            </p:txBody>
          </p:sp>
          <p:grpSp>
            <p:nvGrpSpPr>
              <p:cNvPr id="207" name="Group 74">
                <a:extLst>
                  <a:ext uri="{FF2B5EF4-FFF2-40B4-BE49-F238E27FC236}">
                    <a16:creationId xmlns:a16="http://schemas.microsoft.com/office/drawing/2014/main" id="{2B48EA18-9223-010B-691B-0EA78813B542}"/>
                  </a:ext>
                </a:extLst>
              </p:cNvPr>
              <p:cNvGrpSpPr/>
              <p:nvPr/>
            </p:nvGrpSpPr>
            <p:grpSpPr>
              <a:xfrm>
                <a:off x="0" y="69221"/>
                <a:ext cx="350938" cy="339139"/>
                <a:chOff x="0" y="0"/>
                <a:chExt cx="69321" cy="66990"/>
              </a:xfrm>
            </p:grpSpPr>
            <p:sp>
              <p:nvSpPr>
                <p:cNvPr id="208" name="Freeform 75">
                  <a:extLst>
                    <a:ext uri="{FF2B5EF4-FFF2-40B4-BE49-F238E27FC236}">
                      <a16:creationId xmlns:a16="http://schemas.microsoft.com/office/drawing/2014/main" id="{AEC41A63-1288-2271-9387-A0BF34C3F665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69321" cy="669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321" h="66990">
                      <a:moveTo>
                        <a:pt x="0" y="0"/>
                      </a:moveTo>
                      <a:lnTo>
                        <a:pt x="69321" y="0"/>
                      </a:lnTo>
                      <a:lnTo>
                        <a:pt x="69321" y="66990"/>
                      </a:lnTo>
                      <a:lnTo>
                        <a:pt x="0" y="66990"/>
                      </a:lnTo>
                      <a:close/>
                    </a:path>
                  </a:pathLst>
                </a:custGeom>
                <a:solidFill>
                  <a:srgbClr val="00B0F0"/>
                </a:solidFill>
                <a:ln cap="sq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s-MX"/>
                </a:p>
              </p:txBody>
            </p:sp>
            <p:sp>
              <p:nvSpPr>
                <p:cNvPr id="209" name="TextBox 76">
                  <a:extLst>
                    <a:ext uri="{FF2B5EF4-FFF2-40B4-BE49-F238E27FC236}">
                      <a16:creationId xmlns:a16="http://schemas.microsoft.com/office/drawing/2014/main" id="{8CF73635-D416-D719-467A-2B61A611C6CF}"/>
                    </a:ext>
                  </a:extLst>
                </p:cNvPr>
                <p:cNvSpPr txBox="1"/>
                <p:nvPr/>
              </p:nvSpPr>
              <p:spPr>
                <a:xfrm>
                  <a:off x="0" y="-19050"/>
                  <a:ext cx="69321" cy="86040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1874"/>
                    </a:lnSpc>
                  </a:pPr>
                  <a:endParaRPr/>
                </a:p>
              </p:txBody>
            </p:sp>
          </p:grpSp>
        </p:grpSp>
        <p:sp>
          <p:nvSpPr>
            <p:cNvPr id="205" name="Rectángulo 204">
              <a:extLst>
                <a:ext uri="{FF2B5EF4-FFF2-40B4-BE49-F238E27FC236}">
                  <a16:creationId xmlns:a16="http://schemas.microsoft.com/office/drawing/2014/main" id="{246330B0-CBDB-CA6E-6090-59F405B0CC7B}"/>
                </a:ext>
              </a:extLst>
            </p:cNvPr>
            <p:cNvSpPr/>
            <p:nvPr/>
          </p:nvSpPr>
          <p:spPr>
            <a:xfrm>
              <a:off x="2450825" y="6715892"/>
              <a:ext cx="2150657" cy="56753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sp>
        <p:nvSpPr>
          <p:cNvPr id="220" name="Flecha: a la derecha 219">
            <a:extLst>
              <a:ext uri="{FF2B5EF4-FFF2-40B4-BE49-F238E27FC236}">
                <a16:creationId xmlns:a16="http://schemas.microsoft.com/office/drawing/2014/main" id="{855E0552-9D59-0E31-0EE5-8F3083E97FD7}"/>
              </a:ext>
            </a:extLst>
          </p:cNvPr>
          <p:cNvSpPr/>
          <p:nvPr/>
        </p:nvSpPr>
        <p:spPr>
          <a:xfrm>
            <a:off x="1563457" y="7213057"/>
            <a:ext cx="1373425" cy="463094"/>
          </a:xfrm>
          <a:prstGeom prst="rightArrow">
            <a:avLst/>
          </a:prstGeom>
          <a:solidFill>
            <a:srgbClr val="FF00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grpSp>
        <p:nvGrpSpPr>
          <p:cNvPr id="221" name="Grupo 220">
            <a:extLst>
              <a:ext uri="{FF2B5EF4-FFF2-40B4-BE49-F238E27FC236}">
                <a16:creationId xmlns:a16="http://schemas.microsoft.com/office/drawing/2014/main" id="{93ED821A-C76C-737F-00A2-38B1D2267C2C}"/>
              </a:ext>
            </a:extLst>
          </p:cNvPr>
          <p:cNvGrpSpPr/>
          <p:nvPr/>
        </p:nvGrpSpPr>
        <p:grpSpPr>
          <a:xfrm>
            <a:off x="3011796" y="5485877"/>
            <a:ext cx="2059361" cy="471819"/>
            <a:chOff x="2522434" y="5922073"/>
            <a:chExt cx="2059361" cy="471819"/>
          </a:xfrm>
        </p:grpSpPr>
        <p:sp>
          <p:nvSpPr>
            <p:cNvPr id="222" name="TextBox 14">
              <a:extLst>
                <a:ext uri="{FF2B5EF4-FFF2-40B4-BE49-F238E27FC236}">
                  <a16:creationId xmlns:a16="http://schemas.microsoft.com/office/drawing/2014/main" id="{312CA9DE-DC0A-2595-78D0-71B7A0881A60}"/>
                </a:ext>
              </a:extLst>
            </p:cNvPr>
            <p:cNvSpPr txBox="1"/>
            <p:nvPr/>
          </p:nvSpPr>
          <p:spPr>
            <a:xfrm>
              <a:off x="3012992" y="5962630"/>
              <a:ext cx="1568803" cy="4312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>
                <a:lnSpc>
                  <a:spcPts val="3095"/>
                </a:lnSpc>
              </a:pPr>
              <a:r>
                <a:rPr lang="en-US" sz="2800" spc="-131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frontend</a:t>
              </a:r>
            </a:p>
          </p:txBody>
        </p:sp>
        <p:pic>
          <p:nvPicPr>
            <p:cNvPr id="223" name="Imagen 222" descr="Icono De Carpeta Morada">
              <a:extLst>
                <a:ext uri="{FF2B5EF4-FFF2-40B4-BE49-F238E27FC236}">
                  <a16:creationId xmlns:a16="http://schemas.microsoft.com/office/drawing/2014/main" id="{8C24B542-3C24-CFA7-FBD5-B7565D46F00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522434" y="5922073"/>
              <a:ext cx="447528" cy="447528"/>
            </a:xfrm>
            <a:prstGeom prst="rect">
              <a:avLst/>
            </a:prstGeom>
          </p:spPr>
        </p:pic>
      </p:grpSp>
      <p:grpSp>
        <p:nvGrpSpPr>
          <p:cNvPr id="224" name="Grupo 223">
            <a:extLst>
              <a:ext uri="{FF2B5EF4-FFF2-40B4-BE49-F238E27FC236}">
                <a16:creationId xmlns:a16="http://schemas.microsoft.com/office/drawing/2014/main" id="{0AFA2BAB-7331-B14E-4A00-0AF148BC3B3D}"/>
              </a:ext>
            </a:extLst>
          </p:cNvPr>
          <p:cNvGrpSpPr/>
          <p:nvPr/>
        </p:nvGrpSpPr>
        <p:grpSpPr>
          <a:xfrm>
            <a:off x="3520307" y="7278561"/>
            <a:ext cx="1995646" cy="413190"/>
            <a:chOff x="3899399" y="2821328"/>
            <a:chExt cx="1995646" cy="413190"/>
          </a:xfrm>
        </p:grpSpPr>
        <p:sp>
          <p:nvSpPr>
            <p:cNvPr id="225" name="TextBox 68">
              <a:extLst>
                <a:ext uri="{FF2B5EF4-FFF2-40B4-BE49-F238E27FC236}">
                  <a16:creationId xmlns:a16="http://schemas.microsoft.com/office/drawing/2014/main" id="{28C3E7F7-99A2-EA63-D062-94A2FF17E8CF}"/>
                </a:ext>
              </a:extLst>
            </p:cNvPr>
            <p:cNvSpPr txBox="1"/>
            <p:nvPr/>
          </p:nvSpPr>
          <p:spPr>
            <a:xfrm>
              <a:off x="4222274" y="2821328"/>
              <a:ext cx="1672771" cy="4131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3359"/>
                </a:lnSpc>
              </a:pPr>
              <a:r>
                <a:rPr lang="en-US" sz="2400" spc="-6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styles-2.js</a:t>
              </a:r>
            </a:p>
          </p:txBody>
        </p:sp>
        <p:sp>
          <p:nvSpPr>
            <p:cNvPr id="226" name="Freeform 70">
              <a:extLst>
                <a:ext uri="{FF2B5EF4-FFF2-40B4-BE49-F238E27FC236}">
                  <a16:creationId xmlns:a16="http://schemas.microsoft.com/office/drawing/2014/main" id="{925AA56A-48BC-0B4B-4BD0-308CF31C842A}"/>
                </a:ext>
              </a:extLst>
            </p:cNvPr>
            <p:cNvSpPr/>
            <p:nvPr/>
          </p:nvSpPr>
          <p:spPr>
            <a:xfrm>
              <a:off x="3899399" y="2918391"/>
              <a:ext cx="249008" cy="242229"/>
            </a:xfrm>
            <a:custGeom>
              <a:avLst/>
              <a:gdLst/>
              <a:ahLst/>
              <a:cxnLst/>
              <a:rect l="l" t="t" r="r" b="b"/>
              <a:pathLst>
                <a:path w="69321" h="66990">
                  <a:moveTo>
                    <a:pt x="0" y="0"/>
                  </a:moveTo>
                  <a:lnTo>
                    <a:pt x="69321" y="0"/>
                  </a:lnTo>
                  <a:lnTo>
                    <a:pt x="69321" y="66990"/>
                  </a:lnTo>
                  <a:lnTo>
                    <a:pt x="0" y="66990"/>
                  </a:lnTo>
                  <a:close/>
                </a:path>
              </a:pathLst>
            </a:custGeom>
            <a:solidFill>
              <a:srgbClr val="FFFF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14" name="TextBox 68">
            <a:extLst>
              <a:ext uri="{FF2B5EF4-FFF2-40B4-BE49-F238E27FC236}">
                <a16:creationId xmlns:a16="http://schemas.microsoft.com/office/drawing/2014/main" id="{2296B28F-BBEC-6573-2D7F-2855602895FC}"/>
              </a:ext>
            </a:extLst>
          </p:cNvPr>
          <p:cNvSpPr txBox="1"/>
          <p:nvPr/>
        </p:nvSpPr>
        <p:spPr>
          <a:xfrm>
            <a:off x="10903450" y="5525379"/>
            <a:ext cx="1342829" cy="4131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359"/>
              </a:lnSpc>
            </a:pPr>
            <a:r>
              <a:rPr lang="en-US" sz="2400" spc="-6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deleted:</a:t>
            </a:r>
          </a:p>
        </p:txBody>
      </p:sp>
      <p:sp>
        <p:nvSpPr>
          <p:cNvPr id="15" name="TextBox 68">
            <a:extLst>
              <a:ext uri="{FF2B5EF4-FFF2-40B4-BE49-F238E27FC236}">
                <a16:creationId xmlns:a16="http://schemas.microsoft.com/office/drawing/2014/main" id="{F777145C-C6BE-8690-250D-8AB968D46012}"/>
              </a:ext>
            </a:extLst>
          </p:cNvPr>
          <p:cNvSpPr txBox="1"/>
          <p:nvPr/>
        </p:nvSpPr>
        <p:spPr>
          <a:xfrm>
            <a:off x="10903449" y="6263711"/>
            <a:ext cx="1342829" cy="4131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359"/>
              </a:lnSpc>
            </a:pPr>
            <a:r>
              <a:rPr lang="en-US" sz="2400" spc="-6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added:</a:t>
            </a:r>
          </a:p>
        </p:txBody>
      </p:sp>
      <p:grpSp>
        <p:nvGrpSpPr>
          <p:cNvPr id="16" name="Group 57">
            <a:extLst>
              <a:ext uri="{FF2B5EF4-FFF2-40B4-BE49-F238E27FC236}">
                <a16:creationId xmlns:a16="http://schemas.microsoft.com/office/drawing/2014/main" id="{5BE25B35-6AB0-967B-1CB1-0A9A5BB23C3C}"/>
              </a:ext>
            </a:extLst>
          </p:cNvPr>
          <p:cNvGrpSpPr/>
          <p:nvPr/>
        </p:nvGrpSpPr>
        <p:grpSpPr>
          <a:xfrm>
            <a:off x="3536824" y="6453912"/>
            <a:ext cx="1876174" cy="341111"/>
            <a:chOff x="0" y="0"/>
            <a:chExt cx="2644177" cy="477582"/>
          </a:xfrm>
        </p:grpSpPr>
        <p:sp>
          <p:nvSpPr>
            <p:cNvPr id="20" name="TextBox 58">
              <a:extLst>
                <a:ext uri="{FF2B5EF4-FFF2-40B4-BE49-F238E27FC236}">
                  <a16:creationId xmlns:a16="http://schemas.microsoft.com/office/drawing/2014/main" id="{F5454009-C825-64A6-E4A8-4EBBBCCCAA8C}"/>
                </a:ext>
              </a:extLst>
            </p:cNvPr>
            <p:cNvSpPr txBox="1"/>
            <p:nvPr/>
          </p:nvSpPr>
          <p:spPr>
            <a:xfrm>
              <a:off x="455042" y="-66675"/>
              <a:ext cx="2189134" cy="5442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3359"/>
                </a:lnSpc>
              </a:pPr>
              <a:r>
                <a:rPr lang="en-US" sz="2400" spc="-6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styles.css</a:t>
              </a:r>
            </a:p>
          </p:txBody>
        </p:sp>
        <p:grpSp>
          <p:nvGrpSpPr>
            <p:cNvPr id="21" name="Group 59">
              <a:extLst>
                <a:ext uri="{FF2B5EF4-FFF2-40B4-BE49-F238E27FC236}">
                  <a16:creationId xmlns:a16="http://schemas.microsoft.com/office/drawing/2014/main" id="{7A48A7AA-31A5-C79C-4C5E-FD79C8F1DA17}"/>
                </a:ext>
              </a:extLst>
            </p:cNvPr>
            <p:cNvGrpSpPr/>
            <p:nvPr/>
          </p:nvGrpSpPr>
          <p:grpSpPr>
            <a:xfrm>
              <a:off x="0" y="69221"/>
              <a:ext cx="350938" cy="339139"/>
              <a:chOff x="0" y="0"/>
              <a:chExt cx="69321" cy="66990"/>
            </a:xfrm>
          </p:grpSpPr>
          <p:sp>
            <p:nvSpPr>
              <p:cNvPr id="22" name="Freeform 60">
                <a:extLst>
                  <a:ext uri="{FF2B5EF4-FFF2-40B4-BE49-F238E27FC236}">
                    <a16:creationId xmlns:a16="http://schemas.microsoft.com/office/drawing/2014/main" id="{91CD3B20-BC80-71AC-4561-26D4446F92BA}"/>
                  </a:ext>
                </a:extLst>
              </p:cNvPr>
              <p:cNvSpPr/>
              <p:nvPr/>
            </p:nvSpPr>
            <p:spPr>
              <a:xfrm>
                <a:off x="0" y="0"/>
                <a:ext cx="69321" cy="66990"/>
              </a:xfrm>
              <a:custGeom>
                <a:avLst/>
                <a:gdLst/>
                <a:ahLst/>
                <a:cxnLst/>
                <a:rect l="l" t="t" r="r" b="b"/>
                <a:pathLst>
                  <a:path w="69321" h="66990">
                    <a:moveTo>
                      <a:pt x="0" y="0"/>
                    </a:moveTo>
                    <a:lnTo>
                      <a:pt x="69321" y="0"/>
                    </a:lnTo>
                    <a:lnTo>
                      <a:pt x="69321" y="66990"/>
                    </a:lnTo>
                    <a:lnTo>
                      <a:pt x="0" y="66990"/>
                    </a:lnTo>
                    <a:close/>
                  </a:path>
                </a:pathLst>
              </a:custGeom>
              <a:solidFill>
                <a:srgbClr val="CB6CE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23" name="TextBox 61">
                <a:extLst>
                  <a:ext uri="{FF2B5EF4-FFF2-40B4-BE49-F238E27FC236}">
                    <a16:creationId xmlns:a16="http://schemas.microsoft.com/office/drawing/2014/main" id="{B70A90EB-0C39-8003-6CA1-47093F24DC08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69321" cy="860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 dirty="0"/>
              </a:p>
            </p:txBody>
          </p:sp>
        </p:grpSp>
      </p:grpSp>
      <p:sp>
        <p:nvSpPr>
          <p:cNvPr id="156" name="Rectángulo 155">
            <a:extLst>
              <a:ext uri="{FF2B5EF4-FFF2-40B4-BE49-F238E27FC236}">
                <a16:creationId xmlns:a16="http://schemas.microsoft.com/office/drawing/2014/main" id="{CFC6D14F-6E4E-36E0-CB1C-B63D7299761A}"/>
              </a:ext>
            </a:extLst>
          </p:cNvPr>
          <p:cNvSpPr/>
          <p:nvPr/>
        </p:nvSpPr>
        <p:spPr>
          <a:xfrm>
            <a:off x="3251268" y="6621194"/>
            <a:ext cx="2150657" cy="5675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6515033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47222E-6 -1.11111E-6 L -3.47222E-6 -0.1617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808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6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86111E-6 2.83951E-6 L 0.47127 -0.08272 " pathEditMode="relative" rAng="0" ptsTypes="AA">
                                      <p:cBhvr>
                                        <p:cTn id="15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559" y="-4136"/>
                                    </p:animMotion>
                                  </p:childTnLst>
                                </p:cTn>
                              </p:par>
                              <p:par>
                                <p:cTn id="16" presetID="56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889E-6 -3.45679E-6 L 0.47552 -0.10092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776" y="-50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6" grpId="0" build="allAtOnce"/>
      <p:bldP spid="220" grpId="0" animBg="1"/>
      <p:bldP spid="14" grpId="0"/>
      <p:bldP spid="1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ACCE87-E7D3-6990-A86D-5B2855590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B65B8BD-344A-1036-EB07-47D0709B9C69}"/>
              </a:ext>
            </a:extLst>
          </p:cNvPr>
          <p:cNvSpPr/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DCB81AFF-37ED-1DD0-D1B9-875C12F446F7}"/>
              </a:ext>
            </a:extLst>
          </p:cNvPr>
          <p:cNvGrpSpPr/>
          <p:nvPr/>
        </p:nvGrpSpPr>
        <p:grpSpPr>
          <a:xfrm>
            <a:off x="-698849" y="9575651"/>
            <a:ext cx="19685699" cy="2666805"/>
            <a:chOff x="0" y="0"/>
            <a:chExt cx="5184711" cy="702368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F1E0CBF9-9434-1A56-0495-CBB0D3DCF170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B276182C-E61D-FAFD-EBF0-190C2963AF73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B40F83B9-4548-6B76-5060-ED90946C66B2}"/>
              </a:ext>
            </a:extLst>
          </p:cNvPr>
          <p:cNvSpPr/>
          <p:nvPr/>
        </p:nvSpPr>
        <p:spPr>
          <a:xfrm>
            <a:off x="15872392" y="2091327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FA3C231B-6A45-0BD8-4AB8-33E56A5442EF}"/>
              </a:ext>
            </a:extLst>
          </p:cNvPr>
          <p:cNvSpPr/>
          <p:nvPr/>
        </p:nvSpPr>
        <p:spPr>
          <a:xfrm>
            <a:off x="16901092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AAD65E67-84AA-9261-085B-3F76AAAFF2A7}"/>
              </a:ext>
            </a:extLst>
          </p:cNvPr>
          <p:cNvSpPr/>
          <p:nvPr/>
        </p:nvSpPr>
        <p:spPr>
          <a:xfrm flipH="1">
            <a:off x="-1389129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6314ECFC-53A6-DB33-B459-84B5D60A91B7}"/>
              </a:ext>
            </a:extLst>
          </p:cNvPr>
          <p:cNvSpPr/>
          <p:nvPr/>
        </p:nvSpPr>
        <p:spPr>
          <a:xfrm flipH="1">
            <a:off x="-360429" y="2459791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AEB3FFAF-35EC-C29F-6009-D9768B099DCB}"/>
              </a:ext>
            </a:extLst>
          </p:cNvPr>
          <p:cNvGrpSpPr/>
          <p:nvPr/>
        </p:nvGrpSpPr>
        <p:grpSpPr>
          <a:xfrm>
            <a:off x="-2221" y="847874"/>
            <a:ext cx="4706728" cy="1520401"/>
            <a:chOff x="0" y="-47625"/>
            <a:chExt cx="1239632" cy="400435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839DB4C6-81D8-0230-738B-A2469AC43B54}"/>
                </a:ext>
              </a:extLst>
            </p:cNvPr>
            <p:cNvSpPr/>
            <p:nvPr/>
          </p:nvSpPr>
          <p:spPr>
            <a:xfrm>
              <a:off x="0" y="0"/>
              <a:ext cx="1239632" cy="327605"/>
            </a:xfrm>
            <a:custGeom>
              <a:avLst/>
              <a:gdLst/>
              <a:ahLst/>
              <a:cxnLst/>
              <a:rect l="l" t="t" r="r" b="b"/>
              <a:pathLst>
                <a:path w="1239632" h="406400">
                  <a:moveTo>
                    <a:pt x="1036432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1036432" y="406400"/>
                  </a:lnTo>
                  <a:lnTo>
                    <a:pt x="1239632" y="203200"/>
                  </a:lnTo>
                  <a:lnTo>
                    <a:pt x="1036432" y="0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226C48CF-855E-8601-CA30-BD03B20C1D0C}"/>
                </a:ext>
              </a:extLst>
            </p:cNvPr>
            <p:cNvSpPr txBox="1"/>
            <p:nvPr/>
          </p:nvSpPr>
          <p:spPr>
            <a:xfrm>
              <a:off x="0" y="-47625"/>
              <a:ext cx="1125332" cy="4004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418"/>
                </a:lnSpc>
              </a:pPr>
              <a:r>
                <a:rPr lang="en-US" sz="4200" spc="-231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&gt; git add .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F2C607DE-D07E-DEA2-AFCF-58DD0229024D}"/>
              </a:ext>
            </a:extLst>
          </p:cNvPr>
          <p:cNvGrpSpPr/>
          <p:nvPr/>
        </p:nvGrpSpPr>
        <p:grpSpPr>
          <a:xfrm>
            <a:off x="-698849" y="-1923855"/>
            <a:ext cx="19685699" cy="2666805"/>
            <a:chOff x="0" y="0"/>
            <a:chExt cx="5184711" cy="702368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5CF0A534-66B5-EAD8-2E0B-EAB2E41F3A46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450133DF-867B-04AC-9213-5D363BE416EB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35" name="TextBox 35">
            <a:extLst>
              <a:ext uri="{FF2B5EF4-FFF2-40B4-BE49-F238E27FC236}">
                <a16:creationId xmlns:a16="http://schemas.microsoft.com/office/drawing/2014/main" id="{B1932E2A-8F22-EA7B-8F71-4C81CED641C0}"/>
              </a:ext>
            </a:extLst>
          </p:cNvPr>
          <p:cNvSpPr txBox="1"/>
          <p:nvPr/>
        </p:nvSpPr>
        <p:spPr>
          <a:xfrm>
            <a:off x="5071158" y="1188783"/>
            <a:ext cx="12658371" cy="9757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El “.” le </a:t>
            </a:r>
            <a:r>
              <a:rPr lang="en-US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indica</a:t>
            </a: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a Git </a:t>
            </a:r>
            <a:r>
              <a:rPr lang="en-US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empaquetar</a:t>
            </a: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TODOS</a:t>
            </a: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los</a:t>
            </a: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archivos</a:t>
            </a: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/</a:t>
            </a:r>
            <a:r>
              <a:rPr lang="en-US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modificaciones</a:t>
            </a: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de la </a:t>
            </a:r>
            <a:r>
              <a:rPr lang="en-US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carpeta</a:t>
            </a: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/</a:t>
            </a:r>
            <a:r>
              <a:rPr lang="en-US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rama</a:t>
            </a: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donde</a:t>
            </a: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nos</a:t>
            </a: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encontramos</a:t>
            </a: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grpSp>
        <p:nvGrpSpPr>
          <p:cNvPr id="81" name="Grupo 80">
            <a:extLst>
              <a:ext uri="{FF2B5EF4-FFF2-40B4-BE49-F238E27FC236}">
                <a16:creationId xmlns:a16="http://schemas.microsoft.com/office/drawing/2014/main" id="{3E76E105-FE6E-DC26-D147-0722B1CD5835}"/>
              </a:ext>
            </a:extLst>
          </p:cNvPr>
          <p:cNvGrpSpPr/>
          <p:nvPr/>
        </p:nvGrpSpPr>
        <p:grpSpPr>
          <a:xfrm>
            <a:off x="-228601" y="-478361"/>
            <a:ext cx="2905050" cy="1476032"/>
            <a:chOff x="-228601" y="-478361"/>
            <a:chExt cx="2905050" cy="1476032"/>
          </a:xfrm>
        </p:grpSpPr>
        <p:grpSp>
          <p:nvGrpSpPr>
            <p:cNvPr id="82" name="Group 10">
              <a:extLst>
                <a:ext uri="{FF2B5EF4-FFF2-40B4-BE49-F238E27FC236}">
                  <a16:creationId xmlns:a16="http://schemas.microsoft.com/office/drawing/2014/main" id="{F76F0C06-227E-80B5-A8CD-7DB5690C761A}"/>
                </a:ext>
              </a:extLst>
            </p:cNvPr>
            <p:cNvGrpSpPr/>
            <p:nvPr/>
          </p:nvGrpSpPr>
          <p:grpSpPr>
            <a:xfrm>
              <a:off x="-228601" y="-478361"/>
              <a:ext cx="2905050" cy="1221311"/>
              <a:chOff x="0" y="0"/>
              <a:chExt cx="1355852" cy="720510"/>
            </a:xfrm>
          </p:grpSpPr>
          <p:sp>
            <p:nvSpPr>
              <p:cNvPr id="84" name="Freeform 11">
                <a:extLst>
                  <a:ext uri="{FF2B5EF4-FFF2-40B4-BE49-F238E27FC236}">
                    <a16:creationId xmlns:a16="http://schemas.microsoft.com/office/drawing/2014/main" id="{90465A4A-4B6C-2B4C-22EB-EC804214842F}"/>
                  </a:ext>
                </a:extLst>
              </p:cNvPr>
              <p:cNvSpPr/>
              <p:nvPr/>
            </p:nvSpPr>
            <p:spPr>
              <a:xfrm>
                <a:off x="0" y="0"/>
                <a:ext cx="1355852" cy="720510"/>
              </a:xfrm>
              <a:custGeom>
                <a:avLst/>
                <a:gdLst/>
                <a:ahLst/>
                <a:cxnLst/>
                <a:rect l="l" t="t" r="r" b="b"/>
                <a:pathLst>
                  <a:path w="1355852" h="720510">
                    <a:moveTo>
                      <a:pt x="150387" y="0"/>
                    </a:moveTo>
                    <a:lnTo>
                      <a:pt x="1205465" y="0"/>
                    </a:lnTo>
                    <a:cubicBezTo>
                      <a:pt x="1245350" y="0"/>
                      <a:pt x="1283602" y="15844"/>
                      <a:pt x="1311805" y="44047"/>
                    </a:cubicBezTo>
                    <a:cubicBezTo>
                      <a:pt x="1340008" y="72250"/>
                      <a:pt x="1355852" y="110502"/>
                      <a:pt x="1355852" y="150387"/>
                    </a:cubicBezTo>
                    <a:lnTo>
                      <a:pt x="1355852" y="570123"/>
                    </a:lnTo>
                    <a:cubicBezTo>
                      <a:pt x="1355852" y="653179"/>
                      <a:pt x="1288522" y="720510"/>
                      <a:pt x="1205465" y="720510"/>
                    </a:cubicBezTo>
                    <a:lnTo>
                      <a:pt x="150387" y="720510"/>
                    </a:lnTo>
                    <a:cubicBezTo>
                      <a:pt x="67331" y="720510"/>
                      <a:pt x="0" y="653179"/>
                      <a:pt x="0" y="570123"/>
                    </a:cubicBezTo>
                    <a:lnTo>
                      <a:pt x="0" y="150387"/>
                    </a:lnTo>
                    <a:cubicBezTo>
                      <a:pt x="0" y="67331"/>
                      <a:pt x="67331" y="0"/>
                      <a:pt x="150387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85" name="TextBox 12">
                <a:extLst>
                  <a:ext uri="{FF2B5EF4-FFF2-40B4-BE49-F238E27FC236}">
                    <a16:creationId xmlns:a16="http://schemas.microsoft.com/office/drawing/2014/main" id="{67ED50E5-460B-D925-906A-99E4569C8B03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5852" cy="739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pic>
          <p:nvPicPr>
            <p:cNvPr id="83" name="Imagen 82">
              <a:extLst>
                <a:ext uri="{FF2B5EF4-FFF2-40B4-BE49-F238E27FC236}">
                  <a16:creationId xmlns:a16="http://schemas.microsoft.com/office/drawing/2014/main" id="{FD0A8ABF-49D8-71B0-FF2E-C88A7A64AF5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1" y="-375754"/>
              <a:ext cx="1373425" cy="1373425"/>
            </a:xfrm>
            <a:prstGeom prst="rect">
              <a:avLst/>
            </a:prstGeom>
          </p:spPr>
        </p:pic>
      </p:grpSp>
      <p:sp>
        <p:nvSpPr>
          <p:cNvPr id="130" name="TextBox 22">
            <a:extLst>
              <a:ext uri="{FF2B5EF4-FFF2-40B4-BE49-F238E27FC236}">
                <a16:creationId xmlns:a16="http://schemas.microsoft.com/office/drawing/2014/main" id="{65CCC869-E0F9-C791-1907-94BF60357DD4}"/>
              </a:ext>
            </a:extLst>
          </p:cNvPr>
          <p:cNvSpPr txBox="1"/>
          <p:nvPr/>
        </p:nvSpPr>
        <p:spPr>
          <a:xfrm>
            <a:off x="2088411" y="5981404"/>
            <a:ext cx="3612844" cy="254548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1874"/>
              </a:lnSpc>
            </a:pPr>
            <a:endParaRPr/>
          </a:p>
        </p:txBody>
      </p:sp>
      <p:grpSp>
        <p:nvGrpSpPr>
          <p:cNvPr id="131" name="Group 36">
            <a:extLst>
              <a:ext uri="{FF2B5EF4-FFF2-40B4-BE49-F238E27FC236}">
                <a16:creationId xmlns:a16="http://schemas.microsoft.com/office/drawing/2014/main" id="{18353A48-58FB-3A02-E286-6F6367A728C5}"/>
              </a:ext>
            </a:extLst>
          </p:cNvPr>
          <p:cNvGrpSpPr/>
          <p:nvPr/>
        </p:nvGrpSpPr>
        <p:grpSpPr>
          <a:xfrm>
            <a:off x="1170434" y="2344906"/>
            <a:ext cx="6376953" cy="7053071"/>
            <a:chOff x="0" y="0"/>
            <a:chExt cx="1351154" cy="731404"/>
          </a:xfrm>
        </p:grpSpPr>
        <p:sp>
          <p:nvSpPr>
            <p:cNvPr id="132" name="Freeform 37">
              <a:extLst>
                <a:ext uri="{FF2B5EF4-FFF2-40B4-BE49-F238E27FC236}">
                  <a16:creationId xmlns:a16="http://schemas.microsoft.com/office/drawing/2014/main" id="{6F5DA10C-93D8-5B0C-4E14-BDBF7ED2DB6D}"/>
                </a:ext>
              </a:extLst>
            </p:cNvPr>
            <p:cNvSpPr/>
            <p:nvPr/>
          </p:nvSpPr>
          <p:spPr>
            <a:xfrm>
              <a:off x="0" y="0"/>
              <a:ext cx="1351154" cy="731404"/>
            </a:xfrm>
            <a:custGeom>
              <a:avLst/>
              <a:gdLst/>
              <a:ahLst/>
              <a:cxnLst/>
              <a:rect l="l" t="t" r="r" b="b"/>
              <a:pathLst>
                <a:path w="1351154" h="731404">
                  <a:moveTo>
                    <a:pt x="23027" y="0"/>
                  </a:moveTo>
                  <a:lnTo>
                    <a:pt x="1328127" y="0"/>
                  </a:lnTo>
                  <a:cubicBezTo>
                    <a:pt x="1340845" y="0"/>
                    <a:pt x="1351154" y="10310"/>
                    <a:pt x="1351154" y="23027"/>
                  </a:cubicBezTo>
                  <a:lnTo>
                    <a:pt x="1351154" y="708377"/>
                  </a:lnTo>
                  <a:cubicBezTo>
                    <a:pt x="1351154" y="721094"/>
                    <a:pt x="1340845" y="731404"/>
                    <a:pt x="1328127" y="731404"/>
                  </a:cubicBezTo>
                  <a:lnTo>
                    <a:pt x="23027" y="731404"/>
                  </a:lnTo>
                  <a:cubicBezTo>
                    <a:pt x="10310" y="731404"/>
                    <a:pt x="0" y="721094"/>
                    <a:pt x="0" y="708377"/>
                  </a:cubicBezTo>
                  <a:lnTo>
                    <a:pt x="0" y="23027"/>
                  </a:lnTo>
                  <a:cubicBezTo>
                    <a:pt x="0" y="10310"/>
                    <a:pt x="10310" y="0"/>
                    <a:pt x="23027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B4B4B4"/>
              </a:solidFill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33" name="TextBox 38">
              <a:extLst>
                <a:ext uri="{FF2B5EF4-FFF2-40B4-BE49-F238E27FC236}">
                  <a16:creationId xmlns:a16="http://schemas.microsoft.com/office/drawing/2014/main" id="{434E758E-02B6-DF76-55FB-AC861F04ABAB}"/>
                </a:ext>
              </a:extLst>
            </p:cNvPr>
            <p:cNvSpPr txBox="1"/>
            <p:nvPr/>
          </p:nvSpPr>
          <p:spPr>
            <a:xfrm>
              <a:off x="0" y="-19050"/>
              <a:ext cx="1351154" cy="7504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134" name="TextBox 39">
            <a:extLst>
              <a:ext uri="{FF2B5EF4-FFF2-40B4-BE49-F238E27FC236}">
                <a16:creationId xmlns:a16="http://schemas.microsoft.com/office/drawing/2014/main" id="{08B74980-6C57-5C3B-5C43-F5F847EDD1F0}"/>
              </a:ext>
            </a:extLst>
          </p:cNvPr>
          <p:cNvSpPr txBox="1"/>
          <p:nvPr/>
        </p:nvSpPr>
        <p:spPr>
          <a:xfrm>
            <a:off x="1472081" y="2583424"/>
            <a:ext cx="5201002" cy="539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4479"/>
              </a:lnSpc>
            </a:pPr>
            <a:r>
              <a:rPr lang="en-US" sz="3199" spc="-86" dirty="0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Mi </a:t>
            </a:r>
            <a:r>
              <a:rPr lang="en-US" sz="3199" spc="-86" dirty="0" err="1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máquina</a:t>
            </a:r>
            <a:r>
              <a:rPr lang="en-US" sz="3199" spc="-86" dirty="0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 local</a:t>
            </a:r>
          </a:p>
        </p:txBody>
      </p:sp>
      <p:grpSp>
        <p:nvGrpSpPr>
          <p:cNvPr id="135" name="Group 40">
            <a:extLst>
              <a:ext uri="{FF2B5EF4-FFF2-40B4-BE49-F238E27FC236}">
                <a16:creationId xmlns:a16="http://schemas.microsoft.com/office/drawing/2014/main" id="{8CC16DBD-D295-497F-50E2-7CD566ADFA2A}"/>
              </a:ext>
            </a:extLst>
          </p:cNvPr>
          <p:cNvGrpSpPr/>
          <p:nvPr/>
        </p:nvGrpSpPr>
        <p:grpSpPr>
          <a:xfrm>
            <a:off x="1461547" y="3784649"/>
            <a:ext cx="5723513" cy="5473651"/>
            <a:chOff x="0" y="0"/>
            <a:chExt cx="1358522" cy="590257"/>
          </a:xfrm>
        </p:grpSpPr>
        <p:sp>
          <p:nvSpPr>
            <p:cNvPr id="136" name="Freeform 41">
              <a:extLst>
                <a:ext uri="{FF2B5EF4-FFF2-40B4-BE49-F238E27FC236}">
                  <a16:creationId xmlns:a16="http://schemas.microsoft.com/office/drawing/2014/main" id="{C36B1980-58C3-4FC9-2FCC-2AE651772D0F}"/>
                </a:ext>
              </a:extLst>
            </p:cNvPr>
            <p:cNvSpPr/>
            <p:nvPr/>
          </p:nvSpPr>
          <p:spPr>
            <a:xfrm>
              <a:off x="0" y="0"/>
              <a:ext cx="1358522" cy="590257"/>
            </a:xfrm>
            <a:custGeom>
              <a:avLst/>
              <a:gdLst/>
              <a:ahLst/>
              <a:cxnLst/>
              <a:rect l="l" t="t" r="r" b="b"/>
              <a:pathLst>
                <a:path w="1358522" h="590257">
                  <a:moveTo>
                    <a:pt x="26643" y="0"/>
                  </a:moveTo>
                  <a:lnTo>
                    <a:pt x="1331879" y="0"/>
                  </a:lnTo>
                  <a:cubicBezTo>
                    <a:pt x="1338945" y="0"/>
                    <a:pt x="1345722" y="2807"/>
                    <a:pt x="1350719" y="7803"/>
                  </a:cubicBezTo>
                  <a:cubicBezTo>
                    <a:pt x="1355715" y="12800"/>
                    <a:pt x="1358522" y="19577"/>
                    <a:pt x="1358522" y="26643"/>
                  </a:cubicBezTo>
                  <a:lnTo>
                    <a:pt x="1358522" y="563615"/>
                  </a:lnTo>
                  <a:cubicBezTo>
                    <a:pt x="1358522" y="570681"/>
                    <a:pt x="1355715" y="577458"/>
                    <a:pt x="1350719" y="582454"/>
                  </a:cubicBezTo>
                  <a:cubicBezTo>
                    <a:pt x="1345722" y="587450"/>
                    <a:pt x="1338945" y="590257"/>
                    <a:pt x="1331879" y="590257"/>
                  </a:cubicBezTo>
                  <a:lnTo>
                    <a:pt x="26643" y="590257"/>
                  </a:lnTo>
                  <a:cubicBezTo>
                    <a:pt x="19577" y="590257"/>
                    <a:pt x="12800" y="587450"/>
                    <a:pt x="7803" y="582454"/>
                  </a:cubicBezTo>
                  <a:cubicBezTo>
                    <a:pt x="2807" y="577458"/>
                    <a:pt x="0" y="570681"/>
                    <a:pt x="0" y="563615"/>
                  </a:cubicBezTo>
                  <a:lnTo>
                    <a:pt x="0" y="26643"/>
                  </a:lnTo>
                  <a:cubicBezTo>
                    <a:pt x="0" y="19577"/>
                    <a:pt x="2807" y="12800"/>
                    <a:pt x="7803" y="7803"/>
                  </a:cubicBezTo>
                  <a:cubicBezTo>
                    <a:pt x="12800" y="2807"/>
                    <a:pt x="19577" y="0"/>
                    <a:pt x="26643" y="0"/>
                  </a:cubicBezTo>
                  <a:close/>
                </a:path>
              </a:pathLst>
            </a:custGeom>
            <a:solidFill>
              <a:srgbClr val="0F0E0E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37" name="TextBox 42">
              <a:extLst>
                <a:ext uri="{FF2B5EF4-FFF2-40B4-BE49-F238E27FC236}">
                  <a16:creationId xmlns:a16="http://schemas.microsoft.com/office/drawing/2014/main" id="{CD17EBF8-EDEB-2539-5D63-13BA314A0B23}"/>
                </a:ext>
              </a:extLst>
            </p:cNvPr>
            <p:cNvSpPr txBox="1"/>
            <p:nvPr/>
          </p:nvSpPr>
          <p:spPr>
            <a:xfrm>
              <a:off x="0" y="-19050"/>
              <a:ext cx="1358522" cy="6093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grpSp>
        <p:nvGrpSpPr>
          <p:cNvPr id="138" name="Group 57">
            <a:extLst>
              <a:ext uri="{FF2B5EF4-FFF2-40B4-BE49-F238E27FC236}">
                <a16:creationId xmlns:a16="http://schemas.microsoft.com/office/drawing/2014/main" id="{187E6BCA-EABA-B764-20A1-8557945839D1}"/>
              </a:ext>
            </a:extLst>
          </p:cNvPr>
          <p:cNvGrpSpPr/>
          <p:nvPr/>
        </p:nvGrpSpPr>
        <p:grpSpPr>
          <a:xfrm>
            <a:off x="3536824" y="6454282"/>
            <a:ext cx="1876174" cy="341111"/>
            <a:chOff x="0" y="0"/>
            <a:chExt cx="2644177" cy="477582"/>
          </a:xfrm>
        </p:grpSpPr>
        <p:sp>
          <p:nvSpPr>
            <p:cNvPr id="139" name="TextBox 58">
              <a:extLst>
                <a:ext uri="{FF2B5EF4-FFF2-40B4-BE49-F238E27FC236}">
                  <a16:creationId xmlns:a16="http://schemas.microsoft.com/office/drawing/2014/main" id="{8284A093-B01E-58A2-E88D-9B1A5B9FC43C}"/>
                </a:ext>
              </a:extLst>
            </p:cNvPr>
            <p:cNvSpPr txBox="1"/>
            <p:nvPr/>
          </p:nvSpPr>
          <p:spPr>
            <a:xfrm>
              <a:off x="455042" y="-66675"/>
              <a:ext cx="2189134" cy="5442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3359"/>
                </a:lnSpc>
              </a:pPr>
              <a:r>
                <a:rPr lang="en-US" sz="2400" spc="-6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styles.css</a:t>
              </a:r>
            </a:p>
          </p:txBody>
        </p:sp>
        <p:grpSp>
          <p:nvGrpSpPr>
            <p:cNvPr id="140" name="Group 59">
              <a:extLst>
                <a:ext uri="{FF2B5EF4-FFF2-40B4-BE49-F238E27FC236}">
                  <a16:creationId xmlns:a16="http://schemas.microsoft.com/office/drawing/2014/main" id="{59DED70A-910D-381A-3B45-16083FDC2CB0}"/>
                </a:ext>
              </a:extLst>
            </p:cNvPr>
            <p:cNvGrpSpPr/>
            <p:nvPr/>
          </p:nvGrpSpPr>
          <p:grpSpPr>
            <a:xfrm>
              <a:off x="0" y="69221"/>
              <a:ext cx="350938" cy="339139"/>
              <a:chOff x="0" y="0"/>
              <a:chExt cx="69321" cy="66990"/>
            </a:xfrm>
          </p:grpSpPr>
          <p:sp>
            <p:nvSpPr>
              <p:cNvPr id="141" name="Freeform 60">
                <a:extLst>
                  <a:ext uri="{FF2B5EF4-FFF2-40B4-BE49-F238E27FC236}">
                    <a16:creationId xmlns:a16="http://schemas.microsoft.com/office/drawing/2014/main" id="{AC0D8425-F582-F9D5-2E08-D902C0216CB1}"/>
                  </a:ext>
                </a:extLst>
              </p:cNvPr>
              <p:cNvSpPr/>
              <p:nvPr/>
            </p:nvSpPr>
            <p:spPr>
              <a:xfrm>
                <a:off x="0" y="0"/>
                <a:ext cx="69321" cy="66990"/>
              </a:xfrm>
              <a:custGeom>
                <a:avLst/>
                <a:gdLst/>
                <a:ahLst/>
                <a:cxnLst/>
                <a:rect l="l" t="t" r="r" b="b"/>
                <a:pathLst>
                  <a:path w="69321" h="66990">
                    <a:moveTo>
                      <a:pt x="0" y="0"/>
                    </a:moveTo>
                    <a:lnTo>
                      <a:pt x="69321" y="0"/>
                    </a:lnTo>
                    <a:lnTo>
                      <a:pt x="69321" y="66990"/>
                    </a:lnTo>
                    <a:lnTo>
                      <a:pt x="0" y="66990"/>
                    </a:lnTo>
                    <a:close/>
                  </a:path>
                </a:pathLst>
              </a:custGeom>
              <a:solidFill>
                <a:srgbClr val="CB6CE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142" name="TextBox 61">
                <a:extLst>
                  <a:ext uri="{FF2B5EF4-FFF2-40B4-BE49-F238E27FC236}">
                    <a16:creationId xmlns:a16="http://schemas.microsoft.com/office/drawing/2014/main" id="{E845B1E0-D3AE-3B9F-57FF-2B4AFA105FC3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69321" cy="860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 dirty="0"/>
              </a:p>
            </p:txBody>
          </p:sp>
        </p:grpSp>
      </p:grpSp>
      <p:grpSp>
        <p:nvGrpSpPr>
          <p:cNvPr id="143" name="Grupo 142">
            <a:extLst>
              <a:ext uri="{FF2B5EF4-FFF2-40B4-BE49-F238E27FC236}">
                <a16:creationId xmlns:a16="http://schemas.microsoft.com/office/drawing/2014/main" id="{C2F85C6F-9F60-9DD9-22F0-0F4B6BACDB2E}"/>
              </a:ext>
            </a:extLst>
          </p:cNvPr>
          <p:cNvGrpSpPr/>
          <p:nvPr/>
        </p:nvGrpSpPr>
        <p:grpSpPr>
          <a:xfrm>
            <a:off x="3535547" y="7276901"/>
            <a:ext cx="1995646" cy="413190"/>
            <a:chOff x="3899399" y="2821328"/>
            <a:chExt cx="1995646" cy="413190"/>
          </a:xfrm>
        </p:grpSpPr>
        <p:sp>
          <p:nvSpPr>
            <p:cNvPr id="144" name="TextBox 68">
              <a:extLst>
                <a:ext uri="{FF2B5EF4-FFF2-40B4-BE49-F238E27FC236}">
                  <a16:creationId xmlns:a16="http://schemas.microsoft.com/office/drawing/2014/main" id="{8443BC11-4D75-3557-623F-39EA57A47F32}"/>
                </a:ext>
              </a:extLst>
            </p:cNvPr>
            <p:cNvSpPr txBox="1"/>
            <p:nvPr/>
          </p:nvSpPr>
          <p:spPr>
            <a:xfrm>
              <a:off x="4222274" y="2821328"/>
              <a:ext cx="1672771" cy="4131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3359"/>
                </a:lnSpc>
              </a:pPr>
              <a:r>
                <a:rPr lang="en-US" sz="2400" spc="-6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styles-2.js</a:t>
              </a:r>
            </a:p>
          </p:txBody>
        </p:sp>
        <p:sp>
          <p:nvSpPr>
            <p:cNvPr id="145" name="Freeform 70">
              <a:extLst>
                <a:ext uri="{FF2B5EF4-FFF2-40B4-BE49-F238E27FC236}">
                  <a16:creationId xmlns:a16="http://schemas.microsoft.com/office/drawing/2014/main" id="{AAE0BAD8-1AC3-86B1-2DEC-7E55172958CA}"/>
                </a:ext>
              </a:extLst>
            </p:cNvPr>
            <p:cNvSpPr/>
            <p:nvPr/>
          </p:nvSpPr>
          <p:spPr>
            <a:xfrm>
              <a:off x="3899399" y="2918391"/>
              <a:ext cx="249008" cy="242229"/>
            </a:xfrm>
            <a:custGeom>
              <a:avLst/>
              <a:gdLst/>
              <a:ahLst/>
              <a:cxnLst/>
              <a:rect l="l" t="t" r="r" b="b"/>
              <a:pathLst>
                <a:path w="69321" h="66990">
                  <a:moveTo>
                    <a:pt x="0" y="0"/>
                  </a:moveTo>
                  <a:lnTo>
                    <a:pt x="69321" y="0"/>
                  </a:lnTo>
                  <a:lnTo>
                    <a:pt x="69321" y="66990"/>
                  </a:lnTo>
                  <a:lnTo>
                    <a:pt x="0" y="66990"/>
                  </a:lnTo>
                  <a:close/>
                </a:path>
              </a:pathLst>
            </a:custGeom>
            <a:solidFill>
              <a:srgbClr val="FFFF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46" name="Group 67">
            <a:extLst>
              <a:ext uri="{FF2B5EF4-FFF2-40B4-BE49-F238E27FC236}">
                <a16:creationId xmlns:a16="http://schemas.microsoft.com/office/drawing/2014/main" id="{E447BB84-2B11-6610-FA0D-8CFCCC2670E1}"/>
              </a:ext>
            </a:extLst>
          </p:cNvPr>
          <p:cNvGrpSpPr/>
          <p:nvPr/>
        </p:nvGrpSpPr>
        <p:grpSpPr>
          <a:xfrm>
            <a:off x="3537694" y="6877031"/>
            <a:ext cx="1995646" cy="341111"/>
            <a:chOff x="0" y="0"/>
            <a:chExt cx="2812553" cy="477582"/>
          </a:xfrm>
        </p:grpSpPr>
        <p:sp>
          <p:nvSpPr>
            <p:cNvPr id="147" name="TextBox 68">
              <a:extLst>
                <a:ext uri="{FF2B5EF4-FFF2-40B4-BE49-F238E27FC236}">
                  <a16:creationId xmlns:a16="http://schemas.microsoft.com/office/drawing/2014/main" id="{BB54F39A-FD27-32A7-B0E1-564EDF51E59A}"/>
                </a:ext>
              </a:extLst>
            </p:cNvPr>
            <p:cNvSpPr txBox="1"/>
            <p:nvPr/>
          </p:nvSpPr>
          <p:spPr>
            <a:xfrm>
              <a:off x="455042" y="-66675"/>
              <a:ext cx="2357511" cy="5442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3359"/>
                </a:lnSpc>
              </a:pPr>
              <a:r>
                <a:rPr lang="en-US" sz="2400" spc="-6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scripts.js</a:t>
              </a:r>
            </a:p>
          </p:txBody>
        </p:sp>
        <p:grpSp>
          <p:nvGrpSpPr>
            <p:cNvPr id="148" name="Group 69">
              <a:extLst>
                <a:ext uri="{FF2B5EF4-FFF2-40B4-BE49-F238E27FC236}">
                  <a16:creationId xmlns:a16="http://schemas.microsoft.com/office/drawing/2014/main" id="{F30F3061-4CF8-F937-BB09-589849EA5032}"/>
                </a:ext>
              </a:extLst>
            </p:cNvPr>
            <p:cNvGrpSpPr/>
            <p:nvPr/>
          </p:nvGrpSpPr>
          <p:grpSpPr>
            <a:xfrm>
              <a:off x="0" y="69221"/>
              <a:ext cx="350938" cy="339139"/>
              <a:chOff x="0" y="0"/>
              <a:chExt cx="69321" cy="66990"/>
            </a:xfrm>
          </p:grpSpPr>
          <p:sp>
            <p:nvSpPr>
              <p:cNvPr id="149" name="Freeform 70">
                <a:extLst>
                  <a:ext uri="{FF2B5EF4-FFF2-40B4-BE49-F238E27FC236}">
                    <a16:creationId xmlns:a16="http://schemas.microsoft.com/office/drawing/2014/main" id="{5A75134E-13A2-27BD-D8B9-E540C6D8C8F2}"/>
                  </a:ext>
                </a:extLst>
              </p:cNvPr>
              <p:cNvSpPr/>
              <p:nvPr/>
            </p:nvSpPr>
            <p:spPr>
              <a:xfrm>
                <a:off x="0" y="0"/>
                <a:ext cx="69321" cy="66990"/>
              </a:xfrm>
              <a:custGeom>
                <a:avLst/>
                <a:gdLst/>
                <a:ahLst/>
                <a:cxnLst/>
                <a:rect l="l" t="t" r="r" b="b"/>
                <a:pathLst>
                  <a:path w="69321" h="66990">
                    <a:moveTo>
                      <a:pt x="0" y="0"/>
                    </a:moveTo>
                    <a:lnTo>
                      <a:pt x="69321" y="0"/>
                    </a:lnTo>
                    <a:lnTo>
                      <a:pt x="69321" y="66990"/>
                    </a:lnTo>
                    <a:lnTo>
                      <a:pt x="0" y="66990"/>
                    </a:lnTo>
                    <a:close/>
                  </a:path>
                </a:pathLst>
              </a:custGeom>
              <a:solidFill>
                <a:srgbClr val="1E3EE3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150" name="TextBox 71">
                <a:extLst>
                  <a:ext uri="{FF2B5EF4-FFF2-40B4-BE49-F238E27FC236}">
                    <a16:creationId xmlns:a16="http://schemas.microsoft.com/office/drawing/2014/main" id="{A6172BAC-6159-C2D9-F7B0-7A36670D21DD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69321" cy="860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</p:grpSp>
      <p:grpSp>
        <p:nvGrpSpPr>
          <p:cNvPr id="151" name="Group 72">
            <a:extLst>
              <a:ext uri="{FF2B5EF4-FFF2-40B4-BE49-F238E27FC236}">
                <a16:creationId xmlns:a16="http://schemas.microsoft.com/office/drawing/2014/main" id="{5AC2F7A3-2719-3CA6-8F97-690438977874}"/>
              </a:ext>
            </a:extLst>
          </p:cNvPr>
          <p:cNvGrpSpPr/>
          <p:nvPr/>
        </p:nvGrpSpPr>
        <p:grpSpPr>
          <a:xfrm>
            <a:off x="3520307" y="5979958"/>
            <a:ext cx="2473533" cy="388733"/>
            <a:chOff x="0" y="-66674"/>
            <a:chExt cx="3486061" cy="544257"/>
          </a:xfrm>
        </p:grpSpPr>
        <p:sp>
          <p:nvSpPr>
            <p:cNvPr id="152" name="TextBox 73">
              <a:extLst>
                <a:ext uri="{FF2B5EF4-FFF2-40B4-BE49-F238E27FC236}">
                  <a16:creationId xmlns:a16="http://schemas.microsoft.com/office/drawing/2014/main" id="{04F39870-E980-EAB1-A855-79E6907A2FAE}"/>
                </a:ext>
              </a:extLst>
            </p:cNvPr>
            <p:cNvSpPr txBox="1"/>
            <p:nvPr/>
          </p:nvSpPr>
          <p:spPr>
            <a:xfrm>
              <a:off x="455043" y="-66674"/>
              <a:ext cx="3031018" cy="5442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3359"/>
                </a:lnSpc>
              </a:pPr>
              <a:r>
                <a:rPr lang="en-US" sz="2400" spc="-6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index.html</a:t>
              </a:r>
            </a:p>
          </p:txBody>
        </p:sp>
        <p:grpSp>
          <p:nvGrpSpPr>
            <p:cNvPr id="153" name="Group 74">
              <a:extLst>
                <a:ext uri="{FF2B5EF4-FFF2-40B4-BE49-F238E27FC236}">
                  <a16:creationId xmlns:a16="http://schemas.microsoft.com/office/drawing/2014/main" id="{8362FE82-60AE-D201-E339-F7C60C7FC499}"/>
                </a:ext>
              </a:extLst>
            </p:cNvPr>
            <p:cNvGrpSpPr/>
            <p:nvPr/>
          </p:nvGrpSpPr>
          <p:grpSpPr>
            <a:xfrm>
              <a:off x="0" y="69221"/>
              <a:ext cx="350938" cy="339139"/>
              <a:chOff x="0" y="0"/>
              <a:chExt cx="69321" cy="66990"/>
            </a:xfrm>
          </p:grpSpPr>
          <p:sp>
            <p:nvSpPr>
              <p:cNvPr id="154" name="Freeform 75">
                <a:extLst>
                  <a:ext uri="{FF2B5EF4-FFF2-40B4-BE49-F238E27FC236}">
                    <a16:creationId xmlns:a16="http://schemas.microsoft.com/office/drawing/2014/main" id="{0E61BE21-39A3-C1AA-76A7-A4608B263472}"/>
                  </a:ext>
                </a:extLst>
              </p:cNvPr>
              <p:cNvSpPr/>
              <p:nvPr/>
            </p:nvSpPr>
            <p:spPr>
              <a:xfrm>
                <a:off x="0" y="0"/>
                <a:ext cx="69321" cy="66990"/>
              </a:xfrm>
              <a:custGeom>
                <a:avLst/>
                <a:gdLst/>
                <a:ahLst/>
                <a:cxnLst/>
                <a:rect l="l" t="t" r="r" b="b"/>
                <a:pathLst>
                  <a:path w="69321" h="66990">
                    <a:moveTo>
                      <a:pt x="0" y="0"/>
                    </a:moveTo>
                    <a:lnTo>
                      <a:pt x="69321" y="0"/>
                    </a:lnTo>
                    <a:lnTo>
                      <a:pt x="69321" y="66990"/>
                    </a:lnTo>
                    <a:lnTo>
                      <a:pt x="0" y="66990"/>
                    </a:lnTo>
                    <a:close/>
                  </a:path>
                </a:pathLst>
              </a:custGeom>
              <a:solidFill>
                <a:srgbClr val="7ED957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155" name="TextBox 76">
                <a:extLst>
                  <a:ext uri="{FF2B5EF4-FFF2-40B4-BE49-F238E27FC236}">
                    <a16:creationId xmlns:a16="http://schemas.microsoft.com/office/drawing/2014/main" id="{ED119BB6-DB5B-0662-C9D2-85CB681FEFC0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69321" cy="860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</p:grpSp>
      <p:grpSp>
        <p:nvGrpSpPr>
          <p:cNvPr id="157" name="Grupo 156">
            <a:extLst>
              <a:ext uri="{FF2B5EF4-FFF2-40B4-BE49-F238E27FC236}">
                <a16:creationId xmlns:a16="http://schemas.microsoft.com/office/drawing/2014/main" id="{6C251766-CF55-E062-4B08-58895C4B23D2}"/>
              </a:ext>
            </a:extLst>
          </p:cNvPr>
          <p:cNvGrpSpPr/>
          <p:nvPr/>
        </p:nvGrpSpPr>
        <p:grpSpPr>
          <a:xfrm>
            <a:off x="1461548" y="4141328"/>
            <a:ext cx="5369360" cy="742727"/>
            <a:chOff x="11277600" y="1501245"/>
            <a:chExt cx="7277100" cy="1203855"/>
          </a:xfrm>
        </p:grpSpPr>
        <p:grpSp>
          <p:nvGrpSpPr>
            <p:cNvPr id="158" name="Group 9">
              <a:extLst>
                <a:ext uri="{FF2B5EF4-FFF2-40B4-BE49-F238E27FC236}">
                  <a16:creationId xmlns:a16="http://schemas.microsoft.com/office/drawing/2014/main" id="{162408E6-E618-9735-6227-1F8E7757B4FF}"/>
                </a:ext>
              </a:extLst>
            </p:cNvPr>
            <p:cNvGrpSpPr/>
            <p:nvPr/>
          </p:nvGrpSpPr>
          <p:grpSpPr>
            <a:xfrm>
              <a:off x="11277600" y="1501245"/>
              <a:ext cx="7277100" cy="1203855"/>
              <a:chOff x="0" y="-47625"/>
              <a:chExt cx="2734992" cy="466725"/>
            </a:xfrm>
          </p:grpSpPr>
          <p:sp>
            <p:nvSpPr>
              <p:cNvPr id="162" name="Freeform 10">
                <a:extLst>
                  <a:ext uri="{FF2B5EF4-FFF2-40B4-BE49-F238E27FC236}">
                    <a16:creationId xmlns:a16="http://schemas.microsoft.com/office/drawing/2014/main" id="{1A9CE0C0-2C97-6F02-9395-67575D64557B}"/>
                  </a:ext>
                </a:extLst>
              </p:cNvPr>
              <p:cNvSpPr/>
              <p:nvPr/>
            </p:nvSpPr>
            <p:spPr>
              <a:xfrm>
                <a:off x="0" y="0"/>
                <a:ext cx="2734992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2031332" h="419100">
                    <a:moveTo>
                      <a:pt x="23643" y="0"/>
                    </a:moveTo>
                    <a:lnTo>
                      <a:pt x="2007689" y="0"/>
                    </a:lnTo>
                    <a:cubicBezTo>
                      <a:pt x="2020747" y="0"/>
                      <a:pt x="2031332" y="10585"/>
                      <a:pt x="2031332" y="23643"/>
                    </a:cubicBezTo>
                    <a:lnTo>
                      <a:pt x="2031332" y="395457"/>
                    </a:lnTo>
                    <a:cubicBezTo>
                      <a:pt x="2031332" y="401727"/>
                      <a:pt x="2028841" y="407741"/>
                      <a:pt x="2024407" y="412175"/>
                    </a:cubicBezTo>
                    <a:cubicBezTo>
                      <a:pt x="2019973" y="416609"/>
                      <a:pt x="2013959" y="419100"/>
                      <a:pt x="2007689" y="419100"/>
                    </a:cubicBezTo>
                    <a:lnTo>
                      <a:pt x="23643" y="419100"/>
                    </a:lnTo>
                    <a:cubicBezTo>
                      <a:pt x="17373" y="419100"/>
                      <a:pt x="11359" y="416609"/>
                      <a:pt x="6925" y="412175"/>
                    </a:cubicBezTo>
                    <a:cubicBezTo>
                      <a:pt x="2491" y="407741"/>
                      <a:pt x="0" y="401727"/>
                      <a:pt x="0" y="395457"/>
                    </a:cubicBezTo>
                    <a:lnTo>
                      <a:pt x="0" y="23643"/>
                    </a:lnTo>
                    <a:cubicBezTo>
                      <a:pt x="0" y="17373"/>
                      <a:pt x="2491" y="11359"/>
                      <a:pt x="6925" y="6925"/>
                    </a:cubicBezTo>
                    <a:cubicBezTo>
                      <a:pt x="11359" y="2491"/>
                      <a:pt x="17373" y="0"/>
                      <a:pt x="23643" y="0"/>
                    </a:cubicBezTo>
                    <a:close/>
                  </a:path>
                </a:pathLst>
              </a:custGeom>
              <a:noFill/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163" name="TextBox 11">
                <a:extLst>
                  <a:ext uri="{FF2B5EF4-FFF2-40B4-BE49-F238E27FC236}">
                    <a16:creationId xmlns:a16="http://schemas.microsoft.com/office/drawing/2014/main" id="{2280B7F0-DC4B-1C01-E323-AA5ECA5F5CBA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2031332" cy="4667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11"/>
                  </a:lnSpc>
                </a:pPr>
                <a:endParaRPr/>
              </a:p>
            </p:txBody>
          </p:sp>
        </p:grpSp>
        <p:grpSp>
          <p:nvGrpSpPr>
            <p:cNvPr id="159" name="Grupo 158">
              <a:extLst>
                <a:ext uri="{FF2B5EF4-FFF2-40B4-BE49-F238E27FC236}">
                  <a16:creationId xmlns:a16="http://schemas.microsoft.com/office/drawing/2014/main" id="{F648F863-1D73-33ED-5579-951FF3D7492E}"/>
                </a:ext>
              </a:extLst>
            </p:cNvPr>
            <p:cNvGrpSpPr/>
            <p:nvPr/>
          </p:nvGrpSpPr>
          <p:grpSpPr>
            <a:xfrm>
              <a:off x="12279056" y="1790700"/>
              <a:ext cx="4970491" cy="695681"/>
              <a:chOff x="12337765" y="1831143"/>
              <a:chExt cx="4970491" cy="695681"/>
            </a:xfrm>
          </p:grpSpPr>
          <p:sp>
            <p:nvSpPr>
              <p:cNvPr id="160" name="TextBox 14">
                <a:extLst>
                  <a:ext uri="{FF2B5EF4-FFF2-40B4-BE49-F238E27FC236}">
                    <a16:creationId xmlns:a16="http://schemas.microsoft.com/office/drawing/2014/main" id="{5E344E1C-221F-4CB1-D484-80C8A6C36920}"/>
                  </a:ext>
                </a:extLst>
              </p:cNvPr>
              <p:cNvSpPr txBox="1"/>
              <p:nvPr/>
            </p:nvSpPr>
            <p:spPr>
              <a:xfrm>
                <a:off x="13117929" y="1916776"/>
                <a:ext cx="4190327" cy="52441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3611"/>
                  </a:lnSpc>
                </a:pPr>
                <a:r>
                  <a:rPr lang="en-US" sz="2799" dirty="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feature/mi-</a:t>
                </a:r>
                <a:r>
                  <a:rPr lang="en-US" sz="2799" dirty="0" err="1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rama</a:t>
                </a:r>
                <a:endParaRPr lang="en-US" sz="2799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pic>
            <p:nvPicPr>
              <p:cNvPr id="161" name="Imagen 160" descr="Git-branch - Free vector icons on creazilla.com">
                <a:extLst>
                  <a:ext uri="{FF2B5EF4-FFF2-40B4-BE49-F238E27FC236}">
                    <a16:creationId xmlns:a16="http://schemas.microsoft.com/office/drawing/2014/main" id="{2C6F841A-2918-DC9D-D995-6849268A801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duotone>
                  <a:schemeClr val="accent3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brightnessContrast bright="40000" contrast="4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12337765" y="1831143"/>
                <a:ext cx="695681" cy="695681"/>
              </a:xfrm>
              <a:prstGeom prst="rect">
                <a:avLst/>
              </a:prstGeom>
            </p:spPr>
          </p:pic>
        </p:grpSp>
      </p:grpSp>
      <p:grpSp>
        <p:nvGrpSpPr>
          <p:cNvPr id="164" name="Grupo 163">
            <a:extLst>
              <a:ext uri="{FF2B5EF4-FFF2-40B4-BE49-F238E27FC236}">
                <a16:creationId xmlns:a16="http://schemas.microsoft.com/office/drawing/2014/main" id="{F47D2AF1-F035-32D7-FF47-D223C6518EB4}"/>
              </a:ext>
            </a:extLst>
          </p:cNvPr>
          <p:cNvGrpSpPr/>
          <p:nvPr/>
        </p:nvGrpSpPr>
        <p:grpSpPr>
          <a:xfrm>
            <a:off x="1461547" y="3206886"/>
            <a:ext cx="5723513" cy="973670"/>
            <a:chOff x="709547" y="2145505"/>
            <a:chExt cx="5369360" cy="973670"/>
          </a:xfrm>
        </p:grpSpPr>
        <p:grpSp>
          <p:nvGrpSpPr>
            <p:cNvPr id="165" name="Group 9">
              <a:extLst>
                <a:ext uri="{FF2B5EF4-FFF2-40B4-BE49-F238E27FC236}">
                  <a16:creationId xmlns:a16="http://schemas.microsoft.com/office/drawing/2014/main" id="{107F2A55-2E51-CB66-9FEA-8D9FF8F32837}"/>
                </a:ext>
              </a:extLst>
            </p:cNvPr>
            <p:cNvGrpSpPr/>
            <p:nvPr/>
          </p:nvGrpSpPr>
          <p:grpSpPr>
            <a:xfrm>
              <a:off x="709547" y="2145505"/>
              <a:ext cx="5369360" cy="973670"/>
              <a:chOff x="0" y="-47625"/>
              <a:chExt cx="2734992" cy="466725"/>
            </a:xfrm>
          </p:grpSpPr>
          <p:sp>
            <p:nvSpPr>
              <p:cNvPr id="168" name="Freeform 10">
                <a:extLst>
                  <a:ext uri="{FF2B5EF4-FFF2-40B4-BE49-F238E27FC236}">
                    <a16:creationId xmlns:a16="http://schemas.microsoft.com/office/drawing/2014/main" id="{2BB41748-F277-6D77-141A-34908DADC288}"/>
                  </a:ext>
                </a:extLst>
              </p:cNvPr>
              <p:cNvSpPr/>
              <p:nvPr/>
            </p:nvSpPr>
            <p:spPr>
              <a:xfrm>
                <a:off x="0" y="0"/>
                <a:ext cx="2734992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2031332" h="419100">
                    <a:moveTo>
                      <a:pt x="23643" y="0"/>
                    </a:moveTo>
                    <a:lnTo>
                      <a:pt x="2007689" y="0"/>
                    </a:lnTo>
                    <a:cubicBezTo>
                      <a:pt x="2020747" y="0"/>
                      <a:pt x="2031332" y="10585"/>
                      <a:pt x="2031332" y="23643"/>
                    </a:cubicBezTo>
                    <a:lnTo>
                      <a:pt x="2031332" y="395457"/>
                    </a:lnTo>
                    <a:cubicBezTo>
                      <a:pt x="2031332" y="401727"/>
                      <a:pt x="2028841" y="407741"/>
                      <a:pt x="2024407" y="412175"/>
                    </a:cubicBezTo>
                    <a:cubicBezTo>
                      <a:pt x="2019973" y="416609"/>
                      <a:pt x="2013959" y="419100"/>
                      <a:pt x="2007689" y="419100"/>
                    </a:cubicBezTo>
                    <a:lnTo>
                      <a:pt x="23643" y="419100"/>
                    </a:lnTo>
                    <a:cubicBezTo>
                      <a:pt x="17373" y="419100"/>
                      <a:pt x="11359" y="416609"/>
                      <a:pt x="6925" y="412175"/>
                    </a:cubicBezTo>
                    <a:cubicBezTo>
                      <a:pt x="2491" y="407741"/>
                      <a:pt x="0" y="401727"/>
                      <a:pt x="0" y="395457"/>
                    </a:cubicBezTo>
                    <a:lnTo>
                      <a:pt x="0" y="23643"/>
                    </a:lnTo>
                    <a:cubicBezTo>
                      <a:pt x="0" y="17373"/>
                      <a:pt x="2491" y="11359"/>
                      <a:pt x="6925" y="6925"/>
                    </a:cubicBezTo>
                    <a:cubicBezTo>
                      <a:pt x="11359" y="2491"/>
                      <a:pt x="17373" y="0"/>
                      <a:pt x="23643" y="0"/>
                    </a:cubicBez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169" name="TextBox 11">
                <a:extLst>
                  <a:ext uri="{FF2B5EF4-FFF2-40B4-BE49-F238E27FC236}">
                    <a16:creationId xmlns:a16="http://schemas.microsoft.com/office/drawing/2014/main" id="{AE55A172-0793-158F-2285-B99C455AB5CE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2031332" cy="4667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11"/>
                  </a:lnSpc>
                </a:pPr>
                <a:endParaRPr/>
              </a:p>
            </p:txBody>
          </p:sp>
        </p:grpSp>
        <p:sp>
          <p:nvSpPr>
            <p:cNvPr id="166" name="TextBox 14">
              <a:extLst>
                <a:ext uri="{FF2B5EF4-FFF2-40B4-BE49-F238E27FC236}">
                  <a16:creationId xmlns:a16="http://schemas.microsoft.com/office/drawing/2014/main" id="{7830CE9C-ED32-354F-FC4B-F479D8DCAE93}"/>
                </a:ext>
              </a:extLst>
            </p:cNvPr>
            <p:cNvSpPr txBox="1"/>
            <p:nvPr/>
          </p:nvSpPr>
          <p:spPr>
            <a:xfrm>
              <a:off x="1451443" y="2480525"/>
              <a:ext cx="3989996" cy="4241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>
                <a:lnSpc>
                  <a:spcPts val="3095"/>
                </a:lnSpc>
              </a:pPr>
              <a:r>
                <a:rPr lang="en-US" sz="2800" spc="-131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mi-</a:t>
              </a:r>
              <a:r>
                <a:rPr lang="en-US" sz="2800" spc="-131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proyecto</a:t>
              </a:r>
              <a:r>
                <a:rPr lang="en-US" sz="2800" spc="-131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-</a:t>
              </a:r>
              <a:r>
                <a:rPr lang="en-US" sz="2800" spc="-131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clonado</a:t>
              </a:r>
              <a:endParaRPr lang="en-US" sz="2800" spc="-13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67" name="Freeform 50">
              <a:extLst>
                <a:ext uri="{FF2B5EF4-FFF2-40B4-BE49-F238E27FC236}">
                  <a16:creationId xmlns:a16="http://schemas.microsoft.com/office/drawing/2014/main" id="{B5E74743-DDBB-A889-F3EE-450B16F5A6AA}"/>
                </a:ext>
              </a:extLst>
            </p:cNvPr>
            <p:cNvSpPr/>
            <p:nvPr/>
          </p:nvSpPr>
          <p:spPr>
            <a:xfrm>
              <a:off x="1026470" y="2429721"/>
              <a:ext cx="444723" cy="394760"/>
            </a:xfrm>
            <a:custGeom>
              <a:avLst/>
              <a:gdLst/>
              <a:ahLst/>
              <a:cxnLst/>
              <a:rect l="l" t="t" r="r" b="b"/>
              <a:pathLst>
                <a:path w="626768" h="552695">
                  <a:moveTo>
                    <a:pt x="0" y="0"/>
                  </a:moveTo>
                  <a:lnTo>
                    <a:pt x="626768" y="0"/>
                  </a:lnTo>
                  <a:lnTo>
                    <a:pt x="626768" y="552695"/>
                  </a:lnTo>
                  <a:lnTo>
                    <a:pt x="0" y="5526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73" name="Group 52">
            <a:extLst>
              <a:ext uri="{FF2B5EF4-FFF2-40B4-BE49-F238E27FC236}">
                <a16:creationId xmlns:a16="http://schemas.microsoft.com/office/drawing/2014/main" id="{5DFF4C43-D172-D08D-EFE1-4945C834E182}"/>
              </a:ext>
            </a:extLst>
          </p:cNvPr>
          <p:cNvGrpSpPr/>
          <p:nvPr/>
        </p:nvGrpSpPr>
        <p:grpSpPr>
          <a:xfrm>
            <a:off x="8246237" y="2858240"/>
            <a:ext cx="9320543" cy="960554"/>
            <a:chOff x="0" y="0"/>
            <a:chExt cx="2441105" cy="197645"/>
          </a:xfrm>
        </p:grpSpPr>
        <p:sp>
          <p:nvSpPr>
            <p:cNvPr id="174" name="Freeform 53">
              <a:extLst>
                <a:ext uri="{FF2B5EF4-FFF2-40B4-BE49-F238E27FC236}">
                  <a16:creationId xmlns:a16="http://schemas.microsoft.com/office/drawing/2014/main" id="{28343D5E-2DE1-F35D-2147-0616549B0E7E}"/>
                </a:ext>
              </a:extLst>
            </p:cNvPr>
            <p:cNvSpPr/>
            <p:nvPr/>
          </p:nvSpPr>
          <p:spPr>
            <a:xfrm>
              <a:off x="0" y="0"/>
              <a:ext cx="2441105" cy="197645"/>
            </a:xfrm>
            <a:custGeom>
              <a:avLst/>
              <a:gdLst/>
              <a:ahLst/>
              <a:cxnLst/>
              <a:rect l="l" t="t" r="r" b="b"/>
              <a:pathLst>
                <a:path w="2441105" h="197645">
                  <a:moveTo>
                    <a:pt x="12745" y="0"/>
                  </a:moveTo>
                  <a:lnTo>
                    <a:pt x="2428360" y="0"/>
                  </a:lnTo>
                  <a:cubicBezTo>
                    <a:pt x="2431740" y="0"/>
                    <a:pt x="2434982" y="1343"/>
                    <a:pt x="2437372" y="3733"/>
                  </a:cubicBezTo>
                  <a:cubicBezTo>
                    <a:pt x="2439763" y="6123"/>
                    <a:pt x="2441105" y="9365"/>
                    <a:pt x="2441105" y="12745"/>
                  </a:cubicBezTo>
                  <a:lnTo>
                    <a:pt x="2441105" y="184899"/>
                  </a:lnTo>
                  <a:cubicBezTo>
                    <a:pt x="2441105" y="188280"/>
                    <a:pt x="2439763" y="191522"/>
                    <a:pt x="2437372" y="193912"/>
                  </a:cubicBezTo>
                  <a:cubicBezTo>
                    <a:pt x="2434982" y="196302"/>
                    <a:pt x="2431740" y="197645"/>
                    <a:pt x="2428360" y="197645"/>
                  </a:cubicBezTo>
                  <a:lnTo>
                    <a:pt x="12745" y="197645"/>
                  </a:lnTo>
                  <a:cubicBezTo>
                    <a:pt x="9365" y="197645"/>
                    <a:pt x="6123" y="196302"/>
                    <a:pt x="3733" y="193912"/>
                  </a:cubicBezTo>
                  <a:cubicBezTo>
                    <a:pt x="1343" y="191522"/>
                    <a:pt x="0" y="188280"/>
                    <a:pt x="0" y="184899"/>
                  </a:cubicBezTo>
                  <a:lnTo>
                    <a:pt x="0" y="12745"/>
                  </a:lnTo>
                  <a:cubicBezTo>
                    <a:pt x="0" y="9365"/>
                    <a:pt x="1343" y="6123"/>
                    <a:pt x="3733" y="3733"/>
                  </a:cubicBezTo>
                  <a:cubicBezTo>
                    <a:pt x="6123" y="1343"/>
                    <a:pt x="9365" y="0"/>
                    <a:pt x="12745" y="0"/>
                  </a:cubicBezTo>
                  <a:close/>
                </a:path>
              </a:pathLst>
            </a:custGeom>
            <a:solidFill>
              <a:srgbClr val="0F0E0E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75" name="TextBox 54">
              <a:extLst>
                <a:ext uri="{FF2B5EF4-FFF2-40B4-BE49-F238E27FC236}">
                  <a16:creationId xmlns:a16="http://schemas.microsoft.com/office/drawing/2014/main" id="{0D4E949E-8DDB-2093-D846-8953614F9A82}"/>
                </a:ext>
              </a:extLst>
            </p:cNvPr>
            <p:cNvSpPr txBox="1"/>
            <p:nvPr/>
          </p:nvSpPr>
          <p:spPr>
            <a:xfrm>
              <a:off x="0" y="-19050"/>
              <a:ext cx="2441105" cy="2166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176" name="TextBox 56">
            <a:extLst>
              <a:ext uri="{FF2B5EF4-FFF2-40B4-BE49-F238E27FC236}">
                <a16:creationId xmlns:a16="http://schemas.microsoft.com/office/drawing/2014/main" id="{F4766A9F-251C-505E-04E5-B64E6AE54271}"/>
              </a:ext>
            </a:extLst>
          </p:cNvPr>
          <p:cNvSpPr txBox="1"/>
          <p:nvPr/>
        </p:nvSpPr>
        <p:spPr>
          <a:xfrm>
            <a:off x="8480507" y="3109417"/>
            <a:ext cx="8852003" cy="413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359"/>
              </a:lnSpc>
            </a:pPr>
            <a:r>
              <a:rPr lang="en-US" sz="2400" spc="-6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&gt; git add .</a:t>
            </a:r>
            <a:endParaRPr lang="en-US" sz="2400" spc="-64" dirty="0">
              <a:solidFill>
                <a:srgbClr val="D9D9D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77" name="Grupo 176">
            <a:extLst>
              <a:ext uri="{FF2B5EF4-FFF2-40B4-BE49-F238E27FC236}">
                <a16:creationId xmlns:a16="http://schemas.microsoft.com/office/drawing/2014/main" id="{D2CF39CE-7D27-C11F-5E8D-B8FF37944502}"/>
              </a:ext>
            </a:extLst>
          </p:cNvPr>
          <p:cNvGrpSpPr/>
          <p:nvPr/>
        </p:nvGrpSpPr>
        <p:grpSpPr>
          <a:xfrm>
            <a:off x="10670191" y="4598969"/>
            <a:ext cx="4569009" cy="3091122"/>
            <a:chOff x="6337647" y="4389234"/>
            <a:chExt cx="5183506" cy="3333626"/>
          </a:xfrm>
        </p:grpSpPr>
        <p:grpSp>
          <p:nvGrpSpPr>
            <p:cNvPr id="178" name="Group 13">
              <a:extLst>
                <a:ext uri="{FF2B5EF4-FFF2-40B4-BE49-F238E27FC236}">
                  <a16:creationId xmlns:a16="http://schemas.microsoft.com/office/drawing/2014/main" id="{EA316442-62CC-4F8C-B6C3-9DA0CC457205}"/>
                </a:ext>
              </a:extLst>
            </p:cNvPr>
            <p:cNvGrpSpPr/>
            <p:nvPr/>
          </p:nvGrpSpPr>
          <p:grpSpPr>
            <a:xfrm>
              <a:off x="6337647" y="4389234"/>
              <a:ext cx="5183506" cy="3333626"/>
              <a:chOff x="0" y="0"/>
              <a:chExt cx="1351154" cy="731404"/>
            </a:xfrm>
          </p:grpSpPr>
          <p:sp>
            <p:nvSpPr>
              <p:cNvPr id="180" name="Freeform 14">
                <a:extLst>
                  <a:ext uri="{FF2B5EF4-FFF2-40B4-BE49-F238E27FC236}">
                    <a16:creationId xmlns:a16="http://schemas.microsoft.com/office/drawing/2014/main" id="{23A93EAF-BE9F-C9E3-B63B-601C6BABCCE5}"/>
                  </a:ext>
                </a:extLst>
              </p:cNvPr>
              <p:cNvSpPr/>
              <p:nvPr/>
            </p:nvSpPr>
            <p:spPr>
              <a:xfrm>
                <a:off x="0" y="0"/>
                <a:ext cx="1351154" cy="731404"/>
              </a:xfrm>
              <a:custGeom>
                <a:avLst/>
                <a:gdLst/>
                <a:ahLst/>
                <a:cxnLst/>
                <a:rect l="l" t="t" r="r" b="b"/>
                <a:pathLst>
                  <a:path w="1351154" h="731404">
                    <a:moveTo>
                      <a:pt x="23027" y="0"/>
                    </a:moveTo>
                    <a:lnTo>
                      <a:pt x="1328127" y="0"/>
                    </a:lnTo>
                    <a:cubicBezTo>
                      <a:pt x="1340845" y="0"/>
                      <a:pt x="1351154" y="10310"/>
                      <a:pt x="1351154" y="23027"/>
                    </a:cubicBezTo>
                    <a:lnTo>
                      <a:pt x="1351154" y="708377"/>
                    </a:lnTo>
                    <a:cubicBezTo>
                      <a:pt x="1351154" y="721094"/>
                      <a:pt x="1340845" y="731404"/>
                      <a:pt x="1328127" y="731404"/>
                    </a:cubicBezTo>
                    <a:lnTo>
                      <a:pt x="23027" y="731404"/>
                    </a:lnTo>
                    <a:cubicBezTo>
                      <a:pt x="10310" y="731404"/>
                      <a:pt x="0" y="721094"/>
                      <a:pt x="0" y="708377"/>
                    </a:cubicBezTo>
                    <a:lnTo>
                      <a:pt x="0" y="23027"/>
                    </a:lnTo>
                    <a:cubicBezTo>
                      <a:pt x="0" y="10310"/>
                      <a:pt x="10310" y="0"/>
                      <a:pt x="23027" y="0"/>
                    </a:cubicBezTo>
                    <a:close/>
                  </a:path>
                </a:pathLst>
              </a:custGeom>
              <a:solidFill>
                <a:schemeClr val="tx2">
                  <a:lumMod val="50000"/>
                </a:schemeClr>
              </a:solidFill>
              <a:ln w="38100" cap="rnd">
                <a:solidFill>
                  <a:srgbClr val="B4B4B4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181" name="TextBox 15">
                <a:extLst>
                  <a:ext uri="{FF2B5EF4-FFF2-40B4-BE49-F238E27FC236}">
                    <a16:creationId xmlns:a16="http://schemas.microsoft.com/office/drawing/2014/main" id="{0B9D1DA9-831D-364F-3563-A96A2B5E0CA9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1154" cy="75045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sp>
          <p:nvSpPr>
            <p:cNvPr id="179" name="TextBox 16">
              <a:extLst>
                <a:ext uri="{FF2B5EF4-FFF2-40B4-BE49-F238E27FC236}">
                  <a16:creationId xmlns:a16="http://schemas.microsoft.com/office/drawing/2014/main" id="{557744C0-69FD-4599-DD8D-6DF928B38344}"/>
                </a:ext>
              </a:extLst>
            </p:cNvPr>
            <p:cNvSpPr txBox="1"/>
            <p:nvPr/>
          </p:nvSpPr>
          <p:spPr>
            <a:xfrm>
              <a:off x="6421447" y="4489525"/>
              <a:ext cx="4769193" cy="75955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1" indent="0" algn="ctr">
                <a:lnSpc>
                  <a:spcPts val="4479"/>
                </a:lnSpc>
              </a:pPr>
              <a:r>
                <a:rPr lang="en-US" sz="3199" b="1" spc="-86" dirty="0" err="1">
                  <a:solidFill>
                    <a:schemeClr val="bg1"/>
                  </a:solidFill>
                  <a:latin typeface="Poppins"/>
                  <a:ea typeface="Poppins"/>
                  <a:cs typeface="Poppins"/>
                  <a:sym typeface="Poppins"/>
                </a:rPr>
                <a:t>Paquete</a:t>
              </a:r>
              <a:r>
                <a:rPr lang="en-US" sz="3199" b="1" spc="-86" dirty="0">
                  <a:solidFill>
                    <a:schemeClr val="bg1"/>
                  </a:solidFill>
                  <a:latin typeface="Poppins"/>
                  <a:ea typeface="Poppins"/>
                  <a:cs typeface="Poppins"/>
                  <a:sym typeface="Poppins"/>
                </a:rPr>
                <a:t> a </a:t>
              </a:r>
              <a:r>
                <a:rPr lang="en-US" sz="3199" b="1" spc="-86" dirty="0" err="1">
                  <a:solidFill>
                    <a:schemeClr val="bg1"/>
                  </a:solidFill>
                  <a:latin typeface="Poppins"/>
                  <a:ea typeface="Poppins"/>
                  <a:cs typeface="Poppins"/>
                  <a:sym typeface="Poppins"/>
                </a:rPr>
                <a:t>enviar</a:t>
              </a:r>
              <a:endParaRPr lang="en-US" sz="3199" b="1" spc="-86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90" name="Group 9">
            <a:extLst>
              <a:ext uri="{FF2B5EF4-FFF2-40B4-BE49-F238E27FC236}">
                <a16:creationId xmlns:a16="http://schemas.microsoft.com/office/drawing/2014/main" id="{EBFFDA9C-85E9-0C6D-BC13-939270496FC6}"/>
              </a:ext>
            </a:extLst>
          </p:cNvPr>
          <p:cNvGrpSpPr/>
          <p:nvPr/>
        </p:nvGrpSpPr>
        <p:grpSpPr>
          <a:xfrm>
            <a:off x="2337038" y="5414191"/>
            <a:ext cx="4892112" cy="973670"/>
            <a:chOff x="0" y="-47625"/>
            <a:chExt cx="2734992" cy="466725"/>
          </a:xfrm>
        </p:grpSpPr>
        <p:sp>
          <p:nvSpPr>
            <p:cNvPr id="193" name="Freeform 10">
              <a:extLst>
                <a:ext uri="{FF2B5EF4-FFF2-40B4-BE49-F238E27FC236}">
                  <a16:creationId xmlns:a16="http://schemas.microsoft.com/office/drawing/2014/main" id="{949C8014-D091-0624-981A-EC738736F894}"/>
                </a:ext>
              </a:extLst>
            </p:cNvPr>
            <p:cNvSpPr/>
            <p:nvPr/>
          </p:nvSpPr>
          <p:spPr>
            <a:xfrm>
              <a:off x="0" y="0"/>
              <a:ext cx="2734992" cy="419100"/>
            </a:xfrm>
            <a:custGeom>
              <a:avLst/>
              <a:gdLst/>
              <a:ahLst/>
              <a:cxnLst/>
              <a:rect l="l" t="t" r="r" b="b"/>
              <a:pathLst>
                <a:path w="2031332" h="419100">
                  <a:moveTo>
                    <a:pt x="23643" y="0"/>
                  </a:moveTo>
                  <a:lnTo>
                    <a:pt x="2007689" y="0"/>
                  </a:lnTo>
                  <a:cubicBezTo>
                    <a:pt x="2020747" y="0"/>
                    <a:pt x="2031332" y="10585"/>
                    <a:pt x="2031332" y="23643"/>
                  </a:cubicBezTo>
                  <a:lnTo>
                    <a:pt x="2031332" y="395457"/>
                  </a:lnTo>
                  <a:cubicBezTo>
                    <a:pt x="2031332" y="401727"/>
                    <a:pt x="2028841" y="407741"/>
                    <a:pt x="2024407" y="412175"/>
                  </a:cubicBezTo>
                  <a:cubicBezTo>
                    <a:pt x="2019973" y="416609"/>
                    <a:pt x="2013959" y="419100"/>
                    <a:pt x="2007689" y="419100"/>
                  </a:cubicBezTo>
                  <a:lnTo>
                    <a:pt x="23643" y="419100"/>
                  </a:lnTo>
                  <a:cubicBezTo>
                    <a:pt x="17373" y="419100"/>
                    <a:pt x="11359" y="416609"/>
                    <a:pt x="6925" y="412175"/>
                  </a:cubicBezTo>
                  <a:cubicBezTo>
                    <a:pt x="2491" y="407741"/>
                    <a:pt x="0" y="401727"/>
                    <a:pt x="0" y="395457"/>
                  </a:cubicBezTo>
                  <a:lnTo>
                    <a:pt x="0" y="23643"/>
                  </a:lnTo>
                  <a:cubicBezTo>
                    <a:pt x="0" y="17373"/>
                    <a:pt x="2491" y="11359"/>
                    <a:pt x="6925" y="6925"/>
                  </a:cubicBezTo>
                  <a:cubicBezTo>
                    <a:pt x="11359" y="2491"/>
                    <a:pt x="17373" y="0"/>
                    <a:pt x="23643" y="0"/>
                  </a:cubicBezTo>
                  <a:close/>
                </a:path>
              </a:pathLst>
            </a:custGeom>
            <a:noFill/>
          </p:spPr>
          <p:txBody>
            <a:bodyPr/>
            <a:lstStyle/>
            <a:p>
              <a:endParaRPr lang="es-MX" dirty="0"/>
            </a:p>
          </p:txBody>
        </p:sp>
        <p:sp>
          <p:nvSpPr>
            <p:cNvPr id="194" name="TextBox 11">
              <a:extLst>
                <a:ext uri="{FF2B5EF4-FFF2-40B4-BE49-F238E27FC236}">
                  <a16:creationId xmlns:a16="http://schemas.microsoft.com/office/drawing/2014/main" id="{3B2D38A3-DFA5-6BFA-BA7C-F0DDAC3F8FA7}"/>
                </a:ext>
              </a:extLst>
            </p:cNvPr>
            <p:cNvSpPr txBox="1"/>
            <p:nvPr/>
          </p:nvSpPr>
          <p:spPr>
            <a:xfrm>
              <a:off x="0" y="-47625"/>
              <a:ext cx="2031332" cy="4667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11"/>
                </a:lnSpc>
              </a:pPr>
              <a:endParaRPr/>
            </a:p>
          </p:txBody>
        </p:sp>
      </p:grpSp>
      <p:grpSp>
        <p:nvGrpSpPr>
          <p:cNvPr id="196" name="Grupo 195">
            <a:extLst>
              <a:ext uri="{FF2B5EF4-FFF2-40B4-BE49-F238E27FC236}">
                <a16:creationId xmlns:a16="http://schemas.microsoft.com/office/drawing/2014/main" id="{1B1CC1BA-393A-A864-6D9D-B5EA8B5F7EA7}"/>
              </a:ext>
            </a:extLst>
          </p:cNvPr>
          <p:cNvGrpSpPr/>
          <p:nvPr/>
        </p:nvGrpSpPr>
        <p:grpSpPr>
          <a:xfrm>
            <a:off x="2522434" y="4877687"/>
            <a:ext cx="1693251" cy="464701"/>
            <a:chOff x="2522434" y="5922073"/>
            <a:chExt cx="1693251" cy="464701"/>
          </a:xfrm>
        </p:grpSpPr>
        <p:sp>
          <p:nvSpPr>
            <p:cNvPr id="191" name="TextBox 14">
              <a:extLst>
                <a:ext uri="{FF2B5EF4-FFF2-40B4-BE49-F238E27FC236}">
                  <a16:creationId xmlns:a16="http://schemas.microsoft.com/office/drawing/2014/main" id="{7384070C-81E1-7796-AB23-F3C6485BF741}"/>
                </a:ext>
              </a:extLst>
            </p:cNvPr>
            <p:cNvSpPr txBox="1"/>
            <p:nvPr/>
          </p:nvSpPr>
          <p:spPr>
            <a:xfrm>
              <a:off x="3012993" y="5962630"/>
              <a:ext cx="1202692" cy="4241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>
                <a:lnSpc>
                  <a:spcPts val="3095"/>
                </a:lnSpc>
              </a:pPr>
              <a:r>
                <a:rPr lang="en-US" sz="2800" spc="-131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src</a:t>
              </a:r>
              <a:endParaRPr lang="en-US" sz="2800" spc="-13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pic>
          <p:nvPicPr>
            <p:cNvPr id="195" name="Imagen 194" descr="Icono De Carpeta Morada">
              <a:extLst>
                <a:ext uri="{FF2B5EF4-FFF2-40B4-BE49-F238E27FC236}">
                  <a16:creationId xmlns:a16="http://schemas.microsoft.com/office/drawing/2014/main" id="{1D12EA1C-F96E-B0F3-1586-06F467B361D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522434" y="5922073"/>
              <a:ext cx="447528" cy="447528"/>
            </a:xfrm>
            <a:prstGeom prst="rect">
              <a:avLst/>
            </a:prstGeom>
          </p:spPr>
        </p:pic>
      </p:grpSp>
      <p:grpSp>
        <p:nvGrpSpPr>
          <p:cNvPr id="197" name="Grupo 196">
            <a:extLst>
              <a:ext uri="{FF2B5EF4-FFF2-40B4-BE49-F238E27FC236}">
                <a16:creationId xmlns:a16="http://schemas.microsoft.com/office/drawing/2014/main" id="{28D7A45A-92BD-D61D-105E-631B3EACC293}"/>
              </a:ext>
            </a:extLst>
          </p:cNvPr>
          <p:cNvGrpSpPr/>
          <p:nvPr/>
        </p:nvGrpSpPr>
        <p:grpSpPr>
          <a:xfrm>
            <a:off x="3011660" y="7819470"/>
            <a:ext cx="1693251" cy="464701"/>
            <a:chOff x="2522434" y="5922073"/>
            <a:chExt cx="1693251" cy="464701"/>
          </a:xfrm>
        </p:grpSpPr>
        <p:sp>
          <p:nvSpPr>
            <p:cNvPr id="198" name="TextBox 14">
              <a:extLst>
                <a:ext uri="{FF2B5EF4-FFF2-40B4-BE49-F238E27FC236}">
                  <a16:creationId xmlns:a16="http://schemas.microsoft.com/office/drawing/2014/main" id="{D7609B05-E5D2-EFA2-BA9C-5AB1BD84787C}"/>
                </a:ext>
              </a:extLst>
            </p:cNvPr>
            <p:cNvSpPr txBox="1"/>
            <p:nvPr/>
          </p:nvSpPr>
          <p:spPr>
            <a:xfrm>
              <a:off x="3012993" y="5962630"/>
              <a:ext cx="1202692" cy="4241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>
                <a:lnSpc>
                  <a:spcPts val="3095"/>
                </a:lnSpc>
              </a:pPr>
              <a:r>
                <a:rPr lang="en-US" sz="2800" spc="-131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img</a:t>
              </a:r>
              <a:endParaRPr lang="en-US" sz="2800" spc="-13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pic>
          <p:nvPicPr>
            <p:cNvPr id="199" name="Imagen 198" descr="Icono De Carpeta Morada">
              <a:extLst>
                <a:ext uri="{FF2B5EF4-FFF2-40B4-BE49-F238E27FC236}">
                  <a16:creationId xmlns:a16="http://schemas.microsoft.com/office/drawing/2014/main" id="{D51E4A68-66D1-A535-B795-34BEB1E4178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522434" y="5922073"/>
              <a:ext cx="447528" cy="447528"/>
            </a:xfrm>
            <a:prstGeom prst="rect">
              <a:avLst/>
            </a:prstGeom>
          </p:spPr>
        </p:pic>
      </p:grpSp>
      <p:grpSp>
        <p:nvGrpSpPr>
          <p:cNvPr id="200" name="Grupo 199">
            <a:extLst>
              <a:ext uri="{FF2B5EF4-FFF2-40B4-BE49-F238E27FC236}">
                <a16:creationId xmlns:a16="http://schemas.microsoft.com/office/drawing/2014/main" id="{FEB90723-BAA1-4AC0-21A1-4B51E1FEF8AE}"/>
              </a:ext>
            </a:extLst>
          </p:cNvPr>
          <p:cNvGrpSpPr/>
          <p:nvPr/>
        </p:nvGrpSpPr>
        <p:grpSpPr>
          <a:xfrm>
            <a:off x="3193977" y="8369154"/>
            <a:ext cx="2742572" cy="1188743"/>
            <a:chOff x="2450825" y="6074656"/>
            <a:chExt cx="2742572" cy="1188743"/>
          </a:xfrm>
        </p:grpSpPr>
        <p:grpSp>
          <p:nvGrpSpPr>
            <p:cNvPr id="201" name="Group 57">
              <a:extLst>
                <a:ext uri="{FF2B5EF4-FFF2-40B4-BE49-F238E27FC236}">
                  <a16:creationId xmlns:a16="http://schemas.microsoft.com/office/drawing/2014/main" id="{0EFF38A3-0EF4-1B75-6FFF-F1A2B97DAFDE}"/>
                </a:ext>
              </a:extLst>
            </p:cNvPr>
            <p:cNvGrpSpPr/>
            <p:nvPr/>
          </p:nvGrpSpPr>
          <p:grpSpPr>
            <a:xfrm>
              <a:off x="2736381" y="6501358"/>
              <a:ext cx="1876174" cy="413190"/>
              <a:chOff x="0" y="-66675"/>
              <a:chExt cx="2644177" cy="578498"/>
            </a:xfrm>
          </p:grpSpPr>
          <p:sp>
            <p:nvSpPr>
              <p:cNvPr id="216" name="TextBox 58">
                <a:extLst>
                  <a:ext uri="{FF2B5EF4-FFF2-40B4-BE49-F238E27FC236}">
                    <a16:creationId xmlns:a16="http://schemas.microsoft.com/office/drawing/2014/main" id="{76C63AF7-114C-A396-6392-8AA407C92D3B}"/>
                  </a:ext>
                </a:extLst>
              </p:cNvPr>
              <p:cNvSpPr txBox="1"/>
              <p:nvPr/>
            </p:nvSpPr>
            <p:spPr>
              <a:xfrm>
                <a:off x="455042" y="-66675"/>
                <a:ext cx="2189135" cy="578498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marL="0" lvl="1" indent="0" algn="l">
                  <a:lnSpc>
                    <a:spcPts val="3359"/>
                  </a:lnSpc>
                </a:pPr>
                <a:r>
                  <a:rPr lang="en-US" sz="2400" spc="-64" dirty="0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Img-2.png</a:t>
                </a:r>
              </a:p>
            </p:txBody>
          </p:sp>
          <p:grpSp>
            <p:nvGrpSpPr>
              <p:cNvPr id="217" name="Group 59">
                <a:extLst>
                  <a:ext uri="{FF2B5EF4-FFF2-40B4-BE49-F238E27FC236}">
                    <a16:creationId xmlns:a16="http://schemas.microsoft.com/office/drawing/2014/main" id="{54A91057-7BB9-23C2-EC03-B763D9DBFF30}"/>
                  </a:ext>
                </a:extLst>
              </p:cNvPr>
              <p:cNvGrpSpPr/>
              <p:nvPr/>
            </p:nvGrpSpPr>
            <p:grpSpPr>
              <a:xfrm>
                <a:off x="0" y="69221"/>
                <a:ext cx="350938" cy="339139"/>
                <a:chOff x="0" y="0"/>
                <a:chExt cx="69321" cy="66990"/>
              </a:xfrm>
            </p:grpSpPr>
            <p:sp>
              <p:nvSpPr>
                <p:cNvPr id="218" name="Freeform 60">
                  <a:extLst>
                    <a:ext uri="{FF2B5EF4-FFF2-40B4-BE49-F238E27FC236}">
                      <a16:creationId xmlns:a16="http://schemas.microsoft.com/office/drawing/2014/main" id="{670F5DFC-F6BC-5D29-3561-899697D44151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69321" cy="669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321" h="66990">
                      <a:moveTo>
                        <a:pt x="0" y="0"/>
                      </a:moveTo>
                      <a:lnTo>
                        <a:pt x="69321" y="0"/>
                      </a:lnTo>
                      <a:lnTo>
                        <a:pt x="69321" y="66990"/>
                      </a:lnTo>
                      <a:lnTo>
                        <a:pt x="0" y="6699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 cap="sq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s-MX"/>
                </a:p>
              </p:txBody>
            </p:sp>
            <p:sp>
              <p:nvSpPr>
                <p:cNvPr id="219" name="TextBox 61">
                  <a:extLst>
                    <a:ext uri="{FF2B5EF4-FFF2-40B4-BE49-F238E27FC236}">
                      <a16:creationId xmlns:a16="http://schemas.microsoft.com/office/drawing/2014/main" id="{20A39BE6-FABE-73E3-16EC-BFFBD9CEEBB2}"/>
                    </a:ext>
                  </a:extLst>
                </p:cNvPr>
                <p:cNvSpPr txBox="1"/>
                <p:nvPr/>
              </p:nvSpPr>
              <p:spPr>
                <a:xfrm>
                  <a:off x="0" y="-19050"/>
                  <a:ext cx="69321" cy="86040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1874"/>
                    </a:lnSpc>
                  </a:pPr>
                  <a:endParaRPr dirty="0"/>
                </a:p>
              </p:txBody>
            </p:sp>
          </p:grpSp>
        </p:grpSp>
        <p:sp>
          <p:nvSpPr>
            <p:cNvPr id="213" name="TextBox 71">
              <a:extLst>
                <a:ext uri="{FF2B5EF4-FFF2-40B4-BE49-F238E27FC236}">
                  <a16:creationId xmlns:a16="http://schemas.microsoft.com/office/drawing/2014/main" id="{A8A0476D-1FAF-52C7-701A-81942506740A}"/>
                </a:ext>
              </a:extLst>
            </p:cNvPr>
            <p:cNvSpPr txBox="1"/>
            <p:nvPr/>
          </p:nvSpPr>
          <p:spPr>
            <a:xfrm>
              <a:off x="2737251" y="6952287"/>
              <a:ext cx="249008" cy="3111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  <p:grpSp>
          <p:nvGrpSpPr>
            <p:cNvPr id="204" name="Group 72">
              <a:extLst>
                <a:ext uri="{FF2B5EF4-FFF2-40B4-BE49-F238E27FC236}">
                  <a16:creationId xmlns:a16="http://schemas.microsoft.com/office/drawing/2014/main" id="{42B3EB2D-2A70-9AFF-6161-9BCA238AE11F}"/>
                </a:ext>
              </a:extLst>
            </p:cNvPr>
            <p:cNvGrpSpPr/>
            <p:nvPr/>
          </p:nvGrpSpPr>
          <p:grpSpPr>
            <a:xfrm>
              <a:off x="2719864" y="6074656"/>
              <a:ext cx="2473533" cy="413190"/>
              <a:chOff x="0" y="-66674"/>
              <a:chExt cx="3486061" cy="578499"/>
            </a:xfrm>
          </p:grpSpPr>
          <p:sp>
            <p:nvSpPr>
              <p:cNvPr id="206" name="TextBox 73">
                <a:extLst>
                  <a:ext uri="{FF2B5EF4-FFF2-40B4-BE49-F238E27FC236}">
                    <a16:creationId xmlns:a16="http://schemas.microsoft.com/office/drawing/2014/main" id="{EE66ACAB-B1DD-CF3F-D7F1-99108695CFEE}"/>
                  </a:ext>
                </a:extLst>
              </p:cNvPr>
              <p:cNvSpPr txBox="1"/>
              <p:nvPr/>
            </p:nvSpPr>
            <p:spPr>
              <a:xfrm>
                <a:off x="455044" y="-66674"/>
                <a:ext cx="3031017" cy="578499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marL="0" lvl="1" indent="0" algn="l">
                  <a:lnSpc>
                    <a:spcPts val="3359"/>
                  </a:lnSpc>
                </a:pPr>
                <a:r>
                  <a:rPr lang="en-US" sz="2400" spc="-64" dirty="0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Img-1.png</a:t>
                </a:r>
              </a:p>
            </p:txBody>
          </p:sp>
          <p:grpSp>
            <p:nvGrpSpPr>
              <p:cNvPr id="207" name="Group 74">
                <a:extLst>
                  <a:ext uri="{FF2B5EF4-FFF2-40B4-BE49-F238E27FC236}">
                    <a16:creationId xmlns:a16="http://schemas.microsoft.com/office/drawing/2014/main" id="{4E21039B-BD1E-E6A5-9E3B-FA94B9DC7C87}"/>
                  </a:ext>
                </a:extLst>
              </p:cNvPr>
              <p:cNvGrpSpPr/>
              <p:nvPr/>
            </p:nvGrpSpPr>
            <p:grpSpPr>
              <a:xfrm>
                <a:off x="0" y="69221"/>
                <a:ext cx="350938" cy="339139"/>
                <a:chOff x="0" y="0"/>
                <a:chExt cx="69321" cy="66990"/>
              </a:xfrm>
            </p:grpSpPr>
            <p:sp>
              <p:nvSpPr>
                <p:cNvPr id="208" name="Freeform 75">
                  <a:extLst>
                    <a:ext uri="{FF2B5EF4-FFF2-40B4-BE49-F238E27FC236}">
                      <a16:creationId xmlns:a16="http://schemas.microsoft.com/office/drawing/2014/main" id="{BD210226-E88F-90BB-FBDF-E2979D07570B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69321" cy="669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321" h="66990">
                      <a:moveTo>
                        <a:pt x="0" y="0"/>
                      </a:moveTo>
                      <a:lnTo>
                        <a:pt x="69321" y="0"/>
                      </a:lnTo>
                      <a:lnTo>
                        <a:pt x="69321" y="66990"/>
                      </a:lnTo>
                      <a:lnTo>
                        <a:pt x="0" y="66990"/>
                      </a:lnTo>
                      <a:close/>
                    </a:path>
                  </a:pathLst>
                </a:custGeom>
                <a:solidFill>
                  <a:srgbClr val="00B0F0"/>
                </a:solidFill>
                <a:ln cap="sq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s-MX"/>
                </a:p>
              </p:txBody>
            </p:sp>
            <p:sp>
              <p:nvSpPr>
                <p:cNvPr id="209" name="TextBox 76">
                  <a:extLst>
                    <a:ext uri="{FF2B5EF4-FFF2-40B4-BE49-F238E27FC236}">
                      <a16:creationId xmlns:a16="http://schemas.microsoft.com/office/drawing/2014/main" id="{AACB03A5-3A3A-E333-F05F-A1E13FAB9121}"/>
                    </a:ext>
                  </a:extLst>
                </p:cNvPr>
                <p:cNvSpPr txBox="1"/>
                <p:nvPr/>
              </p:nvSpPr>
              <p:spPr>
                <a:xfrm>
                  <a:off x="0" y="-19050"/>
                  <a:ext cx="69321" cy="86040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1874"/>
                    </a:lnSpc>
                  </a:pPr>
                  <a:endParaRPr/>
                </a:p>
              </p:txBody>
            </p:sp>
          </p:grpSp>
        </p:grpSp>
        <p:sp>
          <p:nvSpPr>
            <p:cNvPr id="205" name="Rectángulo 204">
              <a:extLst>
                <a:ext uri="{FF2B5EF4-FFF2-40B4-BE49-F238E27FC236}">
                  <a16:creationId xmlns:a16="http://schemas.microsoft.com/office/drawing/2014/main" id="{D98BF725-0017-8EB6-1528-9E1615115424}"/>
                </a:ext>
              </a:extLst>
            </p:cNvPr>
            <p:cNvSpPr/>
            <p:nvPr/>
          </p:nvSpPr>
          <p:spPr>
            <a:xfrm>
              <a:off x="2450825" y="6715892"/>
              <a:ext cx="2150657" cy="56753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221" name="Grupo 220">
            <a:extLst>
              <a:ext uri="{FF2B5EF4-FFF2-40B4-BE49-F238E27FC236}">
                <a16:creationId xmlns:a16="http://schemas.microsoft.com/office/drawing/2014/main" id="{0AA5B8B0-2CA2-27A9-E56E-DED5BA53B687}"/>
              </a:ext>
            </a:extLst>
          </p:cNvPr>
          <p:cNvGrpSpPr/>
          <p:nvPr/>
        </p:nvGrpSpPr>
        <p:grpSpPr>
          <a:xfrm>
            <a:off x="3011796" y="5485877"/>
            <a:ext cx="2059361" cy="471819"/>
            <a:chOff x="2522434" y="5922073"/>
            <a:chExt cx="2059361" cy="471819"/>
          </a:xfrm>
        </p:grpSpPr>
        <p:sp>
          <p:nvSpPr>
            <p:cNvPr id="222" name="TextBox 14">
              <a:extLst>
                <a:ext uri="{FF2B5EF4-FFF2-40B4-BE49-F238E27FC236}">
                  <a16:creationId xmlns:a16="http://schemas.microsoft.com/office/drawing/2014/main" id="{1E5D08BD-AE32-8398-5190-A8611F9F43F0}"/>
                </a:ext>
              </a:extLst>
            </p:cNvPr>
            <p:cNvSpPr txBox="1"/>
            <p:nvPr/>
          </p:nvSpPr>
          <p:spPr>
            <a:xfrm>
              <a:off x="3012992" y="5962630"/>
              <a:ext cx="1568803" cy="4312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>
                <a:lnSpc>
                  <a:spcPts val="3095"/>
                </a:lnSpc>
              </a:pPr>
              <a:r>
                <a:rPr lang="en-US" sz="2800" spc="-131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frontend</a:t>
              </a:r>
            </a:p>
          </p:txBody>
        </p:sp>
        <p:pic>
          <p:nvPicPr>
            <p:cNvPr id="223" name="Imagen 222" descr="Icono De Carpeta Morada">
              <a:extLst>
                <a:ext uri="{FF2B5EF4-FFF2-40B4-BE49-F238E27FC236}">
                  <a16:creationId xmlns:a16="http://schemas.microsoft.com/office/drawing/2014/main" id="{48EA4098-CC8A-7DAD-26FC-389118E4605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522434" y="5922073"/>
              <a:ext cx="447528" cy="447528"/>
            </a:xfrm>
            <a:prstGeom prst="rect">
              <a:avLst/>
            </a:prstGeom>
          </p:spPr>
        </p:pic>
      </p:grpSp>
      <p:grpSp>
        <p:nvGrpSpPr>
          <p:cNvPr id="224" name="Grupo 223">
            <a:extLst>
              <a:ext uri="{FF2B5EF4-FFF2-40B4-BE49-F238E27FC236}">
                <a16:creationId xmlns:a16="http://schemas.microsoft.com/office/drawing/2014/main" id="{14FEBA2D-A294-5261-1059-ED7D004381B4}"/>
              </a:ext>
            </a:extLst>
          </p:cNvPr>
          <p:cNvGrpSpPr/>
          <p:nvPr/>
        </p:nvGrpSpPr>
        <p:grpSpPr>
          <a:xfrm>
            <a:off x="3520307" y="7278561"/>
            <a:ext cx="1995646" cy="413190"/>
            <a:chOff x="3899399" y="2821328"/>
            <a:chExt cx="1995646" cy="413190"/>
          </a:xfrm>
        </p:grpSpPr>
        <p:sp>
          <p:nvSpPr>
            <p:cNvPr id="225" name="TextBox 68">
              <a:extLst>
                <a:ext uri="{FF2B5EF4-FFF2-40B4-BE49-F238E27FC236}">
                  <a16:creationId xmlns:a16="http://schemas.microsoft.com/office/drawing/2014/main" id="{8F206111-68B7-8AA5-4017-048770AC1FE9}"/>
                </a:ext>
              </a:extLst>
            </p:cNvPr>
            <p:cNvSpPr txBox="1"/>
            <p:nvPr/>
          </p:nvSpPr>
          <p:spPr>
            <a:xfrm>
              <a:off x="4222274" y="2821328"/>
              <a:ext cx="1672771" cy="4131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3359"/>
                </a:lnSpc>
              </a:pPr>
              <a:r>
                <a:rPr lang="en-US" sz="2400" spc="-6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styles-2.js</a:t>
              </a:r>
            </a:p>
          </p:txBody>
        </p:sp>
        <p:sp>
          <p:nvSpPr>
            <p:cNvPr id="226" name="Freeform 70">
              <a:extLst>
                <a:ext uri="{FF2B5EF4-FFF2-40B4-BE49-F238E27FC236}">
                  <a16:creationId xmlns:a16="http://schemas.microsoft.com/office/drawing/2014/main" id="{48729635-21DD-7E7D-80C8-A867057C2374}"/>
                </a:ext>
              </a:extLst>
            </p:cNvPr>
            <p:cNvSpPr/>
            <p:nvPr/>
          </p:nvSpPr>
          <p:spPr>
            <a:xfrm>
              <a:off x="3899399" y="2918391"/>
              <a:ext cx="249008" cy="242229"/>
            </a:xfrm>
            <a:custGeom>
              <a:avLst/>
              <a:gdLst/>
              <a:ahLst/>
              <a:cxnLst/>
              <a:rect l="l" t="t" r="r" b="b"/>
              <a:pathLst>
                <a:path w="69321" h="66990">
                  <a:moveTo>
                    <a:pt x="0" y="0"/>
                  </a:moveTo>
                  <a:lnTo>
                    <a:pt x="69321" y="0"/>
                  </a:lnTo>
                  <a:lnTo>
                    <a:pt x="69321" y="66990"/>
                  </a:lnTo>
                  <a:lnTo>
                    <a:pt x="0" y="66990"/>
                  </a:lnTo>
                  <a:close/>
                </a:path>
              </a:pathLst>
            </a:custGeom>
            <a:solidFill>
              <a:srgbClr val="FFFF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14" name="TextBox 68">
            <a:extLst>
              <a:ext uri="{FF2B5EF4-FFF2-40B4-BE49-F238E27FC236}">
                <a16:creationId xmlns:a16="http://schemas.microsoft.com/office/drawing/2014/main" id="{0C6D762F-0E79-E155-B33C-64688ADA8B0C}"/>
              </a:ext>
            </a:extLst>
          </p:cNvPr>
          <p:cNvSpPr txBox="1"/>
          <p:nvPr/>
        </p:nvSpPr>
        <p:spPr>
          <a:xfrm>
            <a:off x="10903450" y="5525379"/>
            <a:ext cx="1342829" cy="4131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359"/>
              </a:lnSpc>
            </a:pPr>
            <a:r>
              <a:rPr lang="en-US" sz="2400" spc="-6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deleted:</a:t>
            </a:r>
          </a:p>
        </p:txBody>
      </p:sp>
      <p:sp>
        <p:nvSpPr>
          <p:cNvPr id="15" name="TextBox 68">
            <a:extLst>
              <a:ext uri="{FF2B5EF4-FFF2-40B4-BE49-F238E27FC236}">
                <a16:creationId xmlns:a16="http://schemas.microsoft.com/office/drawing/2014/main" id="{86936F39-16B4-FDFE-4C1D-D7714C98CF6D}"/>
              </a:ext>
            </a:extLst>
          </p:cNvPr>
          <p:cNvSpPr txBox="1"/>
          <p:nvPr/>
        </p:nvSpPr>
        <p:spPr>
          <a:xfrm>
            <a:off x="10903449" y="6263711"/>
            <a:ext cx="1342829" cy="4131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359"/>
              </a:lnSpc>
            </a:pPr>
            <a:r>
              <a:rPr lang="en-US" sz="2400" spc="-6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added:</a:t>
            </a:r>
          </a:p>
        </p:txBody>
      </p:sp>
      <p:grpSp>
        <p:nvGrpSpPr>
          <p:cNvPr id="16" name="Group 57">
            <a:extLst>
              <a:ext uri="{FF2B5EF4-FFF2-40B4-BE49-F238E27FC236}">
                <a16:creationId xmlns:a16="http://schemas.microsoft.com/office/drawing/2014/main" id="{2B6E618D-14F3-500B-32FC-4895F65D0BE8}"/>
              </a:ext>
            </a:extLst>
          </p:cNvPr>
          <p:cNvGrpSpPr/>
          <p:nvPr/>
        </p:nvGrpSpPr>
        <p:grpSpPr>
          <a:xfrm>
            <a:off x="3536824" y="6453912"/>
            <a:ext cx="1876174" cy="341111"/>
            <a:chOff x="0" y="0"/>
            <a:chExt cx="2644177" cy="477582"/>
          </a:xfrm>
        </p:grpSpPr>
        <p:sp>
          <p:nvSpPr>
            <p:cNvPr id="20" name="TextBox 58">
              <a:extLst>
                <a:ext uri="{FF2B5EF4-FFF2-40B4-BE49-F238E27FC236}">
                  <a16:creationId xmlns:a16="http://schemas.microsoft.com/office/drawing/2014/main" id="{42272A04-5EB6-3A4B-7879-56E3E7660F71}"/>
                </a:ext>
              </a:extLst>
            </p:cNvPr>
            <p:cNvSpPr txBox="1"/>
            <p:nvPr/>
          </p:nvSpPr>
          <p:spPr>
            <a:xfrm>
              <a:off x="455042" y="-66675"/>
              <a:ext cx="2189134" cy="5442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3359"/>
                </a:lnSpc>
              </a:pPr>
              <a:r>
                <a:rPr lang="en-US" sz="2400" spc="-6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styles.css</a:t>
              </a:r>
            </a:p>
          </p:txBody>
        </p:sp>
        <p:grpSp>
          <p:nvGrpSpPr>
            <p:cNvPr id="21" name="Group 59">
              <a:extLst>
                <a:ext uri="{FF2B5EF4-FFF2-40B4-BE49-F238E27FC236}">
                  <a16:creationId xmlns:a16="http://schemas.microsoft.com/office/drawing/2014/main" id="{EB62D2CA-CA0E-2907-A5E6-F2D2BFB1B444}"/>
                </a:ext>
              </a:extLst>
            </p:cNvPr>
            <p:cNvGrpSpPr/>
            <p:nvPr/>
          </p:nvGrpSpPr>
          <p:grpSpPr>
            <a:xfrm>
              <a:off x="0" y="69221"/>
              <a:ext cx="350938" cy="339139"/>
              <a:chOff x="0" y="0"/>
              <a:chExt cx="69321" cy="66990"/>
            </a:xfrm>
          </p:grpSpPr>
          <p:sp>
            <p:nvSpPr>
              <p:cNvPr id="22" name="Freeform 60">
                <a:extLst>
                  <a:ext uri="{FF2B5EF4-FFF2-40B4-BE49-F238E27FC236}">
                    <a16:creationId xmlns:a16="http://schemas.microsoft.com/office/drawing/2014/main" id="{9038A0EB-F9E4-A97C-B348-7720972BBB19}"/>
                  </a:ext>
                </a:extLst>
              </p:cNvPr>
              <p:cNvSpPr/>
              <p:nvPr/>
            </p:nvSpPr>
            <p:spPr>
              <a:xfrm>
                <a:off x="0" y="0"/>
                <a:ext cx="69321" cy="66990"/>
              </a:xfrm>
              <a:custGeom>
                <a:avLst/>
                <a:gdLst/>
                <a:ahLst/>
                <a:cxnLst/>
                <a:rect l="l" t="t" r="r" b="b"/>
                <a:pathLst>
                  <a:path w="69321" h="66990">
                    <a:moveTo>
                      <a:pt x="0" y="0"/>
                    </a:moveTo>
                    <a:lnTo>
                      <a:pt x="69321" y="0"/>
                    </a:lnTo>
                    <a:lnTo>
                      <a:pt x="69321" y="66990"/>
                    </a:lnTo>
                    <a:lnTo>
                      <a:pt x="0" y="66990"/>
                    </a:lnTo>
                    <a:close/>
                  </a:path>
                </a:pathLst>
              </a:custGeom>
              <a:solidFill>
                <a:srgbClr val="CB6CE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23" name="TextBox 61">
                <a:extLst>
                  <a:ext uri="{FF2B5EF4-FFF2-40B4-BE49-F238E27FC236}">
                    <a16:creationId xmlns:a16="http://schemas.microsoft.com/office/drawing/2014/main" id="{7545BA80-B087-4BFD-2B1D-576326273CCB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69321" cy="860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 dirty="0"/>
              </a:p>
            </p:txBody>
          </p:sp>
        </p:grpSp>
      </p:grpSp>
      <p:sp>
        <p:nvSpPr>
          <p:cNvPr id="156" name="Rectángulo 155">
            <a:extLst>
              <a:ext uri="{FF2B5EF4-FFF2-40B4-BE49-F238E27FC236}">
                <a16:creationId xmlns:a16="http://schemas.microsoft.com/office/drawing/2014/main" id="{891F0418-9BE7-31AD-EBC0-05174ADD046A}"/>
              </a:ext>
            </a:extLst>
          </p:cNvPr>
          <p:cNvSpPr/>
          <p:nvPr/>
        </p:nvSpPr>
        <p:spPr>
          <a:xfrm>
            <a:off x="3251268" y="6621194"/>
            <a:ext cx="2150657" cy="5675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lecha: a la derecha 12">
            <a:extLst>
              <a:ext uri="{FF2B5EF4-FFF2-40B4-BE49-F238E27FC236}">
                <a16:creationId xmlns:a16="http://schemas.microsoft.com/office/drawing/2014/main" id="{A75E94DF-1B59-8E27-6061-31E597EBF0BE}"/>
              </a:ext>
            </a:extLst>
          </p:cNvPr>
          <p:cNvSpPr/>
          <p:nvPr/>
        </p:nvSpPr>
        <p:spPr>
          <a:xfrm>
            <a:off x="1581652" y="5485267"/>
            <a:ext cx="1373425" cy="463094"/>
          </a:xfrm>
          <a:prstGeom prst="rightArrow">
            <a:avLst/>
          </a:prstGeom>
          <a:solidFill>
            <a:srgbClr val="FF00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8772743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6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86111E-6 2.83951E-6 L 0.47127 -0.08272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559" y="-4136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56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889E-6 -3.45679E-6 L 0.47552 -0.10092 " pathEditMode="relative" rAng="0" ptsTypes="AA">
                                      <p:cBhvr>
                                        <p:cTn id="13" dur="2000" fill="hold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776" y="-50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6" grpId="0" build="allAtOnce"/>
      <p:bldP spid="14" grpId="0"/>
      <p:bldP spid="1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0A4E05-C128-46DE-156D-E14FA2593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8547B57-5185-A84F-2FED-07494BEF1B5F}"/>
              </a:ext>
            </a:extLst>
          </p:cNvPr>
          <p:cNvSpPr/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927C3402-5CF4-37E8-34D6-F9D69CE55326}"/>
              </a:ext>
            </a:extLst>
          </p:cNvPr>
          <p:cNvGrpSpPr/>
          <p:nvPr/>
        </p:nvGrpSpPr>
        <p:grpSpPr>
          <a:xfrm>
            <a:off x="-698849" y="9575651"/>
            <a:ext cx="19685699" cy="2666805"/>
            <a:chOff x="0" y="0"/>
            <a:chExt cx="5184711" cy="702368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7EFBFA9D-229B-B0F4-8710-4327AB4F1D69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6319F8CE-114C-7F71-106F-813ADABC5421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655103E2-7C71-8843-19D6-55120F0EECA8}"/>
              </a:ext>
            </a:extLst>
          </p:cNvPr>
          <p:cNvSpPr/>
          <p:nvPr/>
        </p:nvSpPr>
        <p:spPr>
          <a:xfrm>
            <a:off x="15872392" y="2091327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2DA4749E-D527-4E79-4BE8-4795BE223160}"/>
              </a:ext>
            </a:extLst>
          </p:cNvPr>
          <p:cNvSpPr/>
          <p:nvPr/>
        </p:nvSpPr>
        <p:spPr>
          <a:xfrm>
            <a:off x="16901092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ED4314D5-039E-0A2F-F97B-20D70D0EF04B}"/>
              </a:ext>
            </a:extLst>
          </p:cNvPr>
          <p:cNvSpPr/>
          <p:nvPr/>
        </p:nvSpPr>
        <p:spPr>
          <a:xfrm flipH="1">
            <a:off x="-1389129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A1B590EA-931E-1B1A-F1CD-307C06CADF04}"/>
              </a:ext>
            </a:extLst>
          </p:cNvPr>
          <p:cNvSpPr/>
          <p:nvPr/>
        </p:nvSpPr>
        <p:spPr>
          <a:xfrm flipH="1">
            <a:off x="-360429" y="2459791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3A877FB-D147-D508-0562-D297DCD34F77}"/>
              </a:ext>
            </a:extLst>
          </p:cNvPr>
          <p:cNvGrpSpPr/>
          <p:nvPr/>
        </p:nvGrpSpPr>
        <p:grpSpPr>
          <a:xfrm>
            <a:off x="-2221" y="847874"/>
            <a:ext cx="4706728" cy="1520401"/>
            <a:chOff x="0" y="-47625"/>
            <a:chExt cx="1239632" cy="400435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574A2728-9C81-4022-23E0-BA98CB7FEC3C}"/>
                </a:ext>
              </a:extLst>
            </p:cNvPr>
            <p:cNvSpPr/>
            <p:nvPr/>
          </p:nvSpPr>
          <p:spPr>
            <a:xfrm>
              <a:off x="0" y="0"/>
              <a:ext cx="1239632" cy="327605"/>
            </a:xfrm>
            <a:custGeom>
              <a:avLst/>
              <a:gdLst/>
              <a:ahLst/>
              <a:cxnLst/>
              <a:rect l="l" t="t" r="r" b="b"/>
              <a:pathLst>
                <a:path w="1239632" h="406400">
                  <a:moveTo>
                    <a:pt x="1036432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1036432" y="406400"/>
                  </a:lnTo>
                  <a:lnTo>
                    <a:pt x="1239632" y="203200"/>
                  </a:lnTo>
                  <a:lnTo>
                    <a:pt x="1036432" y="0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EDC31816-F0C1-8255-E804-EBB740D8295F}"/>
                </a:ext>
              </a:extLst>
            </p:cNvPr>
            <p:cNvSpPr txBox="1"/>
            <p:nvPr/>
          </p:nvSpPr>
          <p:spPr>
            <a:xfrm>
              <a:off x="0" y="-47625"/>
              <a:ext cx="1125332" cy="4004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418"/>
                </a:lnSpc>
              </a:pPr>
              <a:r>
                <a:rPr lang="en-US" sz="4200" spc="-231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&gt; git add .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FDF634FE-AC50-BF1D-ECAE-735831AB6FEF}"/>
              </a:ext>
            </a:extLst>
          </p:cNvPr>
          <p:cNvGrpSpPr/>
          <p:nvPr/>
        </p:nvGrpSpPr>
        <p:grpSpPr>
          <a:xfrm>
            <a:off x="-698849" y="-1923855"/>
            <a:ext cx="19685699" cy="2666805"/>
            <a:chOff x="0" y="0"/>
            <a:chExt cx="5184711" cy="702368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61105FEF-99EA-FFE3-50DD-5221E1ADCE5A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A0DE389F-F3EB-35D6-0B05-B68EB8A5EF0B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35" name="TextBox 35">
            <a:extLst>
              <a:ext uri="{FF2B5EF4-FFF2-40B4-BE49-F238E27FC236}">
                <a16:creationId xmlns:a16="http://schemas.microsoft.com/office/drawing/2014/main" id="{CCE0C3F0-8B85-98FB-31C6-61FC3561560C}"/>
              </a:ext>
            </a:extLst>
          </p:cNvPr>
          <p:cNvSpPr txBox="1"/>
          <p:nvPr/>
        </p:nvSpPr>
        <p:spPr>
          <a:xfrm>
            <a:off x="5071158" y="1188783"/>
            <a:ext cx="12658371" cy="9757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El “.” le </a:t>
            </a:r>
            <a:r>
              <a:rPr lang="en-US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indica</a:t>
            </a: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a Git </a:t>
            </a:r>
            <a:r>
              <a:rPr lang="en-US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empaquetar</a:t>
            </a: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TODOS</a:t>
            </a: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los</a:t>
            </a: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archivos</a:t>
            </a: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/</a:t>
            </a:r>
            <a:r>
              <a:rPr lang="en-US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modificaciones</a:t>
            </a: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de la </a:t>
            </a:r>
            <a:r>
              <a:rPr lang="en-US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carpeta</a:t>
            </a: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/</a:t>
            </a:r>
            <a:r>
              <a:rPr lang="en-US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rama</a:t>
            </a: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donde</a:t>
            </a: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nos</a:t>
            </a: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encontramos</a:t>
            </a: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grpSp>
        <p:nvGrpSpPr>
          <p:cNvPr id="81" name="Grupo 80">
            <a:extLst>
              <a:ext uri="{FF2B5EF4-FFF2-40B4-BE49-F238E27FC236}">
                <a16:creationId xmlns:a16="http://schemas.microsoft.com/office/drawing/2014/main" id="{3020845B-4073-2998-5D25-761E770E89F4}"/>
              </a:ext>
            </a:extLst>
          </p:cNvPr>
          <p:cNvGrpSpPr/>
          <p:nvPr/>
        </p:nvGrpSpPr>
        <p:grpSpPr>
          <a:xfrm>
            <a:off x="-228601" y="-478361"/>
            <a:ext cx="2905050" cy="1476032"/>
            <a:chOff x="-228601" y="-478361"/>
            <a:chExt cx="2905050" cy="1476032"/>
          </a:xfrm>
        </p:grpSpPr>
        <p:grpSp>
          <p:nvGrpSpPr>
            <p:cNvPr id="82" name="Group 10">
              <a:extLst>
                <a:ext uri="{FF2B5EF4-FFF2-40B4-BE49-F238E27FC236}">
                  <a16:creationId xmlns:a16="http://schemas.microsoft.com/office/drawing/2014/main" id="{8D3F1746-6432-4503-ECB3-93C42FDD2604}"/>
                </a:ext>
              </a:extLst>
            </p:cNvPr>
            <p:cNvGrpSpPr/>
            <p:nvPr/>
          </p:nvGrpSpPr>
          <p:grpSpPr>
            <a:xfrm>
              <a:off x="-228601" y="-478361"/>
              <a:ext cx="2905050" cy="1221311"/>
              <a:chOff x="0" y="0"/>
              <a:chExt cx="1355852" cy="720510"/>
            </a:xfrm>
          </p:grpSpPr>
          <p:sp>
            <p:nvSpPr>
              <p:cNvPr id="84" name="Freeform 11">
                <a:extLst>
                  <a:ext uri="{FF2B5EF4-FFF2-40B4-BE49-F238E27FC236}">
                    <a16:creationId xmlns:a16="http://schemas.microsoft.com/office/drawing/2014/main" id="{F601716F-D6EA-568F-03C5-3DB5BEA9B919}"/>
                  </a:ext>
                </a:extLst>
              </p:cNvPr>
              <p:cNvSpPr/>
              <p:nvPr/>
            </p:nvSpPr>
            <p:spPr>
              <a:xfrm>
                <a:off x="0" y="0"/>
                <a:ext cx="1355852" cy="720510"/>
              </a:xfrm>
              <a:custGeom>
                <a:avLst/>
                <a:gdLst/>
                <a:ahLst/>
                <a:cxnLst/>
                <a:rect l="l" t="t" r="r" b="b"/>
                <a:pathLst>
                  <a:path w="1355852" h="720510">
                    <a:moveTo>
                      <a:pt x="150387" y="0"/>
                    </a:moveTo>
                    <a:lnTo>
                      <a:pt x="1205465" y="0"/>
                    </a:lnTo>
                    <a:cubicBezTo>
                      <a:pt x="1245350" y="0"/>
                      <a:pt x="1283602" y="15844"/>
                      <a:pt x="1311805" y="44047"/>
                    </a:cubicBezTo>
                    <a:cubicBezTo>
                      <a:pt x="1340008" y="72250"/>
                      <a:pt x="1355852" y="110502"/>
                      <a:pt x="1355852" y="150387"/>
                    </a:cubicBezTo>
                    <a:lnTo>
                      <a:pt x="1355852" y="570123"/>
                    </a:lnTo>
                    <a:cubicBezTo>
                      <a:pt x="1355852" y="653179"/>
                      <a:pt x="1288522" y="720510"/>
                      <a:pt x="1205465" y="720510"/>
                    </a:cubicBezTo>
                    <a:lnTo>
                      <a:pt x="150387" y="720510"/>
                    </a:lnTo>
                    <a:cubicBezTo>
                      <a:pt x="67331" y="720510"/>
                      <a:pt x="0" y="653179"/>
                      <a:pt x="0" y="570123"/>
                    </a:cubicBezTo>
                    <a:lnTo>
                      <a:pt x="0" y="150387"/>
                    </a:lnTo>
                    <a:cubicBezTo>
                      <a:pt x="0" y="67331"/>
                      <a:pt x="67331" y="0"/>
                      <a:pt x="150387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85" name="TextBox 12">
                <a:extLst>
                  <a:ext uri="{FF2B5EF4-FFF2-40B4-BE49-F238E27FC236}">
                    <a16:creationId xmlns:a16="http://schemas.microsoft.com/office/drawing/2014/main" id="{DAD983E5-6044-4C0E-DAB8-032328A5C446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5852" cy="739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pic>
          <p:nvPicPr>
            <p:cNvPr id="83" name="Imagen 82">
              <a:extLst>
                <a:ext uri="{FF2B5EF4-FFF2-40B4-BE49-F238E27FC236}">
                  <a16:creationId xmlns:a16="http://schemas.microsoft.com/office/drawing/2014/main" id="{BBDD6DB8-FB42-2C6F-B87C-1632583A5A6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1" y="-375754"/>
              <a:ext cx="1373425" cy="1373425"/>
            </a:xfrm>
            <a:prstGeom prst="rect">
              <a:avLst/>
            </a:prstGeom>
          </p:spPr>
        </p:pic>
      </p:grpSp>
      <p:sp>
        <p:nvSpPr>
          <p:cNvPr id="130" name="TextBox 22">
            <a:extLst>
              <a:ext uri="{FF2B5EF4-FFF2-40B4-BE49-F238E27FC236}">
                <a16:creationId xmlns:a16="http://schemas.microsoft.com/office/drawing/2014/main" id="{50EAB7D4-D21B-31EC-6D83-BBA30EA4C015}"/>
              </a:ext>
            </a:extLst>
          </p:cNvPr>
          <p:cNvSpPr txBox="1"/>
          <p:nvPr/>
        </p:nvSpPr>
        <p:spPr>
          <a:xfrm>
            <a:off x="2088411" y="5981404"/>
            <a:ext cx="3612844" cy="254548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1874"/>
              </a:lnSpc>
            </a:pPr>
            <a:endParaRPr/>
          </a:p>
        </p:txBody>
      </p:sp>
      <p:grpSp>
        <p:nvGrpSpPr>
          <p:cNvPr id="131" name="Group 36">
            <a:extLst>
              <a:ext uri="{FF2B5EF4-FFF2-40B4-BE49-F238E27FC236}">
                <a16:creationId xmlns:a16="http://schemas.microsoft.com/office/drawing/2014/main" id="{0F53E06E-DA44-0B72-CC6C-16DF4095E021}"/>
              </a:ext>
            </a:extLst>
          </p:cNvPr>
          <p:cNvGrpSpPr/>
          <p:nvPr/>
        </p:nvGrpSpPr>
        <p:grpSpPr>
          <a:xfrm>
            <a:off x="1170434" y="2344906"/>
            <a:ext cx="6376953" cy="7053071"/>
            <a:chOff x="0" y="0"/>
            <a:chExt cx="1351154" cy="731404"/>
          </a:xfrm>
        </p:grpSpPr>
        <p:sp>
          <p:nvSpPr>
            <p:cNvPr id="132" name="Freeform 37">
              <a:extLst>
                <a:ext uri="{FF2B5EF4-FFF2-40B4-BE49-F238E27FC236}">
                  <a16:creationId xmlns:a16="http://schemas.microsoft.com/office/drawing/2014/main" id="{F9DD1F11-E7A8-97FA-28E8-110A682CFE22}"/>
                </a:ext>
              </a:extLst>
            </p:cNvPr>
            <p:cNvSpPr/>
            <p:nvPr/>
          </p:nvSpPr>
          <p:spPr>
            <a:xfrm>
              <a:off x="0" y="0"/>
              <a:ext cx="1351154" cy="731404"/>
            </a:xfrm>
            <a:custGeom>
              <a:avLst/>
              <a:gdLst/>
              <a:ahLst/>
              <a:cxnLst/>
              <a:rect l="l" t="t" r="r" b="b"/>
              <a:pathLst>
                <a:path w="1351154" h="731404">
                  <a:moveTo>
                    <a:pt x="23027" y="0"/>
                  </a:moveTo>
                  <a:lnTo>
                    <a:pt x="1328127" y="0"/>
                  </a:lnTo>
                  <a:cubicBezTo>
                    <a:pt x="1340845" y="0"/>
                    <a:pt x="1351154" y="10310"/>
                    <a:pt x="1351154" y="23027"/>
                  </a:cubicBezTo>
                  <a:lnTo>
                    <a:pt x="1351154" y="708377"/>
                  </a:lnTo>
                  <a:cubicBezTo>
                    <a:pt x="1351154" y="721094"/>
                    <a:pt x="1340845" y="731404"/>
                    <a:pt x="1328127" y="731404"/>
                  </a:cubicBezTo>
                  <a:lnTo>
                    <a:pt x="23027" y="731404"/>
                  </a:lnTo>
                  <a:cubicBezTo>
                    <a:pt x="10310" y="731404"/>
                    <a:pt x="0" y="721094"/>
                    <a:pt x="0" y="708377"/>
                  </a:cubicBezTo>
                  <a:lnTo>
                    <a:pt x="0" y="23027"/>
                  </a:lnTo>
                  <a:cubicBezTo>
                    <a:pt x="0" y="10310"/>
                    <a:pt x="10310" y="0"/>
                    <a:pt x="23027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B4B4B4"/>
              </a:solidFill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33" name="TextBox 38">
              <a:extLst>
                <a:ext uri="{FF2B5EF4-FFF2-40B4-BE49-F238E27FC236}">
                  <a16:creationId xmlns:a16="http://schemas.microsoft.com/office/drawing/2014/main" id="{B1C8B0CD-CD3F-A67A-2205-3B5C7D95D8E4}"/>
                </a:ext>
              </a:extLst>
            </p:cNvPr>
            <p:cNvSpPr txBox="1"/>
            <p:nvPr/>
          </p:nvSpPr>
          <p:spPr>
            <a:xfrm>
              <a:off x="0" y="-19050"/>
              <a:ext cx="1351154" cy="7504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134" name="TextBox 39">
            <a:extLst>
              <a:ext uri="{FF2B5EF4-FFF2-40B4-BE49-F238E27FC236}">
                <a16:creationId xmlns:a16="http://schemas.microsoft.com/office/drawing/2014/main" id="{39EBCAEF-8EF4-0984-5108-783E1C9C60A4}"/>
              </a:ext>
            </a:extLst>
          </p:cNvPr>
          <p:cNvSpPr txBox="1"/>
          <p:nvPr/>
        </p:nvSpPr>
        <p:spPr>
          <a:xfrm>
            <a:off x="1472081" y="2583424"/>
            <a:ext cx="5201002" cy="539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4479"/>
              </a:lnSpc>
            </a:pPr>
            <a:r>
              <a:rPr lang="en-US" sz="3199" spc="-86" dirty="0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Mi </a:t>
            </a:r>
            <a:r>
              <a:rPr lang="en-US" sz="3199" spc="-86" dirty="0" err="1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máquina</a:t>
            </a:r>
            <a:r>
              <a:rPr lang="en-US" sz="3199" spc="-86" dirty="0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 local</a:t>
            </a:r>
          </a:p>
        </p:txBody>
      </p:sp>
      <p:grpSp>
        <p:nvGrpSpPr>
          <p:cNvPr id="135" name="Group 40">
            <a:extLst>
              <a:ext uri="{FF2B5EF4-FFF2-40B4-BE49-F238E27FC236}">
                <a16:creationId xmlns:a16="http://schemas.microsoft.com/office/drawing/2014/main" id="{ED0799C5-F3B7-40EB-D734-F184F3BAB189}"/>
              </a:ext>
            </a:extLst>
          </p:cNvPr>
          <p:cNvGrpSpPr/>
          <p:nvPr/>
        </p:nvGrpSpPr>
        <p:grpSpPr>
          <a:xfrm>
            <a:off x="1461547" y="3784649"/>
            <a:ext cx="5723513" cy="5473651"/>
            <a:chOff x="0" y="0"/>
            <a:chExt cx="1358522" cy="590257"/>
          </a:xfrm>
        </p:grpSpPr>
        <p:sp>
          <p:nvSpPr>
            <p:cNvPr id="136" name="Freeform 41">
              <a:extLst>
                <a:ext uri="{FF2B5EF4-FFF2-40B4-BE49-F238E27FC236}">
                  <a16:creationId xmlns:a16="http://schemas.microsoft.com/office/drawing/2014/main" id="{942868F1-86ED-FB2A-F3CC-2C04FBF737C1}"/>
                </a:ext>
              </a:extLst>
            </p:cNvPr>
            <p:cNvSpPr/>
            <p:nvPr/>
          </p:nvSpPr>
          <p:spPr>
            <a:xfrm>
              <a:off x="0" y="0"/>
              <a:ext cx="1358522" cy="590257"/>
            </a:xfrm>
            <a:custGeom>
              <a:avLst/>
              <a:gdLst/>
              <a:ahLst/>
              <a:cxnLst/>
              <a:rect l="l" t="t" r="r" b="b"/>
              <a:pathLst>
                <a:path w="1358522" h="590257">
                  <a:moveTo>
                    <a:pt x="26643" y="0"/>
                  </a:moveTo>
                  <a:lnTo>
                    <a:pt x="1331879" y="0"/>
                  </a:lnTo>
                  <a:cubicBezTo>
                    <a:pt x="1338945" y="0"/>
                    <a:pt x="1345722" y="2807"/>
                    <a:pt x="1350719" y="7803"/>
                  </a:cubicBezTo>
                  <a:cubicBezTo>
                    <a:pt x="1355715" y="12800"/>
                    <a:pt x="1358522" y="19577"/>
                    <a:pt x="1358522" y="26643"/>
                  </a:cubicBezTo>
                  <a:lnTo>
                    <a:pt x="1358522" y="563615"/>
                  </a:lnTo>
                  <a:cubicBezTo>
                    <a:pt x="1358522" y="570681"/>
                    <a:pt x="1355715" y="577458"/>
                    <a:pt x="1350719" y="582454"/>
                  </a:cubicBezTo>
                  <a:cubicBezTo>
                    <a:pt x="1345722" y="587450"/>
                    <a:pt x="1338945" y="590257"/>
                    <a:pt x="1331879" y="590257"/>
                  </a:cubicBezTo>
                  <a:lnTo>
                    <a:pt x="26643" y="590257"/>
                  </a:lnTo>
                  <a:cubicBezTo>
                    <a:pt x="19577" y="590257"/>
                    <a:pt x="12800" y="587450"/>
                    <a:pt x="7803" y="582454"/>
                  </a:cubicBezTo>
                  <a:cubicBezTo>
                    <a:pt x="2807" y="577458"/>
                    <a:pt x="0" y="570681"/>
                    <a:pt x="0" y="563615"/>
                  </a:cubicBezTo>
                  <a:lnTo>
                    <a:pt x="0" y="26643"/>
                  </a:lnTo>
                  <a:cubicBezTo>
                    <a:pt x="0" y="19577"/>
                    <a:pt x="2807" y="12800"/>
                    <a:pt x="7803" y="7803"/>
                  </a:cubicBezTo>
                  <a:cubicBezTo>
                    <a:pt x="12800" y="2807"/>
                    <a:pt x="19577" y="0"/>
                    <a:pt x="26643" y="0"/>
                  </a:cubicBezTo>
                  <a:close/>
                </a:path>
              </a:pathLst>
            </a:custGeom>
            <a:solidFill>
              <a:srgbClr val="0F0E0E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37" name="TextBox 42">
              <a:extLst>
                <a:ext uri="{FF2B5EF4-FFF2-40B4-BE49-F238E27FC236}">
                  <a16:creationId xmlns:a16="http://schemas.microsoft.com/office/drawing/2014/main" id="{BDA71F1E-A332-E68E-FBFC-BFC290A69DB0}"/>
                </a:ext>
              </a:extLst>
            </p:cNvPr>
            <p:cNvSpPr txBox="1"/>
            <p:nvPr/>
          </p:nvSpPr>
          <p:spPr>
            <a:xfrm>
              <a:off x="0" y="-19050"/>
              <a:ext cx="1358522" cy="6093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grpSp>
        <p:nvGrpSpPr>
          <p:cNvPr id="138" name="Group 57">
            <a:extLst>
              <a:ext uri="{FF2B5EF4-FFF2-40B4-BE49-F238E27FC236}">
                <a16:creationId xmlns:a16="http://schemas.microsoft.com/office/drawing/2014/main" id="{FE1A52EC-7C55-8580-A097-510BA9BAD8D4}"/>
              </a:ext>
            </a:extLst>
          </p:cNvPr>
          <p:cNvGrpSpPr/>
          <p:nvPr/>
        </p:nvGrpSpPr>
        <p:grpSpPr>
          <a:xfrm>
            <a:off x="3536824" y="6454282"/>
            <a:ext cx="1876174" cy="341111"/>
            <a:chOff x="0" y="0"/>
            <a:chExt cx="2644177" cy="477582"/>
          </a:xfrm>
        </p:grpSpPr>
        <p:sp>
          <p:nvSpPr>
            <p:cNvPr id="139" name="TextBox 58">
              <a:extLst>
                <a:ext uri="{FF2B5EF4-FFF2-40B4-BE49-F238E27FC236}">
                  <a16:creationId xmlns:a16="http://schemas.microsoft.com/office/drawing/2014/main" id="{157632FE-227E-F05A-3E8B-6CA2E8870D5A}"/>
                </a:ext>
              </a:extLst>
            </p:cNvPr>
            <p:cNvSpPr txBox="1"/>
            <p:nvPr/>
          </p:nvSpPr>
          <p:spPr>
            <a:xfrm>
              <a:off x="455042" y="-66675"/>
              <a:ext cx="2189134" cy="5442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3359"/>
                </a:lnSpc>
              </a:pPr>
              <a:r>
                <a:rPr lang="en-US" sz="2400" spc="-6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styles.css</a:t>
              </a:r>
            </a:p>
          </p:txBody>
        </p:sp>
        <p:grpSp>
          <p:nvGrpSpPr>
            <p:cNvPr id="140" name="Group 59">
              <a:extLst>
                <a:ext uri="{FF2B5EF4-FFF2-40B4-BE49-F238E27FC236}">
                  <a16:creationId xmlns:a16="http://schemas.microsoft.com/office/drawing/2014/main" id="{6DE36BD3-4B4D-9120-624A-DD84D45BB11A}"/>
                </a:ext>
              </a:extLst>
            </p:cNvPr>
            <p:cNvGrpSpPr/>
            <p:nvPr/>
          </p:nvGrpSpPr>
          <p:grpSpPr>
            <a:xfrm>
              <a:off x="0" y="69221"/>
              <a:ext cx="350938" cy="339139"/>
              <a:chOff x="0" y="0"/>
              <a:chExt cx="69321" cy="66990"/>
            </a:xfrm>
          </p:grpSpPr>
          <p:sp>
            <p:nvSpPr>
              <p:cNvPr id="141" name="Freeform 60">
                <a:extLst>
                  <a:ext uri="{FF2B5EF4-FFF2-40B4-BE49-F238E27FC236}">
                    <a16:creationId xmlns:a16="http://schemas.microsoft.com/office/drawing/2014/main" id="{634CF556-FFC5-0701-7197-1F07DAEB1E94}"/>
                  </a:ext>
                </a:extLst>
              </p:cNvPr>
              <p:cNvSpPr/>
              <p:nvPr/>
            </p:nvSpPr>
            <p:spPr>
              <a:xfrm>
                <a:off x="0" y="0"/>
                <a:ext cx="69321" cy="66990"/>
              </a:xfrm>
              <a:custGeom>
                <a:avLst/>
                <a:gdLst/>
                <a:ahLst/>
                <a:cxnLst/>
                <a:rect l="l" t="t" r="r" b="b"/>
                <a:pathLst>
                  <a:path w="69321" h="66990">
                    <a:moveTo>
                      <a:pt x="0" y="0"/>
                    </a:moveTo>
                    <a:lnTo>
                      <a:pt x="69321" y="0"/>
                    </a:lnTo>
                    <a:lnTo>
                      <a:pt x="69321" y="66990"/>
                    </a:lnTo>
                    <a:lnTo>
                      <a:pt x="0" y="66990"/>
                    </a:lnTo>
                    <a:close/>
                  </a:path>
                </a:pathLst>
              </a:custGeom>
              <a:solidFill>
                <a:srgbClr val="CB6CE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142" name="TextBox 61">
                <a:extLst>
                  <a:ext uri="{FF2B5EF4-FFF2-40B4-BE49-F238E27FC236}">
                    <a16:creationId xmlns:a16="http://schemas.microsoft.com/office/drawing/2014/main" id="{3999EC06-9B91-3231-9AD4-20ED1044A305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69321" cy="860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 dirty="0"/>
              </a:p>
            </p:txBody>
          </p:sp>
        </p:grpSp>
      </p:grpSp>
      <p:grpSp>
        <p:nvGrpSpPr>
          <p:cNvPr id="143" name="Grupo 142">
            <a:extLst>
              <a:ext uri="{FF2B5EF4-FFF2-40B4-BE49-F238E27FC236}">
                <a16:creationId xmlns:a16="http://schemas.microsoft.com/office/drawing/2014/main" id="{D0EADAE1-6384-6EBA-9DD2-8571C6359B5A}"/>
              </a:ext>
            </a:extLst>
          </p:cNvPr>
          <p:cNvGrpSpPr/>
          <p:nvPr/>
        </p:nvGrpSpPr>
        <p:grpSpPr>
          <a:xfrm>
            <a:off x="3535547" y="7276901"/>
            <a:ext cx="1995646" cy="413190"/>
            <a:chOff x="3899399" y="2821328"/>
            <a:chExt cx="1995646" cy="413190"/>
          </a:xfrm>
        </p:grpSpPr>
        <p:sp>
          <p:nvSpPr>
            <p:cNvPr id="144" name="TextBox 68">
              <a:extLst>
                <a:ext uri="{FF2B5EF4-FFF2-40B4-BE49-F238E27FC236}">
                  <a16:creationId xmlns:a16="http://schemas.microsoft.com/office/drawing/2014/main" id="{086977AB-9482-86A2-9127-F047A9F3272C}"/>
                </a:ext>
              </a:extLst>
            </p:cNvPr>
            <p:cNvSpPr txBox="1"/>
            <p:nvPr/>
          </p:nvSpPr>
          <p:spPr>
            <a:xfrm>
              <a:off x="4222274" y="2821328"/>
              <a:ext cx="1672771" cy="4131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3359"/>
                </a:lnSpc>
              </a:pPr>
              <a:r>
                <a:rPr lang="en-US" sz="2400" spc="-6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styles-2.js</a:t>
              </a:r>
            </a:p>
          </p:txBody>
        </p:sp>
        <p:sp>
          <p:nvSpPr>
            <p:cNvPr id="145" name="Freeform 70">
              <a:extLst>
                <a:ext uri="{FF2B5EF4-FFF2-40B4-BE49-F238E27FC236}">
                  <a16:creationId xmlns:a16="http://schemas.microsoft.com/office/drawing/2014/main" id="{144E879A-5402-7E23-FCCE-BFEDE38C6855}"/>
                </a:ext>
              </a:extLst>
            </p:cNvPr>
            <p:cNvSpPr/>
            <p:nvPr/>
          </p:nvSpPr>
          <p:spPr>
            <a:xfrm>
              <a:off x="3899399" y="2918391"/>
              <a:ext cx="249008" cy="242229"/>
            </a:xfrm>
            <a:custGeom>
              <a:avLst/>
              <a:gdLst/>
              <a:ahLst/>
              <a:cxnLst/>
              <a:rect l="l" t="t" r="r" b="b"/>
              <a:pathLst>
                <a:path w="69321" h="66990">
                  <a:moveTo>
                    <a:pt x="0" y="0"/>
                  </a:moveTo>
                  <a:lnTo>
                    <a:pt x="69321" y="0"/>
                  </a:lnTo>
                  <a:lnTo>
                    <a:pt x="69321" y="66990"/>
                  </a:lnTo>
                  <a:lnTo>
                    <a:pt x="0" y="66990"/>
                  </a:lnTo>
                  <a:close/>
                </a:path>
              </a:pathLst>
            </a:custGeom>
            <a:solidFill>
              <a:srgbClr val="FFFF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46" name="Group 67">
            <a:extLst>
              <a:ext uri="{FF2B5EF4-FFF2-40B4-BE49-F238E27FC236}">
                <a16:creationId xmlns:a16="http://schemas.microsoft.com/office/drawing/2014/main" id="{CA9A7DC7-1D33-13E0-9F2C-A4144CF328B9}"/>
              </a:ext>
            </a:extLst>
          </p:cNvPr>
          <p:cNvGrpSpPr/>
          <p:nvPr/>
        </p:nvGrpSpPr>
        <p:grpSpPr>
          <a:xfrm>
            <a:off x="3537694" y="6877031"/>
            <a:ext cx="1995646" cy="341111"/>
            <a:chOff x="0" y="0"/>
            <a:chExt cx="2812553" cy="477582"/>
          </a:xfrm>
        </p:grpSpPr>
        <p:sp>
          <p:nvSpPr>
            <p:cNvPr id="147" name="TextBox 68">
              <a:extLst>
                <a:ext uri="{FF2B5EF4-FFF2-40B4-BE49-F238E27FC236}">
                  <a16:creationId xmlns:a16="http://schemas.microsoft.com/office/drawing/2014/main" id="{FC1DCF85-5EFB-5637-2707-A32E9EE7E106}"/>
                </a:ext>
              </a:extLst>
            </p:cNvPr>
            <p:cNvSpPr txBox="1"/>
            <p:nvPr/>
          </p:nvSpPr>
          <p:spPr>
            <a:xfrm>
              <a:off x="455042" y="-66675"/>
              <a:ext cx="2357511" cy="5442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3359"/>
                </a:lnSpc>
              </a:pPr>
              <a:r>
                <a:rPr lang="en-US" sz="2400" spc="-6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scripts.js</a:t>
              </a:r>
            </a:p>
          </p:txBody>
        </p:sp>
        <p:grpSp>
          <p:nvGrpSpPr>
            <p:cNvPr id="148" name="Group 69">
              <a:extLst>
                <a:ext uri="{FF2B5EF4-FFF2-40B4-BE49-F238E27FC236}">
                  <a16:creationId xmlns:a16="http://schemas.microsoft.com/office/drawing/2014/main" id="{48A8AEF0-7C45-5E3B-F3D7-24DEBE5B4B2C}"/>
                </a:ext>
              </a:extLst>
            </p:cNvPr>
            <p:cNvGrpSpPr/>
            <p:nvPr/>
          </p:nvGrpSpPr>
          <p:grpSpPr>
            <a:xfrm>
              <a:off x="0" y="69221"/>
              <a:ext cx="350938" cy="339139"/>
              <a:chOff x="0" y="0"/>
              <a:chExt cx="69321" cy="66990"/>
            </a:xfrm>
          </p:grpSpPr>
          <p:sp>
            <p:nvSpPr>
              <p:cNvPr id="149" name="Freeform 70">
                <a:extLst>
                  <a:ext uri="{FF2B5EF4-FFF2-40B4-BE49-F238E27FC236}">
                    <a16:creationId xmlns:a16="http://schemas.microsoft.com/office/drawing/2014/main" id="{9169C8D0-94D7-4897-A5B5-7A0506CE6AFA}"/>
                  </a:ext>
                </a:extLst>
              </p:cNvPr>
              <p:cNvSpPr/>
              <p:nvPr/>
            </p:nvSpPr>
            <p:spPr>
              <a:xfrm>
                <a:off x="0" y="0"/>
                <a:ext cx="69321" cy="66990"/>
              </a:xfrm>
              <a:custGeom>
                <a:avLst/>
                <a:gdLst/>
                <a:ahLst/>
                <a:cxnLst/>
                <a:rect l="l" t="t" r="r" b="b"/>
                <a:pathLst>
                  <a:path w="69321" h="66990">
                    <a:moveTo>
                      <a:pt x="0" y="0"/>
                    </a:moveTo>
                    <a:lnTo>
                      <a:pt x="69321" y="0"/>
                    </a:lnTo>
                    <a:lnTo>
                      <a:pt x="69321" y="66990"/>
                    </a:lnTo>
                    <a:lnTo>
                      <a:pt x="0" y="66990"/>
                    </a:lnTo>
                    <a:close/>
                  </a:path>
                </a:pathLst>
              </a:custGeom>
              <a:solidFill>
                <a:srgbClr val="1E3EE3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150" name="TextBox 71">
                <a:extLst>
                  <a:ext uri="{FF2B5EF4-FFF2-40B4-BE49-F238E27FC236}">
                    <a16:creationId xmlns:a16="http://schemas.microsoft.com/office/drawing/2014/main" id="{50ACB0A7-781A-593D-1971-997B17202C98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69321" cy="860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</p:grpSp>
      <p:grpSp>
        <p:nvGrpSpPr>
          <p:cNvPr id="151" name="Group 72">
            <a:extLst>
              <a:ext uri="{FF2B5EF4-FFF2-40B4-BE49-F238E27FC236}">
                <a16:creationId xmlns:a16="http://schemas.microsoft.com/office/drawing/2014/main" id="{59DBFA75-15AA-69DA-E4E3-F6E3F3D16D0E}"/>
              </a:ext>
            </a:extLst>
          </p:cNvPr>
          <p:cNvGrpSpPr/>
          <p:nvPr/>
        </p:nvGrpSpPr>
        <p:grpSpPr>
          <a:xfrm>
            <a:off x="3520307" y="5979958"/>
            <a:ext cx="2473533" cy="388733"/>
            <a:chOff x="0" y="-66674"/>
            <a:chExt cx="3486061" cy="544257"/>
          </a:xfrm>
        </p:grpSpPr>
        <p:sp>
          <p:nvSpPr>
            <p:cNvPr id="152" name="TextBox 73">
              <a:extLst>
                <a:ext uri="{FF2B5EF4-FFF2-40B4-BE49-F238E27FC236}">
                  <a16:creationId xmlns:a16="http://schemas.microsoft.com/office/drawing/2014/main" id="{B69996A8-6C4E-07ED-14B6-7DD9D69F0873}"/>
                </a:ext>
              </a:extLst>
            </p:cNvPr>
            <p:cNvSpPr txBox="1"/>
            <p:nvPr/>
          </p:nvSpPr>
          <p:spPr>
            <a:xfrm>
              <a:off x="455043" y="-66674"/>
              <a:ext cx="3031018" cy="5442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3359"/>
                </a:lnSpc>
              </a:pPr>
              <a:r>
                <a:rPr lang="en-US" sz="2400" spc="-6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index.html</a:t>
              </a:r>
            </a:p>
          </p:txBody>
        </p:sp>
        <p:grpSp>
          <p:nvGrpSpPr>
            <p:cNvPr id="153" name="Group 74">
              <a:extLst>
                <a:ext uri="{FF2B5EF4-FFF2-40B4-BE49-F238E27FC236}">
                  <a16:creationId xmlns:a16="http://schemas.microsoft.com/office/drawing/2014/main" id="{18291515-6513-3D0C-260A-E6985BD7A4A3}"/>
                </a:ext>
              </a:extLst>
            </p:cNvPr>
            <p:cNvGrpSpPr/>
            <p:nvPr/>
          </p:nvGrpSpPr>
          <p:grpSpPr>
            <a:xfrm>
              <a:off x="0" y="69221"/>
              <a:ext cx="350938" cy="339139"/>
              <a:chOff x="0" y="0"/>
              <a:chExt cx="69321" cy="66990"/>
            </a:xfrm>
          </p:grpSpPr>
          <p:sp>
            <p:nvSpPr>
              <p:cNvPr id="154" name="Freeform 75">
                <a:extLst>
                  <a:ext uri="{FF2B5EF4-FFF2-40B4-BE49-F238E27FC236}">
                    <a16:creationId xmlns:a16="http://schemas.microsoft.com/office/drawing/2014/main" id="{CF4839A2-AD26-A17D-EC37-38F216F3FEB7}"/>
                  </a:ext>
                </a:extLst>
              </p:cNvPr>
              <p:cNvSpPr/>
              <p:nvPr/>
            </p:nvSpPr>
            <p:spPr>
              <a:xfrm>
                <a:off x="0" y="0"/>
                <a:ext cx="69321" cy="66990"/>
              </a:xfrm>
              <a:custGeom>
                <a:avLst/>
                <a:gdLst/>
                <a:ahLst/>
                <a:cxnLst/>
                <a:rect l="l" t="t" r="r" b="b"/>
                <a:pathLst>
                  <a:path w="69321" h="66990">
                    <a:moveTo>
                      <a:pt x="0" y="0"/>
                    </a:moveTo>
                    <a:lnTo>
                      <a:pt x="69321" y="0"/>
                    </a:lnTo>
                    <a:lnTo>
                      <a:pt x="69321" y="66990"/>
                    </a:lnTo>
                    <a:lnTo>
                      <a:pt x="0" y="66990"/>
                    </a:lnTo>
                    <a:close/>
                  </a:path>
                </a:pathLst>
              </a:custGeom>
              <a:solidFill>
                <a:srgbClr val="7ED957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155" name="TextBox 76">
                <a:extLst>
                  <a:ext uri="{FF2B5EF4-FFF2-40B4-BE49-F238E27FC236}">
                    <a16:creationId xmlns:a16="http://schemas.microsoft.com/office/drawing/2014/main" id="{62AB29E4-3093-5C97-96BA-8F17278B9796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69321" cy="860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</p:grpSp>
      <p:grpSp>
        <p:nvGrpSpPr>
          <p:cNvPr id="157" name="Grupo 156">
            <a:extLst>
              <a:ext uri="{FF2B5EF4-FFF2-40B4-BE49-F238E27FC236}">
                <a16:creationId xmlns:a16="http://schemas.microsoft.com/office/drawing/2014/main" id="{9A46D57F-7418-D042-5B1E-FC6209920D91}"/>
              </a:ext>
            </a:extLst>
          </p:cNvPr>
          <p:cNvGrpSpPr/>
          <p:nvPr/>
        </p:nvGrpSpPr>
        <p:grpSpPr>
          <a:xfrm>
            <a:off x="1461548" y="4141328"/>
            <a:ext cx="5369360" cy="742727"/>
            <a:chOff x="11277600" y="1501245"/>
            <a:chExt cx="7277100" cy="1203855"/>
          </a:xfrm>
        </p:grpSpPr>
        <p:grpSp>
          <p:nvGrpSpPr>
            <p:cNvPr id="158" name="Group 9">
              <a:extLst>
                <a:ext uri="{FF2B5EF4-FFF2-40B4-BE49-F238E27FC236}">
                  <a16:creationId xmlns:a16="http://schemas.microsoft.com/office/drawing/2014/main" id="{DD99E7A9-1192-0415-CA35-ED0C12A80327}"/>
                </a:ext>
              </a:extLst>
            </p:cNvPr>
            <p:cNvGrpSpPr/>
            <p:nvPr/>
          </p:nvGrpSpPr>
          <p:grpSpPr>
            <a:xfrm>
              <a:off x="11277600" y="1501245"/>
              <a:ext cx="7277100" cy="1203855"/>
              <a:chOff x="0" y="-47625"/>
              <a:chExt cx="2734992" cy="466725"/>
            </a:xfrm>
          </p:grpSpPr>
          <p:sp>
            <p:nvSpPr>
              <p:cNvPr id="162" name="Freeform 10">
                <a:extLst>
                  <a:ext uri="{FF2B5EF4-FFF2-40B4-BE49-F238E27FC236}">
                    <a16:creationId xmlns:a16="http://schemas.microsoft.com/office/drawing/2014/main" id="{B82FC269-6402-4C13-E01F-2FEA19AA5074}"/>
                  </a:ext>
                </a:extLst>
              </p:cNvPr>
              <p:cNvSpPr/>
              <p:nvPr/>
            </p:nvSpPr>
            <p:spPr>
              <a:xfrm>
                <a:off x="0" y="0"/>
                <a:ext cx="2734992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2031332" h="419100">
                    <a:moveTo>
                      <a:pt x="23643" y="0"/>
                    </a:moveTo>
                    <a:lnTo>
                      <a:pt x="2007689" y="0"/>
                    </a:lnTo>
                    <a:cubicBezTo>
                      <a:pt x="2020747" y="0"/>
                      <a:pt x="2031332" y="10585"/>
                      <a:pt x="2031332" y="23643"/>
                    </a:cubicBezTo>
                    <a:lnTo>
                      <a:pt x="2031332" y="395457"/>
                    </a:lnTo>
                    <a:cubicBezTo>
                      <a:pt x="2031332" y="401727"/>
                      <a:pt x="2028841" y="407741"/>
                      <a:pt x="2024407" y="412175"/>
                    </a:cubicBezTo>
                    <a:cubicBezTo>
                      <a:pt x="2019973" y="416609"/>
                      <a:pt x="2013959" y="419100"/>
                      <a:pt x="2007689" y="419100"/>
                    </a:cubicBezTo>
                    <a:lnTo>
                      <a:pt x="23643" y="419100"/>
                    </a:lnTo>
                    <a:cubicBezTo>
                      <a:pt x="17373" y="419100"/>
                      <a:pt x="11359" y="416609"/>
                      <a:pt x="6925" y="412175"/>
                    </a:cubicBezTo>
                    <a:cubicBezTo>
                      <a:pt x="2491" y="407741"/>
                      <a:pt x="0" y="401727"/>
                      <a:pt x="0" y="395457"/>
                    </a:cubicBezTo>
                    <a:lnTo>
                      <a:pt x="0" y="23643"/>
                    </a:lnTo>
                    <a:cubicBezTo>
                      <a:pt x="0" y="17373"/>
                      <a:pt x="2491" y="11359"/>
                      <a:pt x="6925" y="6925"/>
                    </a:cubicBezTo>
                    <a:cubicBezTo>
                      <a:pt x="11359" y="2491"/>
                      <a:pt x="17373" y="0"/>
                      <a:pt x="23643" y="0"/>
                    </a:cubicBezTo>
                    <a:close/>
                  </a:path>
                </a:pathLst>
              </a:custGeom>
              <a:noFill/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163" name="TextBox 11">
                <a:extLst>
                  <a:ext uri="{FF2B5EF4-FFF2-40B4-BE49-F238E27FC236}">
                    <a16:creationId xmlns:a16="http://schemas.microsoft.com/office/drawing/2014/main" id="{4D847884-1538-4D64-9FFB-783FF7564B1A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2031332" cy="4667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11"/>
                  </a:lnSpc>
                </a:pPr>
                <a:endParaRPr/>
              </a:p>
            </p:txBody>
          </p:sp>
        </p:grpSp>
        <p:grpSp>
          <p:nvGrpSpPr>
            <p:cNvPr id="159" name="Grupo 158">
              <a:extLst>
                <a:ext uri="{FF2B5EF4-FFF2-40B4-BE49-F238E27FC236}">
                  <a16:creationId xmlns:a16="http://schemas.microsoft.com/office/drawing/2014/main" id="{7DFFF33B-7719-501B-99AC-2388E1A8D175}"/>
                </a:ext>
              </a:extLst>
            </p:cNvPr>
            <p:cNvGrpSpPr/>
            <p:nvPr/>
          </p:nvGrpSpPr>
          <p:grpSpPr>
            <a:xfrm>
              <a:off x="12279056" y="1790700"/>
              <a:ext cx="4970491" cy="695681"/>
              <a:chOff x="12337765" y="1831143"/>
              <a:chExt cx="4970491" cy="695681"/>
            </a:xfrm>
          </p:grpSpPr>
          <p:sp>
            <p:nvSpPr>
              <p:cNvPr id="160" name="TextBox 14">
                <a:extLst>
                  <a:ext uri="{FF2B5EF4-FFF2-40B4-BE49-F238E27FC236}">
                    <a16:creationId xmlns:a16="http://schemas.microsoft.com/office/drawing/2014/main" id="{223D92AC-69DA-5295-8CA3-7F10D7F1DF3B}"/>
                  </a:ext>
                </a:extLst>
              </p:cNvPr>
              <p:cNvSpPr txBox="1"/>
              <p:nvPr/>
            </p:nvSpPr>
            <p:spPr>
              <a:xfrm>
                <a:off x="13117929" y="1916776"/>
                <a:ext cx="4190327" cy="52441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3611"/>
                  </a:lnSpc>
                </a:pPr>
                <a:r>
                  <a:rPr lang="en-US" sz="2799" dirty="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feature/mi-</a:t>
                </a:r>
                <a:r>
                  <a:rPr lang="en-US" sz="2799" dirty="0" err="1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rama</a:t>
                </a:r>
                <a:endParaRPr lang="en-US" sz="2799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pic>
            <p:nvPicPr>
              <p:cNvPr id="161" name="Imagen 160" descr="Git-branch - Free vector icons on creazilla.com">
                <a:extLst>
                  <a:ext uri="{FF2B5EF4-FFF2-40B4-BE49-F238E27FC236}">
                    <a16:creationId xmlns:a16="http://schemas.microsoft.com/office/drawing/2014/main" id="{0B7547BB-FB45-C9F4-CB64-E1E5DC7CDE1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duotone>
                  <a:schemeClr val="accent3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brightnessContrast bright="40000" contrast="4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12337765" y="1831143"/>
                <a:ext cx="695681" cy="695681"/>
              </a:xfrm>
              <a:prstGeom prst="rect">
                <a:avLst/>
              </a:prstGeom>
            </p:spPr>
          </p:pic>
        </p:grpSp>
      </p:grpSp>
      <p:grpSp>
        <p:nvGrpSpPr>
          <p:cNvPr id="164" name="Grupo 163">
            <a:extLst>
              <a:ext uri="{FF2B5EF4-FFF2-40B4-BE49-F238E27FC236}">
                <a16:creationId xmlns:a16="http://schemas.microsoft.com/office/drawing/2014/main" id="{6B783C8D-B0D4-DC52-3F23-0C59905F5379}"/>
              </a:ext>
            </a:extLst>
          </p:cNvPr>
          <p:cNvGrpSpPr/>
          <p:nvPr/>
        </p:nvGrpSpPr>
        <p:grpSpPr>
          <a:xfrm>
            <a:off x="1461547" y="3206886"/>
            <a:ext cx="5723513" cy="973670"/>
            <a:chOff x="709547" y="2145505"/>
            <a:chExt cx="5369360" cy="973670"/>
          </a:xfrm>
        </p:grpSpPr>
        <p:grpSp>
          <p:nvGrpSpPr>
            <p:cNvPr id="165" name="Group 9">
              <a:extLst>
                <a:ext uri="{FF2B5EF4-FFF2-40B4-BE49-F238E27FC236}">
                  <a16:creationId xmlns:a16="http://schemas.microsoft.com/office/drawing/2014/main" id="{C7EFE6A8-C137-73D3-56D0-40F322040C18}"/>
                </a:ext>
              </a:extLst>
            </p:cNvPr>
            <p:cNvGrpSpPr/>
            <p:nvPr/>
          </p:nvGrpSpPr>
          <p:grpSpPr>
            <a:xfrm>
              <a:off x="709547" y="2145505"/>
              <a:ext cx="5369360" cy="973670"/>
              <a:chOff x="0" y="-47625"/>
              <a:chExt cx="2734992" cy="466725"/>
            </a:xfrm>
          </p:grpSpPr>
          <p:sp>
            <p:nvSpPr>
              <p:cNvPr id="168" name="Freeform 10">
                <a:extLst>
                  <a:ext uri="{FF2B5EF4-FFF2-40B4-BE49-F238E27FC236}">
                    <a16:creationId xmlns:a16="http://schemas.microsoft.com/office/drawing/2014/main" id="{C4077578-5444-6C05-61E4-9177453DD282}"/>
                  </a:ext>
                </a:extLst>
              </p:cNvPr>
              <p:cNvSpPr/>
              <p:nvPr/>
            </p:nvSpPr>
            <p:spPr>
              <a:xfrm>
                <a:off x="0" y="0"/>
                <a:ext cx="2734992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2031332" h="419100">
                    <a:moveTo>
                      <a:pt x="23643" y="0"/>
                    </a:moveTo>
                    <a:lnTo>
                      <a:pt x="2007689" y="0"/>
                    </a:lnTo>
                    <a:cubicBezTo>
                      <a:pt x="2020747" y="0"/>
                      <a:pt x="2031332" y="10585"/>
                      <a:pt x="2031332" y="23643"/>
                    </a:cubicBezTo>
                    <a:lnTo>
                      <a:pt x="2031332" y="395457"/>
                    </a:lnTo>
                    <a:cubicBezTo>
                      <a:pt x="2031332" y="401727"/>
                      <a:pt x="2028841" y="407741"/>
                      <a:pt x="2024407" y="412175"/>
                    </a:cubicBezTo>
                    <a:cubicBezTo>
                      <a:pt x="2019973" y="416609"/>
                      <a:pt x="2013959" y="419100"/>
                      <a:pt x="2007689" y="419100"/>
                    </a:cubicBezTo>
                    <a:lnTo>
                      <a:pt x="23643" y="419100"/>
                    </a:lnTo>
                    <a:cubicBezTo>
                      <a:pt x="17373" y="419100"/>
                      <a:pt x="11359" y="416609"/>
                      <a:pt x="6925" y="412175"/>
                    </a:cubicBezTo>
                    <a:cubicBezTo>
                      <a:pt x="2491" y="407741"/>
                      <a:pt x="0" y="401727"/>
                      <a:pt x="0" y="395457"/>
                    </a:cubicBezTo>
                    <a:lnTo>
                      <a:pt x="0" y="23643"/>
                    </a:lnTo>
                    <a:cubicBezTo>
                      <a:pt x="0" y="17373"/>
                      <a:pt x="2491" y="11359"/>
                      <a:pt x="6925" y="6925"/>
                    </a:cubicBezTo>
                    <a:cubicBezTo>
                      <a:pt x="11359" y="2491"/>
                      <a:pt x="17373" y="0"/>
                      <a:pt x="23643" y="0"/>
                    </a:cubicBez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169" name="TextBox 11">
                <a:extLst>
                  <a:ext uri="{FF2B5EF4-FFF2-40B4-BE49-F238E27FC236}">
                    <a16:creationId xmlns:a16="http://schemas.microsoft.com/office/drawing/2014/main" id="{648707CF-10F3-F3EF-9FFE-3D7FFE97926A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2031332" cy="4667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11"/>
                  </a:lnSpc>
                </a:pPr>
                <a:endParaRPr/>
              </a:p>
            </p:txBody>
          </p:sp>
        </p:grpSp>
        <p:sp>
          <p:nvSpPr>
            <p:cNvPr id="166" name="TextBox 14">
              <a:extLst>
                <a:ext uri="{FF2B5EF4-FFF2-40B4-BE49-F238E27FC236}">
                  <a16:creationId xmlns:a16="http://schemas.microsoft.com/office/drawing/2014/main" id="{BFD93714-E4AC-1C8A-81FB-244229EAA15F}"/>
                </a:ext>
              </a:extLst>
            </p:cNvPr>
            <p:cNvSpPr txBox="1"/>
            <p:nvPr/>
          </p:nvSpPr>
          <p:spPr>
            <a:xfrm>
              <a:off x="1451443" y="2480525"/>
              <a:ext cx="3989996" cy="4241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>
                <a:lnSpc>
                  <a:spcPts val="3095"/>
                </a:lnSpc>
              </a:pPr>
              <a:r>
                <a:rPr lang="en-US" sz="2800" spc="-131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mi-</a:t>
              </a:r>
              <a:r>
                <a:rPr lang="en-US" sz="2800" spc="-131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proyecto</a:t>
              </a:r>
              <a:r>
                <a:rPr lang="en-US" sz="2800" spc="-131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-</a:t>
              </a:r>
              <a:r>
                <a:rPr lang="en-US" sz="2800" spc="-131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clonado</a:t>
              </a:r>
              <a:endParaRPr lang="en-US" sz="2800" spc="-13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67" name="Freeform 50">
              <a:extLst>
                <a:ext uri="{FF2B5EF4-FFF2-40B4-BE49-F238E27FC236}">
                  <a16:creationId xmlns:a16="http://schemas.microsoft.com/office/drawing/2014/main" id="{D4BB3414-3AD9-2C2B-15DC-DD92AFE7F0E9}"/>
                </a:ext>
              </a:extLst>
            </p:cNvPr>
            <p:cNvSpPr/>
            <p:nvPr/>
          </p:nvSpPr>
          <p:spPr>
            <a:xfrm>
              <a:off x="1026470" y="2429721"/>
              <a:ext cx="444723" cy="394760"/>
            </a:xfrm>
            <a:custGeom>
              <a:avLst/>
              <a:gdLst/>
              <a:ahLst/>
              <a:cxnLst/>
              <a:rect l="l" t="t" r="r" b="b"/>
              <a:pathLst>
                <a:path w="626768" h="552695">
                  <a:moveTo>
                    <a:pt x="0" y="0"/>
                  </a:moveTo>
                  <a:lnTo>
                    <a:pt x="626768" y="0"/>
                  </a:lnTo>
                  <a:lnTo>
                    <a:pt x="626768" y="552695"/>
                  </a:lnTo>
                  <a:lnTo>
                    <a:pt x="0" y="5526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73" name="Group 52">
            <a:extLst>
              <a:ext uri="{FF2B5EF4-FFF2-40B4-BE49-F238E27FC236}">
                <a16:creationId xmlns:a16="http://schemas.microsoft.com/office/drawing/2014/main" id="{49D54D61-FAF7-ED5B-B40B-0891A1D63968}"/>
              </a:ext>
            </a:extLst>
          </p:cNvPr>
          <p:cNvGrpSpPr/>
          <p:nvPr/>
        </p:nvGrpSpPr>
        <p:grpSpPr>
          <a:xfrm>
            <a:off x="8246237" y="2858240"/>
            <a:ext cx="9320543" cy="960554"/>
            <a:chOff x="0" y="0"/>
            <a:chExt cx="2441105" cy="197645"/>
          </a:xfrm>
        </p:grpSpPr>
        <p:sp>
          <p:nvSpPr>
            <p:cNvPr id="174" name="Freeform 53">
              <a:extLst>
                <a:ext uri="{FF2B5EF4-FFF2-40B4-BE49-F238E27FC236}">
                  <a16:creationId xmlns:a16="http://schemas.microsoft.com/office/drawing/2014/main" id="{40DC4199-5FC9-9EF5-BD1E-F4887D85F871}"/>
                </a:ext>
              </a:extLst>
            </p:cNvPr>
            <p:cNvSpPr/>
            <p:nvPr/>
          </p:nvSpPr>
          <p:spPr>
            <a:xfrm>
              <a:off x="0" y="0"/>
              <a:ext cx="2441105" cy="197645"/>
            </a:xfrm>
            <a:custGeom>
              <a:avLst/>
              <a:gdLst/>
              <a:ahLst/>
              <a:cxnLst/>
              <a:rect l="l" t="t" r="r" b="b"/>
              <a:pathLst>
                <a:path w="2441105" h="197645">
                  <a:moveTo>
                    <a:pt x="12745" y="0"/>
                  </a:moveTo>
                  <a:lnTo>
                    <a:pt x="2428360" y="0"/>
                  </a:lnTo>
                  <a:cubicBezTo>
                    <a:pt x="2431740" y="0"/>
                    <a:pt x="2434982" y="1343"/>
                    <a:pt x="2437372" y="3733"/>
                  </a:cubicBezTo>
                  <a:cubicBezTo>
                    <a:pt x="2439763" y="6123"/>
                    <a:pt x="2441105" y="9365"/>
                    <a:pt x="2441105" y="12745"/>
                  </a:cubicBezTo>
                  <a:lnTo>
                    <a:pt x="2441105" y="184899"/>
                  </a:lnTo>
                  <a:cubicBezTo>
                    <a:pt x="2441105" y="188280"/>
                    <a:pt x="2439763" y="191522"/>
                    <a:pt x="2437372" y="193912"/>
                  </a:cubicBezTo>
                  <a:cubicBezTo>
                    <a:pt x="2434982" y="196302"/>
                    <a:pt x="2431740" y="197645"/>
                    <a:pt x="2428360" y="197645"/>
                  </a:cubicBezTo>
                  <a:lnTo>
                    <a:pt x="12745" y="197645"/>
                  </a:lnTo>
                  <a:cubicBezTo>
                    <a:pt x="9365" y="197645"/>
                    <a:pt x="6123" y="196302"/>
                    <a:pt x="3733" y="193912"/>
                  </a:cubicBezTo>
                  <a:cubicBezTo>
                    <a:pt x="1343" y="191522"/>
                    <a:pt x="0" y="188280"/>
                    <a:pt x="0" y="184899"/>
                  </a:cubicBezTo>
                  <a:lnTo>
                    <a:pt x="0" y="12745"/>
                  </a:lnTo>
                  <a:cubicBezTo>
                    <a:pt x="0" y="9365"/>
                    <a:pt x="1343" y="6123"/>
                    <a:pt x="3733" y="3733"/>
                  </a:cubicBezTo>
                  <a:cubicBezTo>
                    <a:pt x="6123" y="1343"/>
                    <a:pt x="9365" y="0"/>
                    <a:pt x="12745" y="0"/>
                  </a:cubicBezTo>
                  <a:close/>
                </a:path>
              </a:pathLst>
            </a:custGeom>
            <a:solidFill>
              <a:srgbClr val="0F0E0E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75" name="TextBox 54">
              <a:extLst>
                <a:ext uri="{FF2B5EF4-FFF2-40B4-BE49-F238E27FC236}">
                  <a16:creationId xmlns:a16="http://schemas.microsoft.com/office/drawing/2014/main" id="{1E837157-78C6-66EE-A12E-92DFB6E2B454}"/>
                </a:ext>
              </a:extLst>
            </p:cNvPr>
            <p:cNvSpPr txBox="1"/>
            <p:nvPr/>
          </p:nvSpPr>
          <p:spPr>
            <a:xfrm>
              <a:off x="0" y="-19050"/>
              <a:ext cx="2441105" cy="2166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176" name="TextBox 56">
            <a:extLst>
              <a:ext uri="{FF2B5EF4-FFF2-40B4-BE49-F238E27FC236}">
                <a16:creationId xmlns:a16="http://schemas.microsoft.com/office/drawing/2014/main" id="{0B741001-2023-975E-5703-2B72F1E9A206}"/>
              </a:ext>
            </a:extLst>
          </p:cNvPr>
          <p:cNvSpPr txBox="1"/>
          <p:nvPr/>
        </p:nvSpPr>
        <p:spPr>
          <a:xfrm>
            <a:off x="8480507" y="3109417"/>
            <a:ext cx="8852003" cy="413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359"/>
              </a:lnSpc>
            </a:pPr>
            <a:r>
              <a:rPr lang="en-US" sz="2400" spc="-6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&gt; git add .</a:t>
            </a:r>
            <a:endParaRPr lang="en-US" sz="2400" spc="-64" dirty="0">
              <a:solidFill>
                <a:srgbClr val="D9D9D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77" name="Grupo 176">
            <a:extLst>
              <a:ext uri="{FF2B5EF4-FFF2-40B4-BE49-F238E27FC236}">
                <a16:creationId xmlns:a16="http://schemas.microsoft.com/office/drawing/2014/main" id="{BAFC5945-9A4A-D0F2-3EC5-2F9313E5B52D}"/>
              </a:ext>
            </a:extLst>
          </p:cNvPr>
          <p:cNvGrpSpPr/>
          <p:nvPr/>
        </p:nvGrpSpPr>
        <p:grpSpPr>
          <a:xfrm>
            <a:off x="10670191" y="4598969"/>
            <a:ext cx="4569009" cy="3091122"/>
            <a:chOff x="6337647" y="4389234"/>
            <a:chExt cx="5183506" cy="3333626"/>
          </a:xfrm>
        </p:grpSpPr>
        <p:grpSp>
          <p:nvGrpSpPr>
            <p:cNvPr id="178" name="Group 13">
              <a:extLst>
                <a:ext uri="{FF2B5EF4-FFF2-40B4-BE49-F238E27FC236}">
                  <a16:creationId xmlns:a16="http://schemas.microsoft.com/office/drawing/2014/main" id="{84D86F4A-B102-4CAB-07E8-299801B910F2}"/>
                </a:ext>
              </a:extLst>
            </p:cNvPr>
            <p:cNvGrpSpPr/>
            <p:nvPr/>
          </p:nvGrpSpPr>
          <p:grpSpPr>
            <a:xfrm>
              <a:off x="6337647" y="4389234"/>
              <a:ext cx="5183506" cy="3333626"/>
              <a:chOff x="0" y="0"/>
              <a:chExt cx="1351154" cy="731404"/>
            </a:xfrm>
          </p:grpSpPr>
          <p:sp>
            <p:nvSpPr>
              <p:cNvPr id="180" name="Freeform 14">
                <a:extLst>
                  <a:ext uri="{FF2B5EF4-FFF2-40B4-BE49-F238E27FC236}">
                    <a16:creationId xmlns:a16="http://schemas.microsoft.com/office/drawing/2014/main" id="{2EFEE5C0-7CC2-6745-835A-B3BB5CAF1213}"/>
                  </a:ext>
                </a:extLst>
              </p:cNvPr>
              <p:cNvSpPr/>
              <p:nvPr/>
            </p:nvSpPr>
            <p:spPr>
              <a:xfrm>
                <a:off x="0" y="0"/>
                <a:ext cx="1351154" cy="731404"/>
              </a:xfrm>
              <a:custGeom>
                <a:avLst/>
                <a:gdLst/>
                <a:ahLst/>
                <a:cxnLst/>
                <a:rect l="l" t="t" r="r" b="b"/>
                <a:pathLst>
                  <a:path w="1351154" h="731404">
                    <a:moveTo>
                      <a:pt x="23027" y="0"/>
                    </a:moveTo>
                    <a:lnTo>
                      <a:pt x="1328127" y="0"/>
                    </a:lnTo>
                    <a:cubicBezTo>
                      <a:pt x="1340845" y="0"/>
                      <a:pt x="1351154" y="10310"/>
                      <a:pt x="1351154" y="23027"/>
                    </a:cubicBezTo>
                    <a:lnTo>
                      <a:pt x="1351154" y="708377"/>
                    </a:lnTo>
                    <a:cubicBezTo>
                      <a:pt x="1351154" y="721094"/>
                      <a:pt x="1340845" y="731404"/>
                      <a:pt x="1328127" y="731404"/>
                    </a:cubicBezTo>
                    <a:lnTo>
                      <a:pt x="23027" y="731404"/>
                    </a:lnTo>
                    <a:cubicBezTo>
                      <a:pt x="10310" y="731404"/>
                      <a:pt x="0" y="721094"/>
                      <a:pt x="0" y="708377"/>
                    </a:cubicBezTo>
                    <a:lnTo>
                      <a:pt x="0" y="23027"/>
                    </a:lnTo>
                    <a:cubicBezTo>
                      <a:pt x="0" y="10310"/>
                      <a:pt x="10310" y="0"/>
                      <a:pt x="23027" y="0"/>
                    </a:cubicBezTo>
                    <a:close/>
                  </a:path>
                </a:pathLst>
              </a:custGeom>
              <a:solidFill>
                <a:schemeClr val="tx2">
                  <a:lumMod val="50000"/>
                </a:schemeClr>
              </a:solidFill>
              <a:ln w="38100" cap="rnd">
                <a:solidFill>
                  <a:srgbClr val="B4B4B4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181" name="TextBox 15">
                <a:extLst>
                  <a:ext uri="{FF2B5EF4-FFF2-40B4-BE49-F238E27FC236}">
                    <a16:creationId xmlns:a16="http://schemas.microsoft.com/office/drawing/2014/main" id="{1F9B1EDE-1BCF-2657-FF4E-5D7DC417D3A2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1154" cy="75045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sp>
          <p:nvSpPr>
            <p:cNvPr id="179" name="TextBox 16">
              <a:extLst>
                <a:ext uri="{FF2B5EF4-FFF2-40B4-BE49-F238E27FC236}">
                  <a16:creationId xmlns:a16="http://schemas.microsoft.com/office/drawing/2014/main" id="{79734DB0-FE12-E24A-8DDD-4B3DD60313D4}"/>
                </a:ext>
              </a:extLst>
            </p:cNvPr>
            <p:cNvSpPr txBox="1"/>
            <p:nvPr/>
          </p:nvSpPr>
          <p:spPr>
            <a:xfrm>
              <a:off x="6421447" y="4489525"/>
              <a:ext cx="4769193" cy="75955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1" indent="0" algn="ctr">
                <a:lnSpc>
                  <a:spcPts val="4479"/>
                </a:lnSpc>
              </a:pPr>
              <a:r>
                <a:rPr lang="en-US" sz="3199" b="1" spc="-86" dirty="0" err="1">
                  <a:solidFill>
                    <a:schemeClr val="bg1"/>
                  </a:solidFill>
                  <a:latin typeface="Poppins"/>
                  <a:ea typeface="Poppins"/>
                  <a:cs typeface="Poppins"/>
                  <a:sym typeface="Poppins"/>
                </a:rPr>
                <a:t>Paquete</a:t>
              </a:r>
              <a:r>
                <a:rPr lang="en-US" sz="3199" b="1" spc="-86" dirty="0">
                  <a:solidFill>
                    <a:schemeClr val="bg1"/>
                  </a:solidFill>
                  <a:latin typeface="Poppins"/>
                  <a:ea typeface="Poppins"/>
                  <a:cs typeface="Poppins"/>
                  <a:sym typeface="Poppins"/>
                </a:rPr>
                <a:t> a </a:t>
              </a:r>
              <a:r>
                <a:rPr lang="en-US" sz="3199" b="1" spc="-86" dirty="0" err="1">
                  <a:solidFill>
                    <a:schemeClr val="bg1"/>
                  </a:solidFill>
                  <a:latin typeface="Poppins"/>
                  <a:ea typeface="Poppins"/>
                  <a:cs typeface="Poppins"/>
                  <a:sym typeface="Poppins"/>
                </a:rPr>
                <a:t>enviar</a:t>
              </a:r>
              <a:endParaRPr lang="en-US" sz="3199" b="1" spc="-86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90" name="Group 9">
            <a:extLst>
              <a:ext uri="{FF2B5EF4-FFF2-40B4-BE49-F238E27FC236}">
                <a16:creationId xmlns:a16="http://schemas.microsoft.com/office/drawing/2014/main" id="{688F18E9-6AE3-958B-9ECF-0CE845261D6D}"/>
              </a:ext>
            </a:extLst>
          </p:cNvPr>
          <p:cNvGrpSpPr/>
          <p:nvPr/>
        </p:nvGrpSpPr>
        <p:grpSpPr>
          <a:xfrm>
            <a:off x="2337038" y="5414191"/>
            <a:ext cx="4892112" cy="973670"/>
            <a:chOff x="0" y="-47625"/>
            <a:chExt cx="2734992" cy="466725"/>
          </a:xfrm>
        </p:grpSpPr>
        <p:sp>
          <p:nvSpPr>
            <p:cNvPr id="193" name="Freeform 10">
              <a:extLst>
                <a:ext uri="{FF2B5EF4-FFF2-40B4-BE49-F238E27FC236}">
                  <a16:creationId xmlns:a16="http://schemas.microsoft.com/office/drawing/2014/main" id="{DDE7FE89-F883-2BC6-B95C-F075342EDBA3}"/>
                </a:ext>
              </a:extLst>
            </p:cNvPr>
            <p:cNvSpPr/>
            <p:nvPr/>
          </p:nvSpPr>
          <p:spPr>
            <a:xfrm>
              <a:off x="0" y="0"/>
              <a:ext cx="2734992" cy="419100"/>
            </a:xfrm>
            <a:custGeom>
              <a:avLst/>
              <a:gdLst/>
              <a:ahLst/>
              <a:cxnLst/>
              <a:rect l="l" t="t" r="r" b="b"/>
              <a:pathLst>
                <a:path w="2031332" h="419100">
                  <a:moveTo>
                    <a:pt x="23643" y="0"/>
                  </a:moveTo>
                  <a:lnTo>
                    <a:pt x="2007689" y="0"/>
                  </a:lnTo>
                  <a:cubicBezTo>
                    <a:pt x="2020747" y="0"/>
                    <a:pt x="2031332" y="10585"/>
                    <a:pt x="2031332" y="23643"/>
                  </a:cubicBezTo>
                  <a:lnTo>
                    <a:pt x="2031332" y="395457"/>
                  </a:lnTo>
                  <a:cubicBezTo>
                    <a:pt x="2031332" y="401727"/>
                    <a:pt x="2028841" y="407741"/>
                    <a:pt x="2024407" y="412175"/>
                  </a:cubicBezTo>
                  <a:cubicBezTo>
                    <a:pt x="2019973" y="416609"/>
                    <a:pt x="2013959" y="419100"/>
                    <a:pt x="2007689" y="419100"/>
                  </a:cubicBezTo>
                  <a:lnTo>
                    <a:pt x="23643" y="419100"/>
                  </a:lnTo>
                  <a:cubicBezTo>
                    <a:pt x="17373" y="419100"/>
                    <a:pt x="11359" y="416609"/>
                    <a:pt x="6925" y="412175"/>
                  </a:cubicBezTo>
                  <a:cubicBezTo>
                    <a:pt x="2491" y="407741"/>
                    <a:pt x="0" y="401727"/>
                    <a:pt x="0" y="395457"/>
                  </a:cubicBezTo>
                  <a:lnTo>
                    <a:pt x="0" y="23643"/>
                  </a:lnTo>
                  <a:cubicBezTo>
                    <a:pt x="0" y="17373"/>
                    <a:pt x="2491" y="11359"/>
                    <a:pt x="6925" y="6925"/>
                  </a:cubicBezTo>
                  <a:cubicBezTo>
                    <a:pt x="11359" y="2491"/>
                    <a:pt x="17373" y="0"/>
                    <a:pt x="23643" y="0"/>
                  </a:cubicBezTo>
                  <a:close/>
                </a:path>
              </a:pathLst>
            </a:custGeom>
            <a:noFill/>
          </p:spPr>
          <p:txBody>
            <a:bodyPr/>
            <a:lstStyle/>
            <a:p>
              <a:endParaRPr lang="es-MX" dirty="0"/>
            </a:p>
          </p:txBody>
        </p:sp>
        <p:sp>
          <p:nvSpPr>
            <p:cNvPr id="194" name="TextBox 11">
              <a:extLst>
                <a:ext uri="{FF2B5EF4-FFF2-40B4-BE49-F238E27FC236}">
                  <a16:creationId xmlns:a16="http://schemas.microsoft.com/office/drawing/2014/main" id="{1BEE9D52-2972-3B26-5E33-42CC28C0698E}"/>
                </a:ext>
              </a:extLst>
            </p:cNvPr>
            <p:cNvSpPr txBox="1"/>
            <p:nvPr/>
          </p:nvSpPr>
          <p:spPr>
            <a:xfrm>
              <a:off x="0" y="-47625"/>
              <a:ext cx="2031332" cy="4667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11"/>
                </a:lnSpc>
              </a:pPr>
              <a:endParaRPr/>
            </a:p>
          </p:txBody>
        </p:sp>
      </p:grpSp>
      <p:grpSp>
        <p:nvGrpSpPr>
          <p:cNvPr id="196" name="Grupo 195">
            <a:extLst>
              <a:ext uri="{FF2B5EF4-FFF2-40B4-BE49-F238E27FC236}">
                <a16:creationId xmlns:a16="http://schemas.microsoft.com/office/drawing/2014/main" id="{A4CD35A3-4A52-0B20-1499-4832D505D188}"/>
              </a:ext>
            </a:extLst>
          </p:cNvPr>
          <p:cNvGrpSpPr/>
          <p:nvPr/>
        </p:nvGrpSpPr>
        <p:grpSpPr>
          <a:xfrm>
            <a:off x="2522434" y="4877687"/>
            <a:ext cx="1693251" cy="464701"/>
            <a:chOff x="2522434" y="5922073"/>
            <a:chExt cx="1693251" cy="464701"/>
          </a:xfrm>
        </p:grpSpPr>
        <p:sp>
          <p:nvSpPr>
            <p:cNvPr id="191" name="TextBox 14">
              <a:extLst>
                <a:ext uri="{FF2B5EF4-FFF2-40B4-BE49-F238E27FC236}">
                  <a16:creationId xmlns:a16="http://schemas.microsoft.com/office/drawing/2014/main" id="{5721BD4B-C72E-3CE5-8EA1-097103ABD8B4}"/>
                </a:ext>
              </a:extLst>
            </p:cNvPr>
            <p:cNvSpPr txBox="1"/>
            <p:nvPr/>
          </p:nvSpPr>
          <p:spPr>
            <a:xfrm>
              <a:off x="3012993" y="5962630"/>
              <a:ext cx="1202692" cy="4241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>
                <a:lnSpc>
                  <a:spcPts val="3095"/>
                </a:lnSpc>
              </a:pPr>
              <a:r>
                <a:rPr lang="en-US" sz="2800" spc="-131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src</a:t>
              </a:r>
              <a:endParaRPr lang="en-US" sz="2800" spc="-13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pic>
          <p:nvPicPr>
            <p:cNvPr id="195" name="Imagen 194" descr="Icono De Carpeta Morada">
              <a:extLst>
                <a:ext uri="{FF2B5EF4-FFF2-40B4-BE49-F238E27FC236}">
                  <a16:creationId xmlns:a16="http://schemas.microsoft.com/office/drawing/2014/main" id="{AF7E923C-2AC7-4633-DD52-BEFFD3452C5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522434" y="5922073"/>
              <a:ext cx="447528" cy="447528"/>
            </a:xfrm>
            <a:prstGeom prst="rect">
              <a:avLst/>
            </a:prstGeom>
          </p:spPr>
        </p:pic>
      </p:grpSp>
      <p:grpSp>
        <p:nvGrpSpPr>
          <p:cNvPr id="197" name="Grupo 196">
            <a:extLst>
              <a:ext uri="{FF2B5EF4-FFF2-40B4-BE49-F238E27FC236}">
                <a16:creationId xmlns:a16="http://schemas.microsoft.com/office/drawing/2014/main" id="{B9513A25-6BDA-6345-60CF-C4F225AD441E}"/>
              </a:ext>
            </a:extLst>
          </p:cNvPr>
          <p:cNvGrpSpPr/>
          <p:nvPr/>
        </p:nvGrpSpPr>
        <p:grpSpPr>
          <a:xfrm>
            <a:off x="3011660" y="7819470"/>
            <a:ext cx="1693251" cy="464701"/>
            <a:chOff x="2522434" y="5922073"/>
            <a:chExt cx="1693251" cy="464701"/>
          </a:xfrm>
        </p:grpSpPr>
        <p:sp>
          <p:nvSpPr>
            <p:cNvPr id="198" name="TextBox 14">
              <a:extLst>
                <a:ext uri="{FF2B5EF4-FFF2-40B4-BE49-F238E27FC236}">
                  <a16:creationId xmlns:a16="http://schemas.microsoft.com/office/drawing/2014/main" id="{5B0D61A0-4F50-49C6-122C-1FDC9D1F2D57}"/>
                </a:ext>
              </a:extLst>
            </p:cNvPr>
            <p:cNvSpPr txBox="1"/>
            <p:nvPr/>
          </p:nvSpPr>
          <p:spPr>
            <a:xfrm>
              <a:off x="3012993" y="5962630"/>
              <a:ext cx="1202692" cy="4241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>
                <a:lnSpc>
                  <a:spcPts val="3095"/>
                </a:lnSpc>
              </a:pPr>
              <a:r>
                <a:rPr lang="en-US" sz="2800" spc="-131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img</a:t>
              </a:r>
              <a:endParaRPr lang="en-US" sz="2800" spc="-13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pic>
          <p:nvPicPr>
            <p:cNvPr id="199" name="Imagen 198" descr="Icono De Carpeta Morada">
              <a:extLst>
                <a:ext uri="{FF2B5EF4-FFF2-40B4-BE49-F238E27FC236}">
                  <a16:creationId xmlns:a16="http://schemas.microsoft.com/office/drawing/2014/main" id="{56B7A6DB-B0A2-F573-F2E3-9FD1D530D02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522434" y="5922073"/>
              <a:ext cx="447528" cy="447528"/>
            </a:xfrm>
            <a:prstGeom prst="rect">
              <a:avLst/>
            </a:prstGeom>
          </p:spPr>
        </p:pic>
      </p:grpSp>
      <p:grpSp>
        <p:nvGrpSpPr>
          <p:cNvPr id="201" name="Group 57">
            <a:extLst>
              <a:ext uri="{FF2B5EF4-FFF2-40B4-BE49-F238E27FC236}">
                <a16:creationId xmlns:a16="http://schemas.microsoft.com/office/drawing/2014/main" id="{9FAB2033-FFFC-849B-3493-222338DD7445}"/>
              </a:ext>
            </a:extLst>
          </p:cNvPr>
          <p:cNvGrpSpPr/>
          <p:nvPr/>
        </p:nvGrpSpPr>
        <p:grpSpPr>
          <a:xfrm>
            <a:off x="3479533" y="8795856"/>
            <a:ext cx="1876174" cy="413190"/>
            <a:chOff x="0" y="-66675"/>
            <a:chExt cx="2644177" cy="578498"/>
          </a:xfrm>
        </p:grpSpPr>
        <p:sp>
          <p:nvSpPr>
            <p:cNvPr id="216" name="TextBox 58">
              <a:extLst>
                <a:ext uri="{FF2B5EF4-FFF2-40B4-BE49-F238E27FC236}">
                  <a16:creationId xmlns:a16="http://schemas.microsoft.com/office/drawing/2014/main" id="{614CF637-AA0D-5D2E-F12B-9B4880885615}"/>
                </a:ext>
              </a:extLst>
            </p:cNvPr>
            <p:cNvSpPr txBox="1"/>
            <p:nvPr/>
          </p:nvSpPr>
          <p:spPr>
            <a:xfrm>
              <a:off x="455042" y="-66675"/>
              <a:ext cx="2189135" cy="5784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3359"/>
                </a:lnSpc>
              </a:pPr>
              <a:r>
                <a:rPr lang="en-US" sz="2400" spc="-6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Img-2.png</a:t>
              </a:r>
            </a:p>
          </p:txBody>
        </p:sp>
        <p:grpSp>
          <p:nvGrpSpPr>
            <p:cNvPr id="217" name="Group 59">
              <a:extLst>
                <a:ext uri="{FF2B5EF4-FFF2-40B4-BE49-F238E27FC236}">
                  <a16:creationId xmlns:a16="http://schemas.microsoft.com/office/drawing/2014/main" id="{AC94EA15-04FA-14C2-2DC0-11263F124F3C}"/>
                </a:ext>
              </a:extLst>
            </p:cNvPr>
            <p:cNvGrpSpPr/>
            <p:nvPr/>
          </p:nvGrpSpPr>
          <p:grpSpPr>
            <a:xfrm>
              <a:off x="0" y="69221"/>
              <a:ext cx="350938" cy="339139"/>
              <a:chOff x="0" y="0"/>
              <a:chExt cx="69321" cy="66990"/>
            </a:xfrm>
          </p:grpSpPr>
          <p:sp>
            <p:nvSpPr>
              <p:cNvPr id="218" name="Freeform 60">
                <a:extLst>
                  <a:ext uri="{FF2B5EF4-FFF2-40B4-BE49-F238E27FC236}">
                    <a16:creationId xmlns:a16="http://schemas.microsoft.com/office/drawing/2014/main" id="{7698731C-64FB-CD87-5BDF-4DDD30C6A784}"/>
                  </a:ext>
                </a:extLst>
              </p:cNvPr>
              <p:cNvSpPr/>
              <p:nvPr/>
            </p:nvSpPr>
            <p:spPr>
              <a:xfrm>
                <a:off x="0" y="0"/>
                <a:ext cx="69321" cy="66990"/>
              </a:xfrm>
              <a:custGeom>
                <a:avLst/>
                <a:gdLst/>
                <a:ahLst/>
                <a:cxnLst/>
                <a:rect l="l" t="t" r="r" b="b"/>
                <a:pathLst>
                  <a:path w="69321" h="66990">
                    <a:moveTo>
                      <a:pt x="0" y="0"/>
                    </a:moveTo>
                    <a:lnTo>
                      <a:pt x="69321" y="0"/>
                    </a:lnTo>
                    <a:lnTo>
                      <a:pt x="69321" y="66990"/>
                    </a:lnTo>
                    <a:lnTo>
                      <a:pt x="0" y="6699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219" name="TextBox 61">
                <a:extLst>
                  <a:ext uri="{FF2B5EF4-FFF2-40B4-BE49-F238E27FC236}">
                    <a16:creationId xmlns:a16="http://schemas.microsoft.com/office/drawing/2014/main" id="{139AEB07-8B9C-54A1-95B6-28D30D0EDFD0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69321" cy="860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 dirty="0"/>
              </a:p>
            </p:txBody>
          </p:sp>
        </p:grpSp>
      </p:grpSp>
      <p:sp>
        <p:nvSpPr>
          <p:cNvPr id="213" name="TextBox 71">
            <a:extLst>
              <a:ext uri="{FF2B5EF4-FFF2-40B4-BE49-F238E27FC236}">
                <a16:creationId xmlns:a16="http://schemas.microsoft.com/office/drawing/2014/main" id="{35EB5001-CEF4-28A1-59BE-83C0A983CDBE}"/>
              </a:ext>
            </a:extLst>
          </p:cNvPr>
          <p:cNvSpPr txBox="1"/>
          <p:nvPr/>
        </p:nvSpPr>
        <p:spPr>
          <a:xfrm>
            <a:off x="3480403" y="9246785"/>
            <a:ext cx="249008" cy="311112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1874"/>
              </a:lnSpc>
            </a:pPr>
            <a:endParaRPr/>
          </a:p>
        </p:txBody>
      </p:sp>
      <p:grpSp>
        <p:nvGrpSpPr>
          <p:cNvPr id="204" name="Group 72">
            <a:extLst>
              <a:ext uri="{FF2B5EF4-FFF2-40B4-BE49-F238E27FC236}">
                <a16:creationId xmlns:a16="http://schemas.microsoft.com/office/drawing/2014/main" id="{DDB5FBA7-0C7D-9207-860C-2F1578F7A2AE}"/>
              </a:ext>
            </a:extLst>
          </p:cNvPr>
          <p:cNvGrpSpPr/>
          <p:nvPr/>
        </p:nvGrpSpPr>
        <p:grpSpPr>
          <a:xfrm>
            <a:off x="3463016" y="8369154"/>
            <a:ext cx="2473533" cy="413190"/>
            <a:chOff x="0" y="-66674"/>
            <a:chExt cx="3486061" cy="578499"/>
          </a:xfrm>
        </p:grpSpPr>
        <p:sp>
          <p:nvSpPr>
            <p:cNvPr id="206" name="TextBox 73">
              <a:extLst>
                <a:ext uri="{FF2B5EF4-FFF2-40B4-BE49-F238E27FC236}">
                  <a16:creationId xmlns:a16="http://schemas.microsoft.com/office/drawing/2014/main" id="{4F7F2508-55F5-789F-0C82-CD81889378D1}"/>
                </a:ext>
              </a:extLst>
            </p:cNvPr>
            <p:cNvSpPr txBox="1"/>
            <p:nvPr/>
          </p:nvSpPr>
          <p:spPr>
            <a:xfrm>
              <a:off x="455044" y="-66674"/>
              <a:ext cx="3031017" cy="5784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3359"/>
                </a:lnSpc>
              </a:pPr>
              <a:r>
                <a:rPr lang="en-US" sz="2400" spc="-6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Img-1.png</a:t>
              </a:r>
            </a:p>
          </p:txBody>
        </p:sp>
        <p:grpSp>
          <p:nvGrpSpPr>
            <p:cNvPr id="207" name="Group 74">
              <a:extLst>
                <a:ext uri="{FF2B5EF4-FFF2-40B4-BE49-F238E27FC236}">
                  <a16:creationId xmlns:a16="http://schemas.microsoft.com/office/drawing/2014/main" id="{D640CD42-C1F2-1285-B8FA-712B21D512E6}"/>
                </a:ext>
              </a:extLst>
            </p:cNvPr>
            <p:cNvGrpSpPr/>
            <p:nvPr/>
          </p:nvGrpSpPr>
          <p:grpSpPr>
            <a:xfrm>
              <a:off x="0" y="69221"/>
              <a:ext cx="350938" cy="339139"/>
              <a:chOff x="0" y="0"/>
              <a:chExt cx="69321" cy="66990"/>
            </a:xfrm>
          </p:grpSpPr>
          <p:sp>
            <p:nvSpPr>
              <p:cNvPr id="208" name="Freeform 75">
                <a:extLst>
                  <a:ext uri="{FF2B5EF4-FFF2-40B4-BE49-F238E27FC236}">
                    <a16:creationId xmlns:a16="http://schemas.microsoft.com/office/drawing/2014/main" id="{B03D15D8-4617-F845-E881-EB7B6382525D}"/>
                  </a:ext>
                </a:extLst>
              </p:cNvPr>
              <p:cNvSpPr/>
              <p:nvPr/>
            </p:nvSpPr>
            <p:spPr>
              <a:xfrm>
                <a:off x="0" y="0"/>
                <a:ext cx="69321" cy="66990"/>
              </a:xfrm>
              <a:custGeom>
                <a:avLst/>
                <a:gdLst/>
                <a:ahLst/>
                <a:cxnLst/>
                <a:rect l="l" t="t" r="r" b="b"/>
                <a:pathLst>
                  <a:path w="69321" h="66990">
                    <a:moveTo>
                      <a:pt x="0" y="0"/>
                    </a:moveTo>
                    <a:lnTo>
                      <a:pt x="69321" y="0"/>
                    </a:lnTo>
                    <a:lnTo>
                      <a:pt x="69321" y="66990"/>
                    </a:lnTo>
                    <a:lnTo>
                      <a:pt x="0" y="66990"/>
                    </a:lnTo>
                    <a:close/>
                  </a:path>
                </a:pathLst>
              </a:custGeom>
              <a:solidFill>
                <a:srgbClr val="00B0F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209" name="TextBox 76">
                <a:extLst>
                  <a:ext uri="{FF2B5EF4-FFF2-40B4-BE49-F238E27FC236}">
                    <a16:creationId xmlns:a16="http://schemas.microsoft.com/office/drawing/2014/main" id="{BA1F7F2E-7001-4A03-19AB-40371C030663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69321" cy="860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</p:grpSp>
      <p:grpSp>
        <p:nvGrpSpPr>
          <p:cNvPr id="221" name="Grupo 220">
            <a:extLst>
              <a:ext uri="{FF2B5EF4-FFF2-40B4-BE49-F238E27FC236}">
                <a16:creationId xmlns:a16="http://schemas.microsoft.com/office/drawing/2014/main" id="{1FB596DB-869F-2099-FF62-C23D445B7390}"/>
              </a:ext>
            </a:extLst>
          </p:cNvPr>
          <p:cNvGrpSpPr/>
          <p:nvPr/>
        </p:nvGrpSpPr>
        <p:grpSpPr>
          <a:xfrm>
            <a:off x="3011796" y="5485877"/>
            <a:ext cx="2059361" cy="471819"/>
            <a:chOff x="2522434" y="5922073"/>
            <a:chExt cx="2059361" cy="471819"/>
          </a:xfrm>
        </p:grpSpPr>
        <p:sp>
          <p:nvSpPr>
            <p:cNvPr id="222" name="TextBox 14">
              <a:extLst>
                <a:ext uri="{FF2B5EF4-FFF2-40B4-BE49-F238E27FC236}">
                  <a16:creationId xmlns:a16="http://schemas.microsoft.com/office/drawing/2014/main" id="{527B8DDC-20D6-3593-35A7-8117F92BDF3E}"/>
                </a:ext>
              </a:extLst>
            </p:cNvPr>
            <p:cNvSpPr txBox="1"/>
            <p:nvPr/>
          </p:nvSpPr>
          <p:spPr>
            <a:xfrm>
              <a:off x="3012992" y="5962630"/>
              <a:ext cx="1568803" cy="4312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>
                <a:lnSpc>
                  <a:spcPts val="3095"/>
                </a:lnSpc>
              </a:pPr>
              <a:r>
                <a:rPr lang="en-US" sz="2800" spc="-131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frontend</a:t>
              </a:r>
            </a:p>
          </p:txBody>
        </p:sp>
        <p:pic>
          <p:nvPicPr>
            <p:cNvPr id="223" name="Imagen 222" descr="Icono De Carpeta Morada">
              <a:extLst>
                <a:ext uri="{FF2B5EF4-FFF2-40B4-BE49-F238E27FC236}">
                  <a16:creationId xmlns:a16="http://schemas.microsoft.com/office/drawing/2014/main" id="{475898E0-C2E1-E764-F62B-67B54BA2637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522434" y="5922073"/>
              <a:ext cx="447528" cy="447528"/>
            </a:xfrm>
            <a:prstGeom prst="rect">
              <a:avLst/>
            </a:prstGeom>
          </p:spPr>
        </p:pic>
      </p:grpSp>
      <p:grpSp>
        <p:nvGrpSpPr>
          <p:cNvPr id="224" name="Grupo 223">
            <a:extLst>
              <a:ext uri="{FF2B5EF4-FFF2-40B4-BE49-F238E27FC236}">
                <a16:creationId xmlns:a16="http://schemas.microsoft.com/office/drawing/2014/main" id="{C1F5EEC7-928C-CFB6-72CE-FDA5226861A3}"/>
              </a:ext>
            </a:extLst>
          </p:cNvPr>
          <p:cNvGrpSpPr/>
          <p:nvPr/>
        </p:nvGrpSpPr>
        <p:grpSpPr>
          <a:xfrm>
            <a:off x="3520307" y="7278561"/>
            <a:ext cx="1995646" cy="413190"/>
            <a:chOff x="3899399" y="2821328"/>
            <a:chExt cx="1995646" cy="413190"/>
          </a:xfrm>
        </p:grpSpPr>
        <p:sp>
          <p:nvSpPr>
            <p:cNvPr id="225" name="TextBox 68">
              <a:extLst>
                <a:ext uri="{FF2B5EF4-FFF2-40B4-BE49-F238E27FC236}">
                  <a16:creationId xmlns:a16="http://schemas.microsoft.com/office/drawing/2014/main" id="{B973EB4F-4E76-185F-596C-91621EE844A4}"/>
                </a:ext>
              </a:extLst>
            </p:cNvPr>
            <p:cNvSpPr txBox="1"/>
            <p:nvPr/>
          </p:nvSpPr>
          <p:spPr>
            <a:xfrm>
              <a:off x="4222274" y="2821328"/>
              <a:ext cx="1672771" cy="4131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3359"/>
                </a:lnSpc>
              </a:pPr>
              <a:r>
                <a:rPr lang="en-US" sz="2400" spc="-6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styles-2.js</a:t>
              </a:r>
            </a:p>
          </p:txBody>
        </p:sp>
        <p:sp>
          <p:nvSpPr>
            <p:cNvPr id="226" name="Freeform 70">
              <a:extLst>
                <a:ext uri="{FF2B5EF4-FFF2-40B4-BE49-F238E27FC236}">
                  <a16:creationId xmlns:a16="http://schemas.microsoft.com/office/drawing/2014/main" id="{9D02B21E-09DC-4200-A841-C9FB3EC8E106}"/>
                </a:ext>
              </a:extLst>
            </p:cNvPr>
            <p:cNvSpPr/>
            <p:nvPr/>
          </p:nvSpPr>
          <p:spPr>
            <a:xfrm>
              <a:off x="3899399" y="2918391"/>
              <a:ext cx="249008" cy="242229"/>
            </a:xfrm>
            <a:custGeom>
              <a:avLst/>
              <a:gdLst/>
              <a:ahLst/>
              <a:cxnLst/>
              <a:rect l="l" t="t" r="r" b="b"/>
              <a:pathLst>
                <a:path w="69321" h="66990">
                  <a:moveTo>
                    <a:pt x="0" y="0"/>
                  </a:moveTo>
                  <a:lnTo>
                    <a:pt x="69321" y="0"/>
                  </a:lnTo>
                  <a:lnTo>
                    <a:pt x="69321" y="66990"/>
                  </a:lnTo>
                  <a:lnTo>
                    <a:pt x="0" y="66990"/>
                  </a:lnTo>
                  <a:close/>
                </a:path>
              </a:pathLst>
            </a:custGeom>
            <a:solidFill>
              <a:srgbClr val="FFFF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14" name="TextBox 68">
            <a:extLst>
              <a:ext uri="{FF2B5EF4-FFF2-40B4-BE49-F238E27FC236}">
                <a16:creationId xmlns:a16="http://schemas.microsoft.com/office/drawing/2014/main" id="{63646545-870F-AC1C-FBBF-B006BFC22E36}"/>
              </a:ext>
            </a:extLst>
          </p:cNvPr>
          <p:cNvSpPr txBox="1"/>
          <p:nvPr/>
        </p:nvSpPr>
        <p:spPr>
          <a:xfrm>
            <a:off x="10903450" y="5525379"/>
            <a:ext cx="1342829" cy="4131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359"/>
              </a:lnSpc>
            </a:pPr>
            <a:r>
              <a:rPr lang="en-US" sz="2400" spc="-6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deleted:</a:t>
            </a:r>
          </a:p>
        </p:txBody>
      </p:sp>
      <p:grpSp>
        <p:nvGrpSpPr>
          <p:cNvPr id="16" name="Group 57">
            <a:extLst>
              <a:ext uri="{FF2B5EF4-FFF2-40B4-BE49-F238E27FC236}">
                <a16:creationId xmlns:a16="http://schemas.microsoft.com/office/drawing/2014/main" id="{70205982-959F-B40A-3C96-E09AA23BCE07}"/>
              </a:ext>
            </a:extLst>
          </p:cNvPr>
          <p:cNvGrpSpPr/>
          <p:nvPr/>
        </p:nvGrpSpPr>
        <p:grpSpPr>
          <a:xfrm>
            <a:off x="3536824" y="6453912"/>
            <a:ext cx="1876174" cy="341111"/>
            <a:chOff x="0" y="0"/>
            <a:chExt cx="2644177" cy="477582"/>
          </a:xfrm>
        </p:grpSpPr>
        <p:sp>
          <p:nvSpPr>
            <p:cNvPr id="20" name="TextBox 58">
              <a:extLst>
                <a:ext uri="{FF2B5EF4-FFF2-40B4-BE49-F238E27FC236}">
                  <a16:creationId xmlns:a16="http://schemas.microsoft.com/office/drawing/2014/main" id="{517F899D-3F63-569D-EAD1-878A713AAA76}"/>
                </a:ext>
              </a:extLst>
            </p:cNvPr>
            <p:cNvSpPr txBox="1"/>
            <p:nvPr/>
          </p:nvSpPr>
          <p:spPr>
            <a:xfrm>
              <a:off x="455042" y="-66675"/>
              <a:ext cx="2189134" cy="5442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3359"/>
                </a:lnSpc>
              </a:pPr>
              <a:r>
                <a:rPr lang="en-US" sz="2400" spc="-6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styles.css</a:t>
              </a:r>
            </a:p>
          </p:txBody>
        </p:sp>
        <p:grpSp>
          <p:nvGrpSpPr>
            <p:cNvPr id="21" name="Group 59">
              <a:extLst>
                <a:ext uri="{FF2B5EF4-FFF2-40B4-BE49-F238E27FC236}">
                  <a16:creationId xmlns:a16="http://schemas.microsoft.com/office/drawing/2014/main" id="{0F14DE9C-210D-0153-441B-644DD34E98A5}"/>
                </a:ext>
              </a:extLst>
            </p:cNvPr>
            <p:cNvGrpSpPr/>
            <p:nvPr/>
          </p:nvGrpSpPr>
          <p:grpSpPr>
            <a:xfrm>
              <a:off x="0" y="69221"/>
              <a:ext cx="350938" cy="339139"/>
              <a:chOff x="0" y="0"/>
              <a:chExt cx="69321" cy="66990"/>
            </a:xfrm>
          </p:grpSpPr>
          <p:sp>
            <p:nvSpPr>
              <p:cNvPr id="22" name="Freeform 60">
                <a:extLst>
                  <a:ext uri="{FF2B5EF4-FFF2-40B4-BE49-F238E27FC236}">
                    <a16:creationId xmlns:a16="http://schemas.microsoft.com/office/drawing/2014/main" id="{E04A4A10-936F-1F03-964E-B1D8F3200191}"/>
                  </a:ext>
                </a:extLst>
              </p:cNvPr>
              <p:cNvSpPr/>
              <p:nvPr/>
            </p:nvSpPr>
            <p:spPr>
              <a:xfrm>
                <a:off x="0" y="0"/>
                <a:ext cx="69321" cy="66990"/>
              </a:xfrm>
              <a:custGeom>
                <a:avLst/>
                <a:gdLst/>
                <a:ahLst/>
                <a:cxnLst/>
                <a:rect l="l" t="t" r="r" b="b"/>
                <a:pathLst>
                  <a:path w="69321" h="66990">
                    <a:moveTo>
                      <a:pt x="0" y="0"/>
                    </a:moveTo>
                    <a:lnTo>
                      <a:pt x="69321" y="0"/>
                    </a:lnTo>
                    <a:lnTo>
                      <a:pt x="69321" y="66990"/>
                    </a:lnTo>
                    <a:lnTo>
                      <a:pt x="0" y="66990"/>
                    </a:lnTo>
                    <a:close/>
                  </a:path>
                </a:pathLst>
              </a:custGeom>
              <a:solidFill>
                <a:srgbClr val="CB6CE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23" name="TextBox 61">
                <a:extLst>
                  <a:ext uri="{FF2B5EF4-FFF2-40B4-BE49-F238E27FC236}">
                    <a16:creationId xmlns:a16="http://schemas.microsoft.com/office/drawing/2014/main" id="{27C1CE2C-6CE5-50EB-7B91-4C93115C67EB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69321" cy="860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 dirty="0"/>
              </a:p>
            </p:txBody>
          </p:sp>
        </p:grpSp>
      </p:grpSp>
      <p:sp>
        <p:nvSpPr>
          <p:cNvPr id="156" name="Rectángulo 155">
            <a:extLst>
              <a:ext uri="{FF2B5EF4-FFF2-40B4-BE49-F238E27FC236}">
                <a16:creationId xmlns:a16="http://schemas.microsoft.com/office/drawing/2014/main" id="{FB1DD692-FAF9-FECE-1E08-0F677CD93584}"/>
              </a:ext>
            </a:extLst>
          </p:cNvPr>
          <p:cNvSpPr/>
          <p:nvPr/>
        </p:nvSpPr>
        <p:spPr>
          <a:xfrm>
            <a:off x="3251268" y="6621194"/>
            <a:ext cx="2150657" cy="5675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Flecha: a la derecha 12">
            <a:extLst>
              <a:ext uri="{FF2B5EF4-FFF2-40B4-BE49-F238E27FC236}">
                <a16:creationId xmlns:a16="http://schemas.microsoft.com/office/drawing/2014/main" id="{46F54E72-2594-D609-812C-00346DABC119}"/>
              </a:ext>
            </a:extLst>
          </p:cNvPr>
          <p:cNvSpPr/>
          <p:nvPr/>
        </p:nvSpPr>
        <p:spPr>
          <a:xfrm>
            <a:off x="1581652" y="5485267"/>
            <a:ext cx="1373425" cy="463094"/>
          </a:xfrm>
          <a:prstGeom prst="rightArrow">
            <a:avLst/>
          </a:prstGeom>
          <a:solidFill>
            <a:srgbClr val="FF00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grpSp>
        <p:nvGrpSpPr>
          <p:cNvPr id="24" name="Group 57">
            <a:extLst>
              <a:ext uri="{FF2B5EF4-FFF2-40B4-BE49-F238E27FC236}">
                <a16:creationId xmlns:a16="http://schemas.microsoft.com/office/drawing/2014/main" id="{B5D80F45-12AF-AD0C-BD79-D71FF9FD27DC}"/>
              </a:ext>
            </a:extLst>
          </p:cNvPr>
          <p:cNvGrpSpPr/>
          <p:nvPr/>
        </p:nvGrpSpPr>
        <p:grpSpPr>
          <a:xfrm>
            <a:off x="3489303" y="8795856"/>
            <a:ext cx="1876174" cy="413190"/>
            <a:chOff x="0" y="-66675"/>
            <a:chExt cx="2644177" cy="578498"/>
          </a:xfrm>
        </p:grpSpPr>
        <p:sp>
          <p:nvSpPr>
            <p:cNvPr id="25" name="TextBox 58">
              <a:extLst>
                <a:ext uri="{FF2B5EF4-FFF2-40B4-BE49-F238E27FC236}">
                  <a16:creationId xmlns:a16="http://schemas.microsoft.com/office/drawing/2014/main" id="{956A2E7D-5601-30BE-9984-D7AB4D1251A4}"/>
                </a:ext>
              </a:extLst>
            </p:cNvPr>
            <p:cNvSpPr txBox="1"/>
            <p:nvPr/>
          </p:nvSpPr>
          <p:spPr>
            <a:xfrm>
              <a:off x="455042" y="-66675"/>
              <a:ext cx="2189135" cy="5784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3359"/>
                </a:lnSpc>
              </a:pPr>
              <a:r>
                <a:rPr lang="en-US" sz="2400" spc="-6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Img-2.png</a:t>
              </a:r>
            </a:p>
          </p:txBody>
        </p:sp>
        <p:grpSp>
          <p:nvGrpSpPr>
            <p:cNvPr id="26" name="Group 59">
              <a:extLst>
                <a:ext uri="{FF2B5EF4-FFF2-40B4-BE49-F238E27FC236}">
                  <a16:creationId xmlns:a16="http://schemas.microsoft.com/office/drawing/2014/main" id="{2405DB07-9608-B2C6-78C4-6A91425C91DD}"/>
                </a:ext>
              </a:extLst>
            </p:cNvPr>
            <p:cNvGrpSpPr/>
            <p:nvPr/>
          </p:nvGrpSpPr>
          <p:grpSpPr>
            <a:xfrm>
              <a:off x="0" y="69221"/>
              <a:ext cx="350938" cy="339139"/>
              <a:chOff x="0" y="0"/>
              <a:chExt cx="69321" cy="66990"/>
            </a:xfrm>
          </p:grpSpPr>
          <p:sp>
            <p:nvSpPr>
              <p:cNvPr id="27" name="Freeform 60">
                <a:extLst>
                  <a:ext uri="{FF2B5EF4-FFF2-40B4-BE49-F238E27FC236}">
                    <a16:creationId xmlns:a16="http://schemas.microsoft.com/office/drawing/2014/main" id="{59A51F80-CBB9-7AF7-8058-FAC27F999405}"/>
                  </a:ext>
                </a:extLst>
              </p:cNvPr>
              <p:cNvSpPr/>
              <p:nvPr/>
            </p:nvSpPr>
            <p:spPr>
              <a:xfrm>
                <a:off x="0" y="0"/>
                <a:ext cx="69321" cy="66990"/>
              </a:xfrm>
              <a:custGeom>
                <a:avLst/>
                <a:gdLst/>
                <a:ahLst/>
                <a:cxnLst/>
                <a:rect l="l" t="t" r="r" b="b"/>
                <a:pathLst>
                  <a:path w="69321" h="66990">
                    <a:moveTo>
                      <a:pt x="0" y="0"/>
                    </a:moveTo>
                    <a:lnTo>
                      <a:pt x="69321" y="0"/>
                    </a:lnTo>
                    <a:lnTo>
                      <a:pt x="69321" y="66990"/>
                    </a:lnTo>
                    <a:lnTo>
                      <a:pt x="0" y="6699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28" name="TextBox 61">
                <a:extLst>
                  <a:ext uri="{FF2B5EF4-FFF2-40B4-BE49-F238E27FC236}">
                    <a16:creationId xmlns:a16="http://schemas.microsoft.com/office/drawing/2014/main" id="{6ED7ABB6-7CEF-12B7-6FB3-5307E5015A8F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69321" cy="860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 dirty="0"/>
              </a:p>
            </p:txBody>
          </p:sp>
        </p:grpSp>
      </p:grpSp>
      <p:sp>
        <p:nvSpPr>
          <p:cNvPr id="205" name="Rectángulo 204">
            <a:extLst>
              <a:ext uri="{FF2B5EF4-FFF2-40B4-BE49-F238E27FC236}">
                <a16:creationId xmlns:a16="http://schemas.microsoft.com/office/drawing/2014/main" id="{406870E8-B799-6D97-7DAB-1E98E61AD0C0}"/>
              </a:ext>
            </a:extLst>
          </p:cNvPr>
          <p:cNvSpPr/>
          <p:nvPr/>
        </p:nvSpPr>
        <p:spPr>
          <a:xfrm>
            <a:off x="3193977" y="9010390"/>
            <a:ext cx="2150657" cy="5675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6881638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1.23457E-7 L 1.66667E-6 0.22315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115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6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94444E-7 -4.32099E-6 L 0.48047 -0.31342 " pathEditMode="relative" rAng="0" ptsTypes="AA">
                                      <p:cBhvr>
                                        <p:cTn id="15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019" y="-1567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6" grpId="0" build="allAtOnce"/>
      <p:bldP spid="14" grpId="0"/>
      <p:bldP spid="13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5AA44E-41FA-8F83-4457-F8C9DFD11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A596828-D3F1-022D-A066-CEB52B2DA26B}"/>
              </a:ext>
            </a:extLst>
          </p:cNvPr>
          <p:cNvSpPr/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6818110B-484A-62A5-27C4-150C9B180C01}"/>
              </a:ext>
            </a:extLst>
          </p:cNvPr>
          <p:cNvGrpSpPr/>
          <p:nvPr/>
        </p:nvGrpSpPr>
        <p:grpSpPr>
          <a:xfrm>
            <a:off x="-698849" y="9575651"/>
            <a:ext cx="19685699" cy="2666805"/>
            <a:chOff x="0" y="0"/>
            <a:chExt cx="5184711" cy="702368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325BEB1C-BE13-631C-DF18-B8B6288DD8CD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CEB2FFCE-AB1A-BD2A-BF2D-9DBACFFECF44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8EBB9CA7-92DC-EED6-2216-1BEA9CD45CD5}"/>
              </a:ext>
            </a:extLst>
          </p:cNvPr>
          <p:cNvSpPr/>
          <p:nvPr/>
        </p:nvSpPr>
        <p:spPr>
          <a:xfrm>
            <a:off x="15872392" y="2091327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1D3DB93C-A747-9FA0-04F1-DAC1F3CB5B6F}"/>
              </a:ext>
            </a:extLst>
          </p:cNvPr>
          <p:cNvSpPr/>
          <p:nvPr/>
        </p:nvSpPr>
        <p:spPr>
          <a:xfrm>
            <a:off x="16901092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E55794BC-8D0B-A5A3-0981-19132CDEE54E}"/>
              </a:ext>
            </a:extLst>
          </p:cNvPr>
          <p:cNvSpPr/>
          <p:nvPr/>
        </p:nvSpPr>
        <p:spPr>
          <a:xfrm flipH="1">
            <a:off x="-1389129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24E2426C-9C31-4205-E0A5-C169F8FB230F}"/>
              </a:ext>
            </a:extLst>
          </p:cNvPr>
          <p:cNvSpPr/>
          <p:nvPr/>
        </p:nvSpPr>
        <p:spPr>
          <a:xfrm flipH="1">
            <a:off x="-360429" y="2459791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D220EE45-6635-402E-E24D-EAB5FBB1529B}"/>
              </a:ext>
            </a:extLst>
          </p:cNvPr>
          <p:cNvGrpSpPr/>
          <p:nvPr/>
        </p:nvGrpSpPr>
        <p:grpSpPr>
          <a:xfrm>
            <a:off x="-2221" y="847874"/>
            <a:ext cx="4706728" cy="1520401"/>
            <a:chOff x="0" y="-47625"/>
            <a:chExt cx="1239632" cy="400435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C6AFDD81-637B-91DC-0B2C-2B676BC1427F}"/>
                </a:ext>
              </a:extLst>
            </p:cNvPr>
            <p:cNvSpPr/>
            <p:nvPr/>
          </p:nvSpPr>
          <p:spPr>
            <a:xfrm>
              <a:off x="0" y="0"/>
              <a:ext cx="1239632" cy="327605"/>
            </a:xfrm>
            <a:custGeom>
              <a:avLst/>
              <a:gdLst/>
              <a:ahLst/>
              <a:cxnLst/>
              <a:rect l="l" t="t" r="r" b="b"/>
              <a:pathLst>
                <a:path w="1239632" h="406400">
                  <a:moveTo>
                    <a:pt x="1036432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1036432" y="406400"/>
                  </a:lnTo>
                  <a:lnTo>
                    <a:pt x="1239632" y="203200"/>
                  </a:lnTo>
                  <a:lnTo>
                    <a:pt x="1036432" y="0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27678697-CDC8-E295-3BB0-0933DC61C71F}"/>
                </a:ext>
              </a:extLst>
            </p:cNvPr>
            <p:cNvSpPr txBox="1"/>
            <p:nvPr/>
          </p:nvSpPr>
          <p:spPr>
            <a:xfrm>
              <a:off x="0" y="-47625"/>
              <a:ext cx="1125332" cy="4004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418"/>
                </a:lnSpc>
              </a:pPr>
              <a:r>
                <a:rPr lang="en-US" sz="4200" spc="-231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&gt; git add .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7547A0B9-87A9-ABEF-BFF4-AB052D886723}"/>
              </a:ext>
            </a:extLst>
          </p:cNvPr>
          <p:cNvGrpSpPr/>
          <p:nvPr/>
        </p:nvGrpSpPr>
        <p:grpSpPr>
          <a:xfrm>
            <a:off x="-698849" y="-1923855"/>
            <a:ext cx="19685699" cy="2666805"/>
            <a:chOff x="0" y="0"/>
            <a:chExt cx="5184711" cy="702368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D8126E6-A15D-170E-989C-F5A0CAA414DC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572CA8BF-E8A6-8FA8-3AAD-657EDBB40CC0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35" name="TextBox 35">
            <a:extLst>
              <a:ext uri="{FF2B5EF4-FFF2-40B4-BE49-F238E27FC236}">
                <a16:creationId xmlns:a16="http://schemas.microsoft.com/office/drawing/2014/main" id="{CF15F16D-9BDE-D677-2686-23341DFD7F7B}"/>
              </a:ext>
            </a:extLst>
          </p:cNvPr>
          <p:cNvSpPr txBox="1"/>
          <p:nvPr/>
        </p:nvSpPr>
        <p:spPr>
          <a:xfrm>
            <a:off x="5071158" y="1188783"/>
            <a:ext cx="12658371" cy="9757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El “.” le </a:t>
            </a:r>
            <a:r>
              <a:rPr lang="en-US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indica</a:t>
            </a: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a Git </a:t>
            </a:r>
            <a:r>
              <a:rPr lang="en-US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empaquetar</a:t>
            </a: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TODOS</a:t>
            </a: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los</a:t>
            </a: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archivos</a:t>
            </a: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/</a:t>
            </a:r>
            <a:r>
              <a:rPr lang="en-US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modificaciones</a:t>
            </a: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de la </a:t>
            </a:r>
            <a:r>
              <a:rPr lang="en-US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carpeta</a:t>
            </a: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/</a:t>
            </a:r>
            <a:r>
              <a:rPr lang="en-US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rama</a:t>
            </a: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donde</a:t>
            </a: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nos</a:t>
            </a: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encontramos</a:t>
            </a: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grpSp>
        <p:nvGrpSpPr>
          <p:cNvPr id="81" name="Grupo 80">
            <a:extLst>
              <a:ext uri="{FF2B5EF4-FFF2-40B4-BE49-F238E27FC236}">
                <a16:creationId xmlns:a16="http://schemas.microsoft.com/office/drawing/2014/main" id="{8B25064C-110E-9F11-712D-4E32EA9804E6}"/>
              </a:ext>
            </a:extLst>
          </p:cNvPr>
          <p:cNvGrpSpPr/>
          <p:nvPr/>
        </p:nvGrpSpPr>
        <p:grpSpPr>
          <a:xfrm>
            <a:off x="-228601" y="-478361"/>
            <a:ext cx="2905050" cy="1476032"/>
            <a:chOff x="-228601" y="-478361"/>
            <a:chExt cx="2905050" cy="1476032"/>
          </a:xfrm>
        </p:grpSpPr>
        <p:grpSp>
          <p:nvGrpSpPr>
            <p:cNvPr id="82" name="Group 10">
              <a:extLst>
                <a:ext uri="{FF2B5EF4-FFF2-40B4-BE49-F238E27FC236}">
                  <a16:creationId xmlns:a16="http://schemas.microsoft.com/office/drawing/2014/main" id="{5BDF79E0-004A-01FE-9259-C995699251EF}"/>
                </a:ext>
              </a:extLst>
            </p:cNvPr>
            <p:cNvGrpSpPr/>
            <p:nvPr/>
          </p:nvGrpSpPr>
          <p:grpSpPr>
            <a:xfrm>
              <a:off x="-228601" y="-478361"/>
              <a:ext cx="2905050" cy="1221311"/>
              <a:chOff x="0" y="0"/>
              <a:chExt cx="1355852" cy="720510"/>
            </a:xfrm>
          </p:grpSpPr>
          <p:sp>
            <p:nvSpPr>
              <p:cNvPr id="84" name="Freeform 11">
                <a:extLst>
                  <a:ext uri="{FF2B5EF4-FFF2-40B4-BE49-F238E27FC236}">
                    <a16:creationId xmlns:a16="http://schemas.microsoft.com/office/drawing/2014/main" id="{63E04929-88EB-3E45-EF02-ABCF0F497FDF}"/>
                  </a:ext>
                </a:extLst>
              </p:cNvPr>
              <p:cNvSpPr/>
              <p:nvPr/>
            </p:nvSpPr>
            <p:spPr>
              <a:xfrm>
                <a:off x="0" y="0"/>
                <a:ext cx="1355852" cy="720510"/>
              </a:xfrm>
              <a:custGeom>
                <a:avLst/>
                <a:gdLst/>
                <a:ahLst/>
                <a:cxnLst/>
                <a:rect l="l" t="t" r="r" b="b"/>
                <a:pathLst>
                  <a:path w="1355852" h="720510">
                    <a:moveTo>
                      <a:pt x="150387" y="0"/>
                    </a:moveTo>
                    <a:lnTo>
                      <a:pt x="1205465" y="0"/>
                    </a:lnTo>
                    <a:cubicBezTo>
                      <a:pt x="1245350" y="0"/>
                      <a:pt x="1283602" y="15844"/>
                      <a:pt x="1311805" y="44047"/>
                    </a:cubicBezTo>
                    <a:cubicBezTo>
                      <a:pt x="1340008" y="72250"/>
                      <a:pt x="1355852" y="110502"/>
                      <a:pt x="1355852" y="150387"/>
                    </a:cubicBezTo>
                    <a:lnTo>
                      <a:pt x="1355852" y="570123"/>
                    </a:lnTo>
                    <a:cubicBezTo>
                      <a:pt x="1355852" y="653179"/>
                      <a:pt x="1288522" y="720510"/>
                      <a:pt x="1205465" y="720510"/>
                    </a:cubicBezTo>
                    <a:lnTo>
                      <a:pt x="150387" y="720510"/>
                    </a:lnTo>
                    <a:cubicBezTo>
                      <a:pt x="67331" y="720510"/>
                      <a:pt x="0" y="653179"/>
                      <a:pt x="0" y="570123"/>
                    </a:cubicBezTo>
                    <a:lnTo>
                      <a:pt x="0" y="150387"/>
                    </a:lnTo>
                    <a:cubicBezTo>
                      <a:pt x="0" y="67331"/>
                      <a:pt x="67331" y="0"/>
                      <a:pt x="150387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85" name="TextBox 12">
                <a:extLst>
                  <a:ext uri="{FF2B5EF4-FFF2-40B4-BE49-F238E27FC236}">
                    <a16:creationId xmlns:a16="http://schemas.microsoft.com/office/drawing/2014/main" id="{E93A0FE1-0B93-5F6B-7704-D7AE8AE2D6B0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5852" cy="739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pic>
          <p:nvPicPr>
            <p:cNvPr id="83" name="Imagen 82">
              <a:extLst>
                <a:ext uri="{FF2B5EF4-FFF2-40B4-BE49-F238E27FC236}">
                  <a16:creationId xmlns:a16="http://schemas.microsoft.com/office/drawing/2014/main" id="{68010B28-8518-F211-0158-FDDD0672A26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1" y="-375754"/>
              <a:ext cx="1373425" cy="1373425"/>
            </a:xfrm>
            <a:prstGeom prst="rect">
              <a:avLst/>
            </a:prstGeom>
          </p:spPr>
        </p:pic>
      </p:grpSp>
      <p:sp>
        <p:nvSpPr>
          <p:cNvPr id="130" name="TextBox 22">
            <a:extLst>
              <a:ext uri="{FF2B5EF4-FFF2-40B4-BE49-F238E27FC236}">
                <a16:creationId xmlns:a16="http://schemas.microsoft.com/office/drawing/2014/main" id="{0F604471-0C96-FEE2-39CC-8EE2F230C2E6}"/>
              </a:ext>
            </a:extLst>
          </p:cNvPr>
          <p:cNvSpPr txBox="1"/>
          <p:nvPr/>
        </p:nvSpPr>
        <p:spPr>
          <a:xfrm>
            <a:off x="2088411" y="5981404"/>
            <a:ext cx="3612844" cy="254548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1874"/>
              </a:lnSpc>
            </a:pPr>
            <a:endParaRPr/>
          </a:p>
        </p:txBody>
      </p:sp>
      <p:grpSp>
        <p:nvGrpSpPr>
          <p:cNvPr id="131" name="Group 36">
            <a:extLst>
              <a:ext uri="{FF2B5EF4-FFF2-40B4-BE49-F238E27FC236}">
                <a16:creationId xmlns:a16="http://schemas.microsoft.com/office/drawing/2014/main" id="{8D10E836-2AC2-4DA5-C40C-A395676DD759}"/>
              </a:ext>
            </a:extLst>
          </p:cNvPr>
          <p:cNvGrpSpPr/>
          <p:nvPr/>
        </p:nvGrpSpPr>
        <p:grpSpPr>
          <a:xfrm>
            <a:off x="1170434" y="2344906"/>
            <a:ext cx="6376953" cy="7053071"/>
            <a:chOff x="0" y="0"/>
            <a:chExt cx="1351154" cy="731404"/>
          </a:xfrm>
        </p:grpSpPr>
        <p:sp>
          <p:nvSpPr>
            <p:cNvPr id="132" name="Freeform 37">
              <a:extLst>
                <a:ext uri="{FF2B5EF4-FFF2-40B4-BE49-F238E27FC236}">
                  <a16:creationId xmlns:a16="http://schemas.microsoft.com/office/drawing/2014/main" id="{92DF3330-F059-5A5C-71ED-F535FE5D0C27}"/>
                </a:ext>
              </a:extLst>
            </p:cNvPr>
            <p:cNvSpPr/>
            <p:nvPr/>
          </p:nvSpPr>
          <p:spPr>
            <a:xfrm>
              <a:off x="0" y="0"/>
              <a:ext cx="1351154" cy="731404"/>
            </a:xfrm>
            <a:custGeom>
              <a:avLst/>
              <a:gdLst/>
              <a:ahLst/>
              <a:cxnLst/>
              <a:rect l="l" t="t" r="r" b="b"/>
              <a:pathLst>
                <a:path w="1351154" h="731404">
                  <a:moveTo>
                    <a:pt x="23027" y="0"/>
                  </a:moveTo>
                  <a:lnTo>
                    <a:pt x="1328127" y="0"/>
                  </a:lnTo>
                  <a:cubicBezTo>
                    <a:pt x="1340845" y="0"/>
                    <a:pt x="1351154" y="10310"/>
                    <a:pt x="1351154" y="23027"/>
                  </a:cubicBezTo>
                  <a:lnTo>
                    <a:pt x="1351154" y="708377"/>
                  </a:lnTo>
                  <a:cubicBezTo>
                    <a:pt x="1351154" y="721094"/>
                    <a:pt x="1340845" y="731404"/>
                    <a:pt x="1328127" y="731404"/>
                  </a:cubicBezTo>
                  <a:lnTo>
                    <a:pt x="23027" y="731404"/>
                  </a:lnTo>
                  <a:cubicBezTo>
                    <a:pt x="10310" y="731404"/>
                    <a:pt x="0" y="721094"/>
                    <a:pt x="0" y="708377"/>
                  </a:cubicBezTo>
                  <a:lnTo>
                    <a:pt x="0" y="23027"/>
                  </a:lnTo>
                  <a:cubicBezTo>
                    <a:pt x="0" y="10310"/>
                    <a:pt x="10310" y="0"/>
                    <a:pt x="23027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B4B4B4"/>
              </a:solidFill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33" name="TextBox 38">
              <a:extLst>
                <a:ext uri="{FF2B5EF4-FFF2-40B4-BE49-F238E27FC236}">
                  <a16:creationId xmlns:a16="http://schemas.microsoft.com/office/drawing/2014/main" id="{62708347-2E07-20DA-76CE-C70572DCFA1A}"/>
                </a:ext>
              </a:extLst>
            </p:cNvPr>
            <p:cNvSpPr txBox="1"/>
            <p:nvPr/>
          </p:nvSpPr>
          <p:spPr>
            <a:xfrm>
              <a:off x="0" y="-19050"/>
              <a:ext cx="1351154" cy="7504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134" name="TextBox 39">
            <a:extLst>
              <a:ext uri="{FF2B5EF4-FFF2-40B4-BE49-F238E27FC236}">
                <a16:creationId xmlns:a16="http://schemas.microsoft.com/office/drawing/2014/main" id="{F6523585-CE32-C37B-406C-4A4F5D08C102}"/>
              </a:ext>
            </a:extLst>
          </p:cNvPr>
          <p:cNvSpPr txBox="1"/>
          <p:nvPr/>
        </p:nvSpPr>
        <p:spPr>
          <a:xfrm>
            <a:off x="1472081" y="2583424"/>
            <a:ext cx="5201002" cy="539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4479"/>
              </a:lnSpc>
            </a:pPr>
            <a:r>
              <a:rPr lang="en-US" sz="3199" spc="-86" dirty="0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Mi </a:t>
            </a:r>
            <a:r>
              <a:rPr lang="en-US" sz="3199" spc="-86" dirty="0" err="1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máquina</a:t>
            </a:r>
            <a:r>
              <a:rPr lang="en-US" sz="3199" spc="-86" dirty="0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 local</a:t>
            </a:r>
          </a:p>
        </p:txBody>
      </p:sp>
      <p:grpSp>
        <p:nvGrpSpPr>
          <p:cNvPr id="135" name="Group 40">
            <a:extLst>
              <a:ext uri="{FF2B5EF4-FFF2-40B4-BE49-F238E27FC236}">
                <a16:creationId xmlns:a16="http://schemas.microsoft.com/office/drawing/2014/main" id="{A4152F5E-FFD9-A067-0DC7-F3D65A51C92F}"/>
              </a:ext>
            </a:extLst>
          </p:cNvPr>
          <p:cNvGrpSpPr/>
          <p:nvPr/>
        </p:nvGrpSpPr>
        <p:grpSpPr>
          <a:xfrm>
            <a:off x="1461547" y="3784649"/>
            <a:ext cx="5723513" cy="5473651"/>
            <a:chOff x="0" y="0"/>
            <a:chExt cx="1358522" cy="590257"/>
          </a:xfrm>
        </p:grpSpPr>
        <p:sp>
          <p:nvSpPr>
            <p:cNvPr id="136" name="Freeform 41">
              <a:extLst>
                <a:ext uri="{FF2B5EF4-FFF2-40B4-BE49-F238E27FC236}">
                  <a16:creationId xmlns:a16="http://schemas.microsoft.com/office/drawing/2014/main" id="{792382CD-E463-C40A-ACB2-31269EF8F2F0}"/>
                </a:ext>
              </a:extLst>
            </p:cNvPr>
            <p:cNvSpPr/>
            <p:nvPr/>
          </p:nvSpPr>
          <p:spPr>
            <a:xfrm>
              <a:off x="0" y="0"/>
              <a:ext cx="1358522" cy="590257"/>
            </a:xfrm>
            <a:custGeom>
              <a:avLst/>
              <a:gdLst/>
              <a:ahLst/>
              <a:cxnLst/>
              <a:rect l="l" t="t" r="r" b="b"/>
              <a:pathLst>
                <a:path w="1358522" h="590257">
                  <a:moveTo>
                    <a:pt x="26643" y="0"/>
                  </a:moveTo>
                  <a:lnTo>
                    <a:pt x="1331879" y="0"/>
                  </a:lnTo>
                  <a:cubicBezTo>
                    <a:pt x="1338945" y="0"/>
                    <a:pt x="1345722" y="2807"/>
                    <a:pt x="1350719" y="7803"/>
                  </a:cubicBezTo>
                  <a:cubicBezTo>
                    <a:pt x="1355715" y="12800"/>
                    <a:pt x="1358522" y="19577"/>
                    <a:pt x="1358522" y="26643"/>
                  </a:cubicBezTo>
                  <a:lnTo>
                    <a:pt x="1358522" y="563615"/>
                  </a:lnTo>
                  <a:cubicBezTo>
                    <a:pt x="1358522" y="570681"/>
                    <a:pt x="1355715" y="577458"/>
                    <a:pt x="1350719" y="582454"/>
                  </a:cubicBezTo>
                  <a:cubicBezTo>
                    <a:pt x="1345722" y="587450"/>
                    <a:pt x="1338945" y="590257"/>
                    <a:pt x="1331879" y="590257"/>
                  </a:cubicBezTo>
                  <a:lnTo>
                    <a:pt x="26643" y="590257"/>
                  </a:lnTo>
                  <a:cubicBezTo>
                    <a:pt x="19577" y="590257"/>
                    <a:pt x="12800" y="587450"/>
                    <a:pt x="7803" y="582454"/>
                  </a:cubicBezTo>
                  <a:cubicBezTo>
                    <a:pt x="2807" y="577458"/>
                    <a:pt x="0" y="570681"/>
                    <a:pt x="0" y="563615"/>
                  </a:cubicBezTo>
                  <a:lnTo>
                    <a:pt x="0" y="26643"/>
                  </a:lnTo>
                  <a:cubicBezTo>
                    <a:pt x="0" y="19577"/>
                    <a:pt x="2807" y="12800"/>
                    <a:pt x="7803" y="7803"/>
                  </a:cubicBezTo>
                  <a:cubicBezTo>
                    <a:pt x="12800" y="2807"/>
                    <a:pt x="19577" y="0"/>
                    <a:pt x="26643" y="0"/>
                  </a:cubicBezTo>
                  <a:close/>
                </a:path>
              </a:pathLst>
            </a:custGeom>
            <a:solidFill>
              <a:srgbClr val="0F0E0E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37" name="TextBox 42">
              <a:extLst>
                <a:ext uri="{FF2B5EF4-FFF2-40B4-BE49-F238E27FC236}">
                  <a16:creationId xmlns:a16="http://schemas.microsoft.com/office/drawing/2014/main" id="{9A0F37D2-2827-1BC4-5E61-8C3AE0979A80}"/>
                </a:ext>
              </a:extLst>
            </p:cNvPr>
            <p:cNvSpPr txBox="1"/>
            <p:nvPr/>
          </p:nvSpPr>
          <p:spPr>
            <a:xfrm>
              <a:off x="0" y="-19050"/>
              <a:ext cx="1358522" cy="6093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grpSp>
        <p:nvGrpSpPr>
          <p:cNvPr id="138" name="Group 57">
            <a:extLst>
              <a:ext uri="{FF2B5EF4-FFF2-40B4-BE49-F238E27FC236}">
                <a16:creationId xmlns:a16="http://schemas.microsoft.com/office/drawing/2014/main" id="{3833954B-5533-D533-04D9-D8F439898643}"/>
              </a:ext>
            </a:extLst>
          </p:cNvPr>
          <p:cNvGrpSpPr/>
          <p:nvPr/>
        </p:nvGrpSpPr>
        <p:grpSpPr>
          <a:xfrm>
            <a:off x="3536824" y="6454282"/>
            <a:ext cx="1876174" cy="341111"/>
            <a:chOff x="0" y="0"/>
            <a:chExt cx="2644177" cy="477582"/>
          </a:xfrm>
        </p:grpSpPr>
        <p:sp>
          <p:nvSpPr>
            <p:cNvPr id="139" name="TextBox 58">
              <a:extLst>
                <a:ext uri="{FF2B5EF4-FFF2-40B4-BE49-F238E27FC236}">
                  <a16:creationId xmlns:a16="http://schemas.microsoft.com/office/drawing/2014/main" id="{602F5C1A-2C07-8279-DBA6-E372A47D2259}"/>
                </a:ext>
              </a:extLst>
            </p:cNvPr>
            <p:cNvSpPr txBox="1"/>
            <p:nvPr/>
          </p:nvSpPr>
          <p:spPr>
            <a:xfrm>
              <a:off x="455042" y="-66675"/>
              <a:ext cx="2189134" cy="5442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3359"/>
                </a:lnSpc>
              </a:pPr>
              <a:r>
                <a:rPr lang="en-US" sz="2400" spc="-6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styles.css</a:t>
              </a:r>
            </a:p>
          </p:txBody>
        </p:sp>
        <p:grpSp>
          <p:nvGrpSpPr>
            <p:cNvPr id="140" name="Group 59">
              <a:extLst>
                <a:ext uri="{FF2B5EF4-FFF2-40B4-BE49-F238E27FC236}">
                  <a16:creationId xmlns:a16="http://schemas.microsoft.com/office/drawing/2014/main" id="{A1C16238-DA12-2669-E427-772D06A87209}"/>
                </a:ext>
              </a:extLst>
            </p:cNvPr>
            <p:cNvGrpSpPr/>
            <p:nvPr/>
          </p:nvGrpSpPr>
          <p:grpSpPr>
            <a:xfrm>
              <a:off x="0" y="69221"/>
              <a:ext cx="350938" cy="339139"/>
              <a:chOff x="0" y="0"/>
              <a:chExt cx="69321" cy="66990"/>
            </a:xfrm>
          </p:grpSpPr>
          <p:sp>
            <p:nvSpPr>
              <p:cNvPr id="141" name="Freeform 60">
                <a:extLst>
                  <a:ext uri="{FF2B5EF4-FFF2-40B4-BE49-F238E27FC236}">
                    <a16:creationId xmlns:a16="http://schemas.microsoft.com/office/drawing/2014/main" id="{23B0E3C1-209B-48EC-BBD6-69C05D72E44C}"/>
                  </a:ext>
                </a:extLst>
              </p:cNvPr>
              <p:cNvSpPr/>
              <p:nvPr/>
            </p:nvSpPr>
            <p:spPr>
              <a:xfrm>
                <a:off x="0" y="0"/>
                <a:ext cx="69321" cy="66990"/>
              </a:xfrm>
              <a:custGeom>
                <a:avLst/>
                <a:gdLst/>
                <a:ahLst/>
                <a:cxnLst/>
                <a:rect l="l" t="t" r="r" b="b"/>
                <a:pathLst>
                  <a:path w="69321" h="66990">
                    <a:moveTo>
                      <a:pt x="0" y="0"/>
                    </a:moveTo>
                    <a:lnTo>
                      <a:pt x="69321" y="0"/>
                    </a:lnTo>
                    <a:lnTo>
                      <a:pt x="69321" y="66990"/>
                    </a:lnTo>
                    <a:lnTo>
                      <a:pt x="0" y="66990"/>
                    </a:lnTo>
                    <a:close/>
                  </a:path>
                </a:pathLst>
              </a:custGeom>
              <a:solidFill>
                <a:srgbClr val="CB6CE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142" name="TextBox 61">
                <a:extLst>
                  <a:ext uri="{FF2B5EF4-FFF2-40B4-BE49-F238E27FC236}">
                    <a16:creationId xmlns:a16="http://schemas.microsoft.com/office/drawing/2014/main" id="{9742F3BE-D59A-DA02-9120-2DAA1B995B3A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69321" cy="860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 dirty="0"/>
              </a:p>
            </p:txBody>
          </p:sp>
        </p:grpSp>
      </p:grpSp>
      <p:grpSp>
        <p:nvGrpSpPr>
          <p:cNvPr id="143" name="Grupo 142">
            <a:extLst>
              <a:ext uri="{FF2B5EF4-FFF2-40B4-BE49-F238E27FC236}">
                <a16:creationId xmlns:a16="http://schemas.microsoft.com/office/drawing/2014/main" id="{18B7CE31-FB7D-7C4B-138F-392B22D1C016}"/>
              </a:ext>
            </a:extLst>
          </p:cNvPr>
          <p:cNvGrpSpPr/>
          <p:nvPr/>
        </p:nvGrpSpPr>
        <p:grpSpPr>
          <a:xfrm>
            <a:off x="3535547" y="7276901"/>
            <a:ext cx="1995646" cy="413190"/>
            <a:chOff x="3899399" y="2821328"/>
            <a:chExt cx="1995646" cy="413190"/>
          </a:xfrm>
        </p:grpSpPr>
        <p:sp>
          <p:nvSpPr>
            <p:cNvPr id="144" name="TextBox 68">
              <a:extLst>
                <a:ext uri="{FF2B5EF4-FFF2-40B4-BE49-F238E27FC236}">
                  <a16:creationId xmlns:a16="http://schemas.microsoft.com/office/drawing/2014/main" id="{F1A3AD75-7594-8973-9BAF-DC4734548358}"/>
                </a:ext>
              </a:extLst>
            </p:cNvPr>
            <p:cNvSpPr txBox="1"/>
            <p:nvPr/>
          </p:nvSpPr>
          <p:spPr>
            <a:xfrm>
              <a:off x="4222274" y="2821328"/>
              <a:ext cx="1672771" cy="4131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3359"/>
                </a:lnSpc>
              </a:pPr>
              <a:r>
                <a:rPr lang="en-US" sz="2400" spc="-6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styles-2.js</a:t>
              </a:r>
            </a:p>
          </p:txBody>
        </p:sp>
        <p:sp>
          <p:nvSpPr>
            <p:cNvPr id="145" name="Freeform 70">
              <a:extLst>
                <a:ext uri="{FF2B5EF4-FFF2-40B4-BE49-F238E27FC236}">
                  <a16:creationId xmlns:a16="http://schemas.microsoft.com/office/drawing/2014/main" id="{559C8705-2762-7170-8DDA-5683917AC37E}"/>
                </a:ext>
              </a:extLst>
            </p:cNvPr>
            <p:cNvSpPr/>
            <p:nvPr/>
          </p:nvSpPr>
          <p:spPr>
            <a:xfrm>
              <a:off x="3899399" y="2918391"/>
              <a:ext cx="249008" cy="242229"/>
            </a:xfrm>
            <a:custGeom>
              <a:avLst/>
              <a:gdLst/>
              <a:ahLst/>
              <a:cxnLst/>
              <a:rect l="l" t="t" r="r" b="b"/>
              <a:pathLst>
                <a:path w="69321" h="66990">
                  <a:moveTo>
                    <a:pt x="0" y="0"/>
                  </a:moveTo>
                  <a:lnTo>
                    <a:pt x="69321" y="0"/>
                  </a:lnTo>
                  <a:lnTo>
                    <a:pt x="69321" y="66990"/>
                  </a:lnTo>
                  <a:lnTo>
                    <a:pt x="0" y="66990"/>
                  </a:lnTo>
                  <a:close/>
                </a:path>
              </a:pathLst>
            </a:custGeom>
            <a:solidFill>
              <a:srgbClr val="FFFF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46" name="Group 67">
            <a:extLst>
              <a:ext uri="{FF2B5EF4-FFF2-40B4-BE49-F238E27FC236}">
                <a16:creationId xmlns:a16="http://schemas.microsoft.com/office/drawing/2014/main" id="{8CD13CBA-32AD-DB4E-123F-5A9B47F466DB}"/>
              </a:ext>
            </a:extLst>
          </p:cNvPr>
          <p:cNvGrpSpPr/>
          <p:nvPr/>
        </p:nvGrpSpPr>
        <p:grpSpPr>
          <a:xfrm>
            <a:off x="3537694" y="6877031"/>
            <a:ext cx="1995646" cy="341111"/>
            <a:chOff x="0" y="0"/>
            <a:chExt cx="2812553" cy="477582"/>
          </a:xfrm>
        </p:grpSpPr>
        <p:sp>
          <p:nvSpPr>
            <p:cNvPr id="147" name="TextBox 68">
              <a:extLst>
                <a:ext uri="{FF2B5EF4-FFF2-40B4-BE49-F238E27FC236}">
                  <a16:creationId xmlns:a16="http://schemas.microsoft.com/office/drawing/2014/main" id="{B27A90C3-FF27-3610-9E1E-9C13C6FC0FFF}"/>
                </a:ext>
              </a:extLst>
            </p:cNvPr>
            <p:cNvSpPr txBox="1"/>
            <p:nvPr/>
          </p:nvSpPr>
          <p:spPr>
            <a:xfrm>
              <a:off x="455042" y="-66675"/>
              <a:ext cx="2357511" cy="5442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3359"/>
                </a:lnSpc>
              </a:pPr>
              <a:r>
                <a:rPr lang="en-US" sz="2400" spc="-6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scripts.js</a:t>
              </a:r>
            </a:p>
          </p:txBody>
        </p:sp>
        <p:grpSp>
          <p:nvGrpSpPr>
            <p:cNvPr id="148" name="Group 69">
              <a:extLst>
                <a:ext uri="{FF2B5EF4-FFF2-40B4-BE49-F238E27FC236}">
                  <a16:creationId xmlns:a16="http://schemas.microsoft.com/office/drawing/2014/main" id="{C3BD0E31-B3CC-8A36-AB8F-5C659D36DBEA}"/>
                </a:ext>
              </a:extLst>
            </p:cNvPr>
            <p:cNvGrpSpPr/>
            <p:nvPr/>
          </p:nvGrpSpPr>
          <p:grpSpPr>
            <a:xfrm>
              <a:off x="0" y="69221"/>
              <a:ext cx="350938" cy="339139"/>
              <a:chOff x="0" y="0"/>
              <a:chExt cx="69321" cy="66990"/>
            </a:xfrm>
          </p:grpSpPr>
          <p:sp>
            <p:nvSpPr>
              <p:cNvPr id="149" name="Freeform 70">
                <a:extLst>
                  <a:ext uri="{FF2B5EF4-FFF2-40B4-BE49-F238E27FC236}">
                    <a16:creationId xmlns:a16="http://schemas.microsoft.com/office/drawing/2014/main" id="{5B9BD02A-69AB-A83A-3759-DF7F5841CD3B}"/>
                  </a:ext>
                </a:extLst>
              </p:cNvPr>
              <p:cNvSpPr/>
              <p:nvPr/>
            </p:nvSpPr>
            <p:spPr>
              <a:xfrm>
                <a:off x="0" y="0"/>
                <a:ext cx="69321" cy="66990"/>
              </a:xfrm>
              <a:custGeom>
                <a:avLst/>
                <a:gdLst/>
                <a:ahLst/>
                <a:cxnLst/>
                <a:rect l="l" t="t" r="r" b="b"/>
                <a:pathLst>
                  <a:path w="69321" h="66990">
                    <a:moveTo>
                      <a:pt x="0" y="0"/>
                    </a:moveTo>
                    <a:lnTo>
                      <a:pt x="69321" y="0"/>
                    </a:lnTo>
                    <a:lnTo>
                      <a:pt x="69321" y="66990"/>
                    </a:lnTo>
                    <a:lnTo>
                      <a:pt x="0" y="66990"/>
                    </a:lnTo>
                    <a:close/>
                  </a:path>
                </a:pathLst>
              </a:custGeom>
              <a:solidFill>
                <a:srgbClr val="1E3EE3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150" name="TextBox 71">
                <a:extLst>
                  <a:ext uri="{FF2B5EF4-FFF2-40B4-BE49-F238E27FC236}">
                    <a16:creationId xmlns:a16="http://schemas.microsoft.com/office/drawing/2014/main" id="{30A45326-9071-015F-779C-CBE3020D9351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69321" cy="860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</p:grpSp>
      <p:grpSp>
        <p:nvGrpSpPr>
          <p:cNvPr id="151" name="Group 72">
            <a:extLst>
              <a:ext uri="{FF2B5EF4-FFF2-40B4-BE49-F238E27FC236}">
                <a16:creationId xmlns:a16="http://schemas.microsoft.com/office/drawing/2014/main" id="{6744C2A6-003B-0DC7-F632-3371B1EF1F57}"/>
              </a:ext>
            </a:extLst>
          </p:cNvPr>
          <p:cNvGrpSpPr/>
          <p:nvPr/>
        </p:nvGrpSpPr>
        <p:grpSpPr>
          <a:xfrm>
            <a:off x="3520307" y="5979958"/>
            <a:ext cx="2473533" cy="388733"/>
            <a:chOff x="0" y="-66674"/>
            <a:chExt cx="3486061" cy="544257"/>
          </a:xfrm>
        </p:grpSpPr>
        <p:sp>
          <p:nvSpPr>
            <p:cNvPr id="152" name="TextBox 73">
              <a:extLst>
                <a:ext uri="{FF2B5EF4-FFF2-40B4-BE49-F238E27FC236}">
                  <a16:creationId xmlns:a16="http://schemas.microsoft.com/office/drawing/2014/main" id="{E5C08151-2B26-873C-D71A-10CC4624E110}"/>
                </a:ext>
              </a:extLst>
            </p:cNvPr>
            <p:cNvSpPr txBox="1"/>
            <p:nvPr/>
          </p:nvSpPr>
          <p:spPr>
            <a:xfrm>
              <a:off x="455043" y="-66674"/>
              <a:ext cx="3031018" cy="5442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3359"/>
                </a:lnSpc>
              </a:pPr>
              <a:r>
                <a:rPr lang="en-US" sz="2400" spc="-6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index.html</a:t>
              </a:r>
            </a:p>
          </p:txBody>
        </p:sp>
        <p:grpSp>
          <p:nvGrpSpPr>
            <p:cNvPr id="153" name="Group 74">
              <a:extLst>
                <a:ext uri="{FF2B5EF4-FFF2-40B4-BE49-F238E27FC236}">
                  <a16:creationId xmlns:a16="http://schemas.microsoft.com/office/drawing/2014/main" id="{BE33B704-59A2-C831-6D20-4BCC57B9FBB4}"/>
                </a:ext>
              </a:extLst>
            </p:cNvPr>
            <p:cNvGrpSpPr/>
            <p:nvPr/>
          </p:nvGrpSpPr>
          <p:grpSpPr>
            <a:xfrm>
              <a:off x="0" y="69221"/>
              <a:ext cx="350938" cy="339139"/>
              <a:chOff x="0" y="0"/>
              <a:chExt cx="69321" cy="66990"/>
            </a:xfrm>
          </p:grpSpPr>
          <p:sp>
            <p:nvSpPr>
              <p:cNvPr id="154" name="Freeform 75">
                <a:extLst>
                  <a:ext uri="{FF2B5EF4-FFF2-40B4-BE49-F238E27FC236}">
                    <a16:creationId xmlns:a16="http://schemas.microsoft.com/office/drawing/2014/main" id="{74BAB647-5415-36E0-9CA8-DFFDCD193185}"/>
                  </a:ext>
                </a:extLst>
              </p:cNvPr>
              <p:cNvSpPr/>
              <p:nvPr/>
            </p:nvSpPr>
            <p:spPr>
              <a:xfrm>
                <a:off x="0" y="0"/>
                <a:ext cx="69321" cy="66990"/>
              </a:xfrm>
              <a:custGeom>
                <a:avLst/>
                <a:gdLst/>
                <a:ahLst/>
                <a:cxnLst/>
                <a:rect l="l" t="t" r="r" b="b"/>
                <a:pathLst>
                  <a:path w="69321" h="66990">
                    <a:moveTo>
                      <a:pt x="0" y="0"/>
                    </a:moveTo>
                    <a:lnTo>
                      <a:pt x="69321" y="0"/>
                    </a:lnTo>
                    <a:lnTo>
                      <a:pt x="69321" y="66990"/>
                    </a:lnTo>
                    <a:lnTo>
                      <a:pt x="0" y="66990"/>
                    </a:lnTo>
                    <a:close/>
                  </a:path>
                </a:pathLst>
              </a:custGeom>
              <a:solidFill>
                <a:srgbClr val="7ED957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155" name="TextBox 76">
                <a:extLst>
                  <a:ext uri="{FF2B5EF4-FFF2-40B4-BE49-F238E27FC236}">
                    <a16:creationId xmlns:a16="http://schemas.microsoft.com/office/drawing/2014/main" id="{45B43F5F-A928-3DBC-50BE-BAE18E4E2BD9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69321" cy="860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</p:grpSp>
      <p:grpSp>
        <p:nvGrpSpPr>
          <p:cNvPr id="157" name="Grupo 156">
            <a:extLst>
              <a:ext uri="{FF2B5EF4-FFF2-40B4-BE49-F238E27FC236}">
                <a16:creationId xmlns:a16="http://schemas.microsoft.com/office/drawing/2014/main" id="{059123CA-81A0-6B94-3F2B-1A11F5F6EFAF}"/>
              </a:ext>
            </a:extLst>
          </p:cNvPr>
          <p:cNvGrpSpPr/>
          <p:nvPr/>
        </p:nvGrpSpPr>
        <p:grpSpPr>
          <a:xfrm>
            <a:off x="1461548" y="4141328"/>
            <a:ext cx="5369360" cy="742727"/>
            <a:chOff x="11277600" y="1501245"/>
            <a:chExt cx="7277100" cy="1203855"/>
          </a:xfrm>
        </p:grpSpPr>
        <p:grpSp>
          <p:nvGrpSpPr>
            <p:cNvPr id="158" name="Group 9">
              <a:extLst>
                <a:ext uri="{FF2B5EF4-FFF2-40B4-BE49-F238E27FC236}">
                  <a16:creationId xmlns:a16="http://schemas.microsoft.com/office/drawing/2014/main" id="{E06984E2-3C1A-1F8F-048F-369020066A0A}"/>
                </a:ext>
              </a:extLst>
            </p:cNvPr>
            <p:cNvGrpSpPr/>
            <p:nvPr/>
          </p:nvGrpSpPr>
          <p:grpSpPr>
            <a:xfrm>
              <a:off x="11277600" y="1501245"/>
              <a:ext cx="7277100" cy="1203855"/>
              <a:chOff x="0" y="-47625"/>
              <a:chExt cx="2734992" cy="466725"/>
            </a:xfrm>
          </p:grpSpPr>
          <p:sp>
            <p:nvSpPr>
              <p:cNvPr id="162" name="Freeform 10">
                <a:extLst>
                  <a:ext uri="{FF2B5EF4-FFF2-40B4-BE49-F238E27FC236}">
                    <a16:creationId xmlns:a16="http://schemas.microsoft.com/office/drawing/2014/main" id="{126026F6-EFAA-E43E-8A3B-24D0CD022E84}"/>
                  </a:ext>
                </a:extLst>
              </p:cNvPr>
              <p:cNvSpPr/>
              <p:nvPr/>
            </p:nvSpPr>
            <p:spPr>
              <a:xfrm>
                <a:off x="0" y="0"/>
                <a:ext cx="2734992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2031332" h="419100">
                    <a:moveTo>
                      <a:pt x="23643" y="0"/>
                    </a:moveTo>
                    <a:lnTo>
                      <a:pt x="2007689" y="0"/>
                    </a:lnTo>
                    <a:cubicBezTo>
                      <a:pt x="2020747" y="0"/>
                      <a:pt x="2031332" y="10585"/>
                      <a:pt x="2031332" y="23643"/>
                    </a:cubicBezTo>
                    <a:lnTo>
                      <a:pt x="2031332" y="395457"/>
                    </a:lnTo>
                    <a:cubicBezTo>
                      <a:pt x="2031332" y="401727"/>
                      <a:pt x="2028841" y="407741"/>
                      <a:pt x="2024407" y="412175"/>
                    </a:cubicBezTo>
                    <a:cubicBezTo>
                      <a:pt x="2019973" y="416609"/>
                      <a:pt x="2013959" y="419100"/>
                      <a:pt x="2007689" y="419100"/>
                    </a:cubicBezTo>
                    <a:lnTo>
                      <a:pt x="23643" y="419100"/>
                    </a:lnTo>
                    <a:cubicBezTo>
                      <a:pt x="17373" y="419100"/>
                      <a:pt x="11359" y="416609"/>
                      <a:pt x="6925" y="412175"/>
                    </a:cubicBezTo>
                    <a:cubicBezTo>
                      <a:pt x="2491" y="407741"/>
                      <a:pt x="0" y="401727"/>
                      <a:pt x="0" y="395457"/>
                    </a:cubicBezTo>
                    <a:lnTo>
                      <a:pt x="0" y="23643"/>
                    </a:lnTo>
                    <a:cubicBezTo>
                      <a:pt x="0" y="17373"/>
                      <a:pt x="2491" y="11359"/>
                      <a:pt x="6925" y="6925"/>
                    </a:cubicBezTo>
                    <a:cubicBezTo>
                      <a:pt x="11359" y="2491"/>
                      <a:pt x="17373" y="0"/>
                      <a:pt x="23643" y="0"/>
                    </a:cubicBezTo>
                    <a:close/>
                  </a:path>
                </a:pathLst>
              </a:custGeom>
              <a:noFill/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163" name="TextBox 11">
                <a:extLst>
                  <a:ext uri="{FF2B5EF4-FFF2-40B4-BE49-F238E27FC236}">
                    <a16:creationId xmlns:a16="http://schemas.microsoft.com/office/drawing/2014/main" id="{4A0C80D9-95CD-68EE-74D0-EEF5BA5D3075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2031332" cy="4667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11"/>
                  </a:lnSpc>
                </a:pPr>
                <a:endParaRPr/>
              </a:p>
            </p:txBody>
          </p:sp>
        </p:grpSp>
        <p:grpSp>
          <p:nvGrpSpPr>
            <p:cNvPr id="159" name="Grupo 158">
              <a:extLst>
                <a:ext uri="{FF2B5EF4-FFF2-40B4-BE49-F238E27FC236}">
                  <a16:creationId xmlns:a16="http://schemas.microsoft.com/office/drawing/2014/main" id="{B180A57D-2617-F881-F1BA-4DDD5523E4E7}"/>
                </a:ext>
              </a:extLst>
            </p:cNvPr>
            <p:cNvGrpSpPr/>
            <p:nvPr/>
          </p:nvGrpSpPr>
          <p:grpSpPr>
            <a:xfrm>
              <a:off x="12279056" y="1790700"/>
              <a:ext cx="4970491" cy="695681"/>
              <a:chOff x="12337765" y="1831143"/>
              <a:chExt cx="4970491" cy="695681"/>
            </a:xfrm>
          </p:grpSpPr>
          <p:sp>
            <p:nvSpPr>
              <p:cNvPr id="160" name="TextBox 14">
                <a:extLst>
                  <a:ext uri="{FF2B5EF4-FFF2-40B4-BE49-F238E27FC236}">
                    <a16:creationId xmlns:a16="http://schemas.microsoft.com/office/drawing/2014/main" id="{0F7DEEB3-72EF-3304-551F-98677A2B2B4D}"/>
                  </a:ext>
                </a:extLst>
              </p:cNvPr>
              <p:cNvSpPr txBox="1"/>
              <p:nvPr/>
            </p:nvSpPr>
            <p:spPr>
              <a:xfrm>
                <a:off x="13117929" y="1916776"/>
                <a:ext cx="4190327" cy="52441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3611"/>
                  </a:lnSpc>
                </a:pPr>
                <a:r>
                  <a:rPr lang="en-US" sz="2799" dirty="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feature/mi-</a:t>
                </a:r>
                <a:r>
                  <a:rPr lang="en-US" sz="2799" dirty="0" err="1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rama</a:t>
                </a:r>
                <a:endParaRPr lang="en-US" sz="2799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pic>
            <p:nvPicPr>
              <p:cNvPr id="161" name="Imagen 160" descr="Git-branch - Free vector icons on creazilla.com">
                <a:extLst>
                  <a:ext uri="{FF2B5EF4-FFF2-40B4-BE49-F238E27FC236}">
                    <a16:creationId xmlns:a16="http://schemas.microsoft.com/office/drawing/2014/main" id="{9921B5EE-7488-DFAC-9A58-C8C0A41C382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duotone>
                  <a:schemeClr val="accent3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brightnessContrast bright="40000" contrast="4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12337765" y="1831143"/>
                <a:ext cx="695681" cy="695681"/>
              </a:xfrm>
              <a:prstGeom prst="rect">
                <a:avLst/>
              </a:prstGeom>
            </p:spPr>
          </p:pic>
        </p:grpSp>
      </p:grpSp>
      <p:grpSp>
        <p:nvGrpSpPr>
          <p:cNvPr id="164" name="Grupo 163">
            <a:extLst>
              <a:ext uri="{FF2B5EF4-FFF2-40B4-BE49-F238E27FC236}">
                <a16:creationId xmlns:a16="http://schemas.microsoft.com/office/drawing/2014/main" id="{F04B61FC-B310-4916-ECF7-E6C1FA7AD0DB}"/>
              </a:ext>
            </a:extLst>
          </p:cNvPr>
          <p:cNvGrpSpPr/>
          <p:nvPr/>
        </p:nvGrpSpPr>
        <p:grpSpPr>
          <a:xfrm>
            <a:off x="1461547" y="3206886"/>
            <a:ext cx="5723513" cy="973670"/>
            <a:chOff x="709547" y="2145505"/>
            <a:chExt cx="5369360" cy="973670"/>
          </a:xfrm>
        </p:grpSpPr>
        <p:grpSp>
          <p:nvGrpSpPr>
            <p:cNvPr id="165" name="Group 9">
              <a:extLst>
                <a:ext uri="{FF2B5EF4-FFF2-40B4-BE49-F238E27FC236}">
                  <a16:creationId xmlns:a16="http://schemas.microsoft.com/office/drawing/2014/main" id="{87145C6F-312F-F1EB-A3C2-B07AD33522CA}"/>
                </a:ext>
              </a:extLst>
            </p:cNvPr>
            <p:cNvGrpSpPr/>
            <p:nvPr/>
          </p:nvGrpSpPr>
          <p:grpSpPr>
            <a:xfrm>
              <a:off x="709547" y="2145505"/>
              <a:ext cx="5369360" cy="973670"/>
              <a:chOff x="0" y="-47625"/>
              <a:chExt cx="2734992" cy="466725"/>
            </a:xfrm>
          </p:grpSpPr>
          <p:sp>
            <p:nvSpPr>
              <p:cNvPr id="168" name="Freeform 10">
                <a:extLst>
                  <a:ext uri="{FF2B5EF4-FFF2-40B4-BE49-F238E27FC236}">
                    <a16:creationId xmlns:a16="http://schemas.microsoft.com/office/drawing/2014/main" id="{112B0B6F-F58E-0CA1-0991-DC215A08DDD1}"/>
                  </a:ext>
                </a:extLst>
              </p:cNvPr>
              <p:cNvSpPr/>
              <p:nvPr/>
            </p:nvSpPr>
            <p:spPr>
              <a:xfrm>
                <a:off x="0" y="0"/>
                <a:ext cx="2734992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2031332" h="419100">
                    <a:moveTo>
                      <a:pt x="23643" y="0"/>
                    </a:moveTo>
                    <a:lnTo>
                      <a:pt x="2007689" y="0"/>
                    </a:lnTo>
                    <a:cubicBezTo>
                      <a:pt x="2020747" y="0"/>
                      <a:pt x="2031332" y="10585"/>
                      <a:pt x="2031332" y="23643"/>
                    </a:cubicBezTo>
                    <a:lnTo>
                      <a:pt x="2031332" y="395457"/>
                    </a:lnTo>
                    <a:cubicBezTo>
                      <a:pt x="2031332" y="401727"/>
                      <a:pt x="2028841" y="407741"/>
                      <a:pt x="2024407" y="412175"/>
                    </a:cubicBezTo>
                    <a:cubicBezTo>
                      <a:pt x="2019973" y="416609"/>
                      <a:pt x="2013959" y="419100"/>
                      <a:pt x="2007689" y="419100"/>
                    </a:cubicBezTo>
                    <a:lnTo>
                      <a:pt x="23643" y="419100"/>
                    </a:lnTo>
                    <a:cubicBezTo>
                      <a:pt x="17373" y="419100"/>
                      <a:pt x="11359" y="416609"/>
                      <a:pt x="6925" y="412175"/>
                    </a:cubicBezTo>
                    <a:cubicBezTo>
                      <a:pt x="2491" y="407741"/>
                      <a:pt x="0" y="401727"/>
                      <a:pt x="0" y="395457"/>
                    </a:cubicBezTo>
                    <a:lnTo>
                      <a:pt x="0" y="23643"/>
                    </a:lnTo>
                    <a:cubicBezTo>
                      <a:pt x="0" y="17373"/>
                      <a:pt x="2491" y="11359"/>
                      <a:pt x="6925" y="6925"/>
                    </a:cubicBezTo>
                    <a:cubicBezTo>
                      <a:pt x="11359" y="2491"/>
                      <a:pt x="17373" y="0"/>
                      <a:pt x="23643" y="0"/>
                    </a:cubicBez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169" name="TextBox 11">
                <a:extLst>
                  <a:ext uri="{FF2B5EF4-FFF2-40B4-BE49-F238E27FC236}">
                    <a16:creationId xmlns:a16="http://schemas.microsoft.com/office/drawing/2014/main" id="{7EE06F30-4013-FE45-BB8F-B5774B709E77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2031332" cy="4667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11"/>
                  </a:lnSpc>
                </a:pPr>
                <a:endParaRPr/>
              </a:p>
            </p:txBody>
          </p:sp>
        </p:grpSp>
        <p:sp>
          <p:nvSpPr>
            <p:cNvPr id="166" name="TextBox 14">
              <a:extLst>
                <a:ext uri="{FF2B5EF4-FFF2-40B4-BE49-F238E27FC236}">
                  <a16:creationId xmlns:a16="http://schemas.microsoft.com/office/drawing/2014/main" id="{8F4092C2-B515-2301-A3B4-BB043F997E92}"/>
                </a:ext>
              </a:extLst>
            </p:cNvPr>
            <p:cNvSpPr txBox="1"/>
            <p:nvPr/>
          </p:nvSpPr>
          <p:spPr>
            <a:xfrm>
              <a:off x="1451443" y="2480525"/>
              <a:ext cx="3989996" cy="4241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>
                <a:lnSpc>
                  <a:spcPts val="3095"/>
                </a:lnSpc>
              </a:pPr>
              <a:r>
                <a:rPr lang="en-US" sz="2800" spc="-131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mi-</a:t>
              </a:r>
              <a:r>
                <a:rPr lang="en-US" sz="2800" spc="-131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proyecto</a:t>
              </a:r>
              <a:r>
                <a:rPr lang="en-US" sz="2800" spc="-131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-</a:t>
              </a:r>
              <a:r>
                <a:rPr lang="en-US" sz="2800" spc="-131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clonado</a:t>
              </a:r>
              <a:endParaRPr lang="en-US" sz="2800" spc="-13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67" name="Freeform 50">
              <a:extLst>
                <a:ext uri="{FF2B5EF4-FFF2-40B4-BE49-F238E27FC236}">
                  <a16:creationId xmlns:a16="http://schemas.microsoft.com/office/drawing/2014/main" id="{0D7A4169-EB6C-9CE0-C8D5-95D06EFBC5C7}"/>
                </a:ext>
              </a:extLst>
            </p:cNvPr>
            <p:cNvSpPr/>
            <p:nvPr/>
          </p:nvSpPr>
          <p:spPr>
            <a:xfrm>
              <a:off x="1026470" y="2429721"/>
              <a:ext cx="444723" cy="394760"/>
            </a:xfrm>
            <a:custGeom>
              <a:avLst/>
              <a:gdLst/>
              <a:ahLst/>
              <a:cxnLst/>
              <a:rect l="l" t="t" r="r" b="b"/>
              <a:pathLst>
                <a:path w="626768" h="552695">
                  <a:moveTo>
                    <a:pt x="0" y="0"/>
                  </a:moveTo>
                  <a:lnTo>
                    <a:pt x="626768" y="0"/>
                  </a:lnTo>
                  <a:lnTo>
                    <a:pt x="626768" y="552695"/>
                  </a:lnTo>
                  <a:lnTo>
                    <a:pt x="0" y="5526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73" name="Group 52">
            <a:extLst>
              <a:ext uri="{FF2B5EF4-FFF2-40B4-BE49-F238E27FC236}">
                <a16:creationId xmlns:a16="http://schemas.microsoft.com/office/drawing/2014/main" id="{91429B7A-61D4-D2EF-6FB4-638C791C33E4}"/>
              </a:ext>
            </a:extLst>
          </p:cNvPr>
          <p:cNvGrpSpPr/>
          <p:nvPr/>
        </p:nvGrpSpPr>
        <p:grpSpPr>
          <a:xfrm>
            <a:off x="8246237" y="2858240"/>
            <a:ext cx="9320543" cy="960554"/>
            <a:chOff x="0" y="0"/>
            <a:chExt cx="2441105" cy="197645"/>
          </a:xfrm>
        </p:grpSpPr>
        <p:sp>
          <p:nvSpPr>
            <p:cNvPr id="174" name="Freeform 53">
              <a:extLst>
                <a:ext uri="{FF2B5EF4-FFF2-40B4-BE49-F238E27FC236}">
                  <a16:creationId xmlns:a16="http://schemas.microsoft.com/office/drawing/2014/main" id="{DE9014E2-CE4E-2EAC-0E54-58866F385D83}"/>
                </a:ext>
              </a:extLst>
            </p:cNvPr>
            <p:cNvSpPr/>
            <p:nvPr/>
          </p:nvSpPr>
          <p:spPr>
            <a:xfrm>
              <a:off x="0" y="0"/>
              <a:ext cx="2441105" cy="197645"/>
            </a:xfrm>
            <a:custGeom>
              <a:avLst/>
              <a:gdLst/>
              <a:ahLst/>
              <a:cxnLst/>
              <a:rect l="l" t="t" r="r" b="b"/>
              <a:pathLst>
                <a:path w="2441105" h="197645">
                  <a:moveTo>
                    <a:pt x="12745" y="0"/>
                  </a:moveTo>
                  <a:lnTo>
                    <a:pt x="2428360" y="0"/>
                  </a:lnTo>
                  <a:cubicBezTo>
                    <a:pt x="2431740" y="0"/>
                    <a:pt x="2434982" y="1343"/>
                    <a:pt x="2437372" y="3733"/>
                  </a:cubicBezTo>
                  <a:cubicBezTo>
                    <a:pt x="2439763" y="6123"/>
                    <a:pt x="2441105" y="9365"/>
                    <a:pt x="2441105" y="12745"/>
                  </a:cubicBezTo>
                  <a:lnTo>
                    <a:pt x="2441105" y="184899"/>
                  </a:lnTo>
                  <a:cubicBezTo>
                    <a:pt x="2441105" y="188280"/>
                    <a:pt x="2439763" y="191522"/>
                    <a:pt x="2437372" y="193912"/>
                  </a:cubicBezTo>
                  <a:cubicBezTo>
                    <a:pt x="2434982" y="196302"/>
                    <a:pt x="2431740" y="197645"/>
                    <a:pt x="2428360" y="197645"/>
                  </a:cubicBezTo>
                  <a:lnTo>
                    <a:pt x="12745" y="197645"/>
                  </a:lnTo>
                  <a:cubicBezTo>
                    <a:pt x="9365" y="197645"/>
                    <a:pt x="6123" y="196302"/>
                    <a:pt x="3733" y="193912"/>
                  </a:cubicBezTo>
                  <a:cubicBezTo>
                    <a:pt x="1343" y="191522"/>
                    <a:pt x="0" y="188280"/>
                    <a:pt x="0" y="184899"/>
                  </a:cubicBezTo>
                  <a:lnTo>
                    <a:pt x="0" y="12745"/>
                  </a:lnTo>
                  <a:cubicBezTo>
                    <a:pt x="0" y="9365"/>
                    <a:pt x="1343" y="6123"/>
                    <a:pt x="3733" y="3733"/>
                  </a:cubicBezTo>
                  <a:cubicBezTo>
                    <a:pt x="6123" y="1343"/>
                    <a:pt x="9365" y="0"/>
                    <a:pt x="12745" y="0"/>
                  </a:cubicBezTo>
                  <a:close/>
                </a:path>
              </a:pathLst>
            </a:custGeom>
            <a:solidFill>
              <a:srgbClr val="0F0E0E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75" name="TextBox 54">
              <a:extLst>
                <a:ext uri="{FF2B5EF4-FFF2-40B4-BE49-F238E27FC236}">
                  <a16:creationId xmlns:a16="http://schemas.microsoft.com/office/drawing/2014/main" id="{15AA791C-531D-089C-EF8A-A8F0AE1694C9}"/>
                </a:ext>
              </a:extLst>
            </p:cNvPr>
            <p:cNvSpPr txBox="1"/>
            <p:nvPr/>
          </p:nvSpPr>
          <p:spPr>
            <a:xfrm>
              <a:off x="0" y="-19050"/>
              <a:ext cx="2441105" cy="2166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176" name="TextBox 56">
            <a:extLst>
              <a:ext uri="{FF2B5EF4-FFF2-40B4-BE49-F238E27FC236}">
                <a16:creationId xmlns:a16="http://schemas.microsoft.com/office/drawing/2014/main" id="{AA5F220A-3BD3-7FD0-2FDF-6E41B655BB5F}"/>
              </a:ext>
            </a:extLst>
          </p:cNvPr>
          <p:cNvSpPr txBox="1"/>
          <p:nvPr/>
        </p:nvSpPr>
        <p:spPr>
          <a:xfrm>
            <a:off x="8480507" y="3109417"/>
            <a:ext cx="8852003" cy="413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359"/>
              </a:lnSpc>
            </a:pPr>
            <a:r>
              <a:rPr lang="en-US" sz="2400" spc="-6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&gt; git add .</a:t>
            </a:r>
            <a:endParaRPr lang="en-US" sz="2400" spc="-64" dirty="0">
              <a:solidFill>
                <a:srgbClr val="D9D9D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77" name="Grupo 176">
            <a:extLst>
              <a:ext uri="{FF2B5EF4-FFF2-40B4-BE49-F238E27FC236}">
                <a16:creationId xmlns:a16="http://schemas.microsoft.com/office/drawing/2014/main" id="{2528F095-11B9-373A-011C-6E67BF321BD8}"/>
              </a:ext>
            </a:extLst>
          </p:cNvPr>
          <p:cNvGrpSpPr/>
          <p:nvPr/>
        </p:nvGrpSpPr>
        <p:grpSpPr>
          <a:xfrm>
            <a:off x="10670191" y="4598969"/>
            <a:ext cx="4569009" cy="3091122"/>
            <a:chOff x="6337647" y="4389234"/>
            <a:chExt cx="5183506" cy="3333626"/>
          </a:xfrm>
        </p:grpSpPr>
        <p:grpSp>
          <p:nvGrpSpPr>
            <p:cNvPr id="178" name="Group 13">
              <a:extLst>
                <a:ext uri="{FF2B5EF4-FFF2-40B4-BE49-F238E27FC236}">
                  <a16:creationId xmlns:a16="http://schemas.microsoft.com/office/drawing/2014/main" id="{17769788-7B3C-BDC1-03CA-830421EA7CB5}"/>
                </a:ext>
              </a:extLst>
            </p:cNvPr>
            <p:cNvGrpSpPr/>
            <p:nvPr/>
          </p:nvGrpSpPr>
          <p:grpSpPr>
            <a:xfrm>
              <a:off x="6337647" y="4389234"/>
              <a:ext cx="5183506" cy="3333626"/>
              <a:chOff x="0" y="0"/>
              <a:chExt cx="1351154" cy="731404"/>
            </a:xfrm>
          </p:grpSpPr>
          <p:sp>
            <p:nvSpPr>
              <p:cNvPr id="180" name="Freeform 14">
                <a:extLst>
                  <a:ext uri="{FF2B5EF4-FFF2-40B4-BE49-F238E27FC236}">
                    <a16:creationId xmlns:a16="http://schemas.microsoft.com/office/drawing/2014/main" id="{820157DA-8185-F25F-F522-2C36FEF5A53A}"/>
                  </a:ext>
                </a:extLst>
              </p:cNvPr>
              <p:cNvSpPr/>
              <p:nvPr/>
            </p:nvSpPr>
            <p:spPr>
              <a:xfrm>
                <a:off x="0" y="0"/>
                <a:ext cx="1351154" cy="731404"/>
              </a:xfrm>
              <a:custGeom>
                <a:avLst/>
                <a:gdLst/>
                <a:ahLst/>
                <a:cxnLst/>
                <a:rect l="l" t="t" r="r" b="b"/>
                <a:pathLst>
                  <a:path w="1351154" h="731404">
                    <a:moveTo>
                      <a:pt x="23027" y="0"/>
                    </a:moveTo>
                    <a:lnTo>
                      <a:pt x="1328127" y="0"/>
                    </a:lnTo>
                    <a:cubicBezTo>
                      <a:pt x="1340845" y="0"/>
                      <a:pt x="1351154" y="10310"/>
                      <a:pt x="1351154" y="23027"/>
                    </a:cubicBezTo>
                    <a:lnTo>
                      <a:pt x="1351154" y="708377"/>
                    </a:lnTo>
                    <a:cubicBezTo>
                      <a:pt x="1351154" y="721094"/>
                      <a:pt x="1340845" y="731404"/>
                      <a:pt x="1328127" y="731404"/>
                    </a:cubicBezTo>
                    <a:lnTo>
                      <a:pt x="23027" y="731404"/>
                    </a:lnTo>
                    <a:cubicBezTo>
                      <a:pt x="10310" y="731404"/>
                      <a:pt x="0" y="721094"/>
                      <a:pt x="0" y="708377"/>
                    </a:cubicBezTo>
                    <a:lnTo>
                      <a:pt x="0" y="23027"/>
                    </a:lnTo>
                    <a:cubicBezTo>
                      <a:pt x="0" y="10310"/>
                      <a:pt x="10310" y="0"/>
                      <a:pt x="23027" y="0"/>
                    </a:cubicBezTo>
                    <a:close/>
                  </a:path>
                </a:pathLst>
              </a:custGeom>
              <a:solidFill>
                <a:schemeClr val="tx2">
                  <a:lumMod val="50000"/>
                </a:schemeClr>
              </a:solidFill>
              <a:ln w="38100" cap="rnd">
                <a:solidFill>
                  <a:srgbClr val="B4B4B4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181" name="TextBox 15">
                <a:extLst>
                  <a:ext uri="{FF2B5EF4-FFF2-40B4-BE49-F238E27FC236}">
                    <a16:creationId xmlns:a16="http://schemas.microsoft.com/office/drawing/2014/main" id="{6E3B34A3-52E5-08EB-D0E3-BB398AFDD0B1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1154" cy="75045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sp>
          <p:nvSpPr>
            <p:cNvPr id="179" name="TextBox 16">
              <a:extLst>
                <a:ext uri="{FF2B5EF4-FFF2-40B4-BE49-F238E27FC236}">
                  <a16:creationId xmlns:a16="http://schemas.microsoft.com/office/drawing/2014/main" id="{9526A1BD-C792-F70E-D09D-74D6AB3464DA}"/>
                </a:ext>
              </a:extLst>
            </p:cNvPr>
            <p:cNvSpPr txBox="1"/>
            <p:nvPr/>
          </p:nvSpPr>
          <p:spPr>
            <a:xfrm>
              <a:off x="6421447" y="4489525"/>
              <a:ext cx="4769193" cy="75955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1" indent="0" algn="ctr">
                <a:lnSpc>
                  <a:spcPts val="4479"/>
                </a:lnSpc>
              </a:pPr>
              <a:r>
                <a:rPr lang="en-US" sz="3199" b="1" spc="-86" dirty="0" err="1">
                  <a:solidFill>
                    <a:schemeClr val="bg1"/>
                  </a:solidFill>
                  <a:latin typeface="Poppins"/>
                  <a:ea typeface="Poppins"/>
                  <a:cs typeface="Poppins"/>
                  <a:sym typeface="Poppins"/>
                </a:rPr>
                <a:t>Paquete</a:t>
              </a:r>
              <a:r>
                <a:rPr lang="en-US" sz="3199" b="1" spc="-86" dirty="0">
                  <a:solidFill>
                    <a:schemeClr val="bg1"/>
                  </a:solidFill>
                  <a:latin typeface="Poppins"/>
                  <a:ea typeface="Poppins"/>
                  <a:cs typeface="Poppins"/>
                  <a:sym typeface="Poppins"/>
                </a:rPr>
                <a:t> a </a:t>
              </a:r>
              <a:r>
                <a:rPr lang="en-US" sz="3199" b="1" spc="-86" dirty="0" err="1">
                  <a:solidFill>
                    <a:schemeClr val="bg1"/>
                  </a:solidFill>
                  <a:latin typeface="Poppins"/>
                  <a:ea typeface="Poppins"/>
                  <a:cs typeface="Poppins"/>
                  <a:sym typeface="Poppins"/>
                </a:rPr>
                <a:t>enviar</a:t>
              </a:r>
              <a:endParaRPr lang="en-US" sz="3199" b="1" spc="-86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90" name="Group 9">
            <a:extLst>
              <a:ext uri="{FF2B5EF4-FFF2-40B4-BE49-F238E27FC236}">
                <a16:creationId xmlns:a16="http://schemas.microsoft.com/office/drawing/2014/main" id="{02FEEE64-4700-268A-D376-87BFA29D01CB}"/>
              </a:ext>
            </a:extLst>
          </p:cNvPr>
          <p:cNvGrpSpPr/>
          <p:nvPr/>
        </p:nvGrpSpPr>
        <p:grpSpPr>
          <a:xfrm>
            <a:off x="2337038" y="5414191"/>
            <a:ext cx="4892112" cy="973670"/>
            <a:chOff x="0" y="-47625"/>
            <a:chExt cx="2734992" cy="466725"/>
          </a:xfrm>
        </p:grpSpPr>
        <p:sp>
          <p:nvSpPr>
            <p:cNvPr id="193" name="Freeform 10">
              <a:extLst>
                <a:ext uri="{FF2B5EF4-FFF2-40B4-BE49-F238E27FC236}">
                  <a16:creationId xmlns:a16="http://schemas.microsoft.com/office/drawing/2014/main" id="{4CF5BF59-C504-481B-A078-0EF07EF52390}"/>
                </a:ext>
              </a:extLst>
            </p:cNvPr>
            <p:cNvSpPr/>
            <p:nvPr/>
          </p:nvSpPr>
          <p:spPr>
            <a:xfrm>
              <a:off x="0" y="0"/>
              <a:ext cx="2734992" cy="419100"/>
            </a:xfrm>
            <a:custGeom>
              <a:avLst/>
              <a:gdLst/>
              <a:ahLst/>
              <a:cxnLst/>
              <a:rect l="l" t="t" r="r" b="b"/>
              <a:pathLst>
                <a:path w="2031332" h="419100">
                  <a:moveTo>
                    <a:pt x="23643" y="0"/>
                  </a:moveTo>
                  <a:lnTo>
                    <a:pt x="2007689" y="0"/>
                  </a:lnTo>
                  <a:cubicBezTo>
                    <a:pt x="2020747" y="0"/>
                    <a:pt x="2031332" y="10585"/>
                    <a:pt x="2031332" y="23643"/>
                  </a:cubicBezTo>
                  <a:lnTo>
                    <a:pt x="2031332" y="395457"/>
                  </a:lnTo>
                  <a:cubicBezTo>
                    <a:pt x="2031332" y="401727"/>
                    <a:pt x="2028841" y="407741"/>
                    <a:pt x="2024407" y="412175"/>
                  </a:cubicBezTo>
                  <a:cubicBezTo>
                    <a:pt x="2019973" y="416609"/>
                    <a:pt x="2013959" y="419100"/>
                    <a:pt x="2007689" y="419100"/>
                  </a:cubicBezTo>
                  <a:lnTo>
                    <a:pt x="23643" y="419100"/>
                  </a:lnTo>
                  <a:cubicBezTo>
                    <a:pt x="17373" y="419100"/>
                    <a:pt x="11359" y="416609"/>
                    <a:pt x="6925" y="412175"/>
                  </a:cubicBezTo>
                  <a:cubicBezTo>
                    <a:pt x="2491" y="407741"/>
                    <a:pt x="0" y="401727"/>
                    <a:pt x="0" y="395457"/>
                  </a:cubicBezTo>
                  <a:lnTo>
                    <a:pt x="0" y="23643"/>
                  </a:lnTo>
                  <a:cubicBezTo>
                    <a:pt x="0" y="17373"/>
                    <a:pt x="2491" y="11359"/>
                    <a:pt x="6925" y="6925"/>
                  </a:cubicBezTo>
                  <a:cubicBezTo>
                    <a:pt x="11359" y="2491"/>
                    <a:pt x="17373" y="0"/>
                    <a:pt x="23643" y="0"/>
                  </a:cubicBezTo>
                  <a:close/>
                </a:path>
              </a:pathLst>
            </a:custGeom>
            <a:noFill/>
          </p:spPr>
          <p:txBody>
            <a:bodyPr/>
            <a:lstStyle/>
            <a:p>
              <a:endParaRPr lang="es-MX" dirty="0"/>
            </a:p>
          </p:txBody>
        </p:sp>
        <p:sp>
          <p:nvSpPr>
            <p:cNvPr id="194" name="TextBox 11">
              <a:extLst>
                <a:ext uri="{FF2B5EF4-FFF2-40B4-BE49-F238E27FC236}">
                  <a16:creationId xmlns:a16="http://schemas.microsoft.com/office/drawing/2014/main" id="{46BDCF77-FB4C-D206-C798-8B8ACFB05183}"/>
                </a:ext>
              </a:extLst>
            </p:cNvPr>
            <p:cNvSpPr txBox="1"/>
            <p:nvPr/>
          </p:nvSpPr>
          <p:spPr>
            <a:xfrm>
              <a:off x="0" y="-47625"/>
              <a:ext cx="2031332" cy="4667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11"/>
                </a:lnSpc>
              </a:pPr>
              <a:endParaRPr/>
            </a:p>
          </p:txBody>
        </p:sp>
      </p:grpSp>
      <p:grpSp>
        <p:nvGrpSpPr>
          <p:cNvPr id="196" name="Grupo 195">
            <a:extLst>
              <a:ext uri="{FF2B5EF4-FFF2-40B4-BE49-F238E27FC236}">
                <a16:creationId xmlns:a16="http://schemas.microsoft.com/office/drawing/2014/main" id="{81FC48DF-A3A2-6092-333C-5A2232EAA213}"/>
              </a:ext>
            </a:extLst>
          </p:cNvPr>
          <p:cNvGrpSpPr/>
          <p:nvPr/>
        </p:nvGrpSpPr>
        <p:grpSpPr>
          <a:xfrm>
            <a:off x="2522434" y="4877687"/>
            <a:ext cx="1693251" cy="464701"/>
            <a:chOff x="2522434" y="5922073"/>
            <a:chExt cx="1693251" cy="464701"/>
          </a:xfrm>
        </p:grpSpPr>
        <p:sp>
          <p:nvSpPr>
            <p:cNvPr id="191" name="TextBox 14">
              <a:extLst>
                <a:ext uri="{FF2B5EF4-FFF2-40B4-BE49-F238E27FC236}">
                  <a16:creationId xmlns:a16="http://schemas.microsoft.com/office/drawing/2014/main" id="{5E83D0F3-A9AC-AC37-22C3-7FAC5EF23223}"/>
                </a:ext>
              </a:extLst>
            </p:cNvPr>
            <p:cNvSpPr txBox="1"/>
            <p:nvPr/>
          </p:nvSpPr>
          <p:spPr>
            <a:xfrm>
              <a:off x="3012993" y="5962630"/>
              <a:ext cx="1202692" cy="4241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>
                <a:lnSpc>
                  <a:spcPts val="3095"/>
                </a:lnSpc>
              </a:pPr>
              <a:r>
                <a:rPr lang="en-US" sz="2800" spc="-131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src</a:t>
              </a:r>
              <a:endParaRPr lang="en-US" sz="2800" spc="-13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pic>
          <p:nvPicPr>
            <p:cNvPr id="195" name="Imagen 194" descr="Icono De Carpeta Morada">
              <a:extLst>
                <a:ext uri="{FF2B5EF4-FFF2-40B4-BE49-F238E27FC236}">
                  <a16:creationId xmlns:a16="http://schemas.microsoft.com/office/drawing/2014/main" id="{5AC9C35D-3E04-8736-6817-2CB5F6D075D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522434" y="5922073"/>
              <a:ext cx="447528" cy="447528"/>
            </a:xfrm>
            <a:prstGeom prst="rect">
              <a:avLst/>
            </a:prstGeom>
          </p:spPr>
        </p:pic>
      </p:grpSp>
      <p:grpSp>
        <p:nvGrpSpPr>
          <p:cNvPr id="197" name="Grupo 196">
            <a:extLst>
              <a:ext uri="{FF2B5EF4-FFF2-40B4-BE49-F238E27FC236}">
                <a16:creationId xmlns:a16="http://schemas.microsoft.com/office/drawing/2014/main" id="{156219B3-B73B-0ED5-D45E-CAEF1AB95135}"/>
              </a:ext>
            </a:extLst>
          </p:cNvPr>
          <p:cNvGrpSpPr/>
          <p:nvPr/>
        </p:nvGrpSpPr>
        <p:grpSpPr>
          <a:xfrm>
            <a:off x="3011660" y="7819470"/>
            <a:ext cx="1693251" cy="464701"/>
            <a:chOff x="2522434" y="5922073"/>
            <a:chExt cx="1693251" cy="464701"/>
          </a:xfrm>
        </p:grpSpPr>
        <p:sp>
          <p:nvSpPr>
            <p:cNvPr id="198" name="TextBox 14">
              <a:extLst>
                <a:ext uri="{FF2B5EF4-FFF2-40B4-BE49-F238E27FC236}">
                  <a16:creationId xmlns:a16="http://schemas.microsoft.com/office/drawing/2014/main" id="{B3BF6380-18F2-2DFC-DB8E-82238854EFE4}"/>
                </a:ext>
              </a:extLst>
            </p:cNvPr>
            <p:cNvSpPr txBox="1"/>
            <p:nvPr/>
          </p:nvSpPr>
          <p:spPr>
            <a:xfrm>
              <a:off x="3012993" y="5962630"/>
              <a:ext cx="1202692" cy="4241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>
                <a:lnSpc>
                  <a:spcPts val="3095"/>
                </a:lnSpc>
              </a:pPr>
              <a:r>
                <a:rPr lang="en-US" sz="2800" spc="-131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img</a:t>
              </a:r>
              <a:endParaRPr lang="en-US" sz="2800" spc="-13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pic>
          <p:nvPicPr>
            <p:cNvPr id="199" name="Imagen 198" descr="Icono De Carpeta Morada">
              <a:extLst>
                <a:ext uri="{FF2B5EF4-FFF2-40B4-BE49-F238E27FC236}">
                  <a16:creationId xmlns:a16="http://schemas.microsoft.com/office/drawing/2014/main" id="{639F47ED-E04E-DC1E-578C-1FF8880C6EC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522434" y="5922073"/>
              <a:ext cx="447528" cy="447528"/>
            </a:xfrm>
            <a:prstGeom prst="rect">
              <a:avLst/>
            </a:prstGeom>
          </p:spPr>
        </p:pic>
      </p:grpSp>
      <p:grpSp>
        <p:nvGrpSpPr>
          <p:cNvPr id="201" name="Group 57">
            <a:extLst>
              <a:ext uri="{FF2B5EF4-FFF2-40B4-BE49-F238E27FC236}">
                <a16:creationId xmlns:a16="http://schemas.microsoft.com/office/drawing/2014/main" id="{AD4101EA-4B27-FDB8-CAAE-53F387B4DBF0}"/>
              </a:ext>
            </a:extLst>
          </p:cNvPr>
          <p:cNvGrpSpPr/>
          <p:nvPr/>
        </p:nvGrpSpPr>
        <p:grpSpPr>
          <a:xfrm>
            <a:off x="3479533" y="8795856"/>
            <a:ext cx="1876174" cy="413190"/>
            <a:chOff x="0" y="-66675"/>
            <a:chExt cx="2644177" cy="578498"/>
          </a:xfrm>
        </p:grpSpPr>
        <p:sp>
          <p:nvSpPr>
            <p:cNvPr id="216" name="TextBox 58">
              <a:extLst>
                <a:ext uri="{FF2B5EF4-FFF2-40B4-BE49-F238E27FC236}">
                  <a16:creationId xmlns:a16="http://schemas.microsoft.com/office/drawing/2014/main" id="{1C6C9CEA-27ED-8AC2-A6E6-DE615DC7417B}"/>
                </a:ext>
              </a:extLst>
            </p:cNvPr>
            <p:cNvSpPr txBox="1"/>
            <p:nvPr/>
          </p:nvSpPr>
          <p:spPr>
            <a:xfrm>
              <a:off x="455042" y="-66675"/>
              <a:ext cx="2189135" cy="5784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3359"/>
                </a:lnSpc>
              </a:pPr>
              <a:r>
                <a:rPr lang="en-US" sz="2400" spc="-6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Img-2.png</a:t>
              </a:r>
            </a:p>
          </p:txBody>
        </p:sp>
        <p:grpSp>
          <p:nvGrpSpPr>
            <p:cNvPr id="217" name="Group 59">
              <a:extLst>
                <a:ext uri="{FF2B5EF4-FFF2-40B4-BE49-F238E27FC236}">
                  <a16:creationId xmlns:a16="http://schemas.microsoft.com/office/drawing/2014/main" id="{2153F6E4-6660-AB47-63EA-6B205D60DB9A}"/>
                </a:ext>
              </a:extLst>
            </p:cNvPr>
            <p:cNvGrpSpPr/>
            <p:nvPr/>
          </p:nvGrpSpPr>
          <p:grpSpPr>
            <a:xfrm>
              <a:off x="0" y="69221"/>
              <a:ext cx="350938" cy="339139"/>
              <a:chOff x="0" y="0"/>
              <a:chExt cx="69321" cy="66990"/>
            </a:xfrm>
          </p:grpSpPr>
          <p:sp>
            <p:nvSpPr>
              <p:cNvPr id="218" name="Freeform 60">
                <a:extLst>
                  <a:ext uri="{FF2B5EF4-FFF2-40B4-BE49-F238E27FC236}">
                    <a16:creationId xmlns:a16="http://schemas.microsoft.com/office/drawing/2014/main" id="{399F6C83-BEF3-1399-4023-8A1BA8986582}"/>
                  </a:ext>
                </a:extLst>
              </p:cNvPr>
              <p:cNvSpPr/>
              <p:nvPr/>
            </p:nvSpPr>
            <p:spPr>
              <a:xfrm>
                <a:off x="0" y="0"/>
                <a:ext cx="69321" cy="66990"/>
              </a:xfrm>
              <a:custGeom>
                <a:avLst/>
                <a:gdLst/>
                <a:ahLst/>
                <a:cxnLst/>
                <a:rect l="l" t="t" r="r" b="b"/>
                <a:pathLst>
                  <a:path w="69321" h="66990">
                    <a:moveTo>
                      <a:pt x="0" y="0"/>
                    </a:moveTo>
                    <a:lnTo>
                      <a:pt x="69321" y="0"/>
                    </a:lnTo>
                    <a:lnTo>
                      <a:pt x="69321" y="66990"/>
                    </a:lnTo>
                    <a:lnTo>
                      <a:pt x="0" y="6699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219" name="TextBox 61">
                <a:extLst>
                  <a:ext uri="{FF2B5EF4-FFF2-40B4-BE49-F238E27FC236}">
                    <a16:creationId xmlns:a16="http://schemas.microsoft.com/office/drawing/2014/main" id="{990C12E9-E1A3-ADC1-6B72-7B5456D688C9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69321" cy="860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 dirty="0"/>
              </a:p>
            </p:txBody>
          </p:sp>
        </p:grpSp>
      </p:grpSp>
      <p:sp>
        <p:nvSpPr>
          <p:cNvPr id="213" name="TextBox 71">
            <a:extLst>
              <a:ext uri="{FF2B5EF4-FFF2-40B4-BE49-F238E27FC236}">
                <a16:creationId xmlns:a16="http://schemas.microsoft.com/office/drawing/2014/main" id="{76491701-D016-D951-44ED-570F344E6625}"/>
              </a:ext>
            </a:extLst>
          </p:cNvPr>
          <p:cNvSpPr txBox="1"/>
          <p:nvPr/>
        </p:nvSpPr>
        <p:spPr>
          <a:xfrm>
            <a:off x="3480403" y="9246785"/>
            <a:ext cx="249008" cy="311112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1874"/>
              </a:lnSpc>
            </a:pPr>
            <a:endParaRPr/>
          </a:p>
        </p:txBody>
      </p:sp>
      <p:grpSp>
        <p:nvGrpSpPr>
          <p:cNvPr id="204" name="Group 72">
            <a:extLst>
              <a:ext uri="{FF2B5EF4-FFF2-40B4-BE49-F238E27FC236}">
                <a16:creationId xmlns:a16="http://schemas.microsoft.com/office/drawing/2014/main" id="{80470BDF-C40C-5927-6DE8-81C69BDE01D0}"/>
              </a:ext>
            </a:extLst>
          </p:cNvPr>
          <p:cNvGrpSpPr/>
          <p:nvPr/>
        </p:nvGrpSpPr>
        <p:grpSpPr>
          <a:xfrm>
            <a:off x="3463016" y="8369154"/>
            <a:ext cx="2473533" cy="413190"/>
            <a:chOff x="0" y="-66674"/>
            <a:chExt cx="3486061" cy="578499"/>
          </a:xfrm>
        </p:grpSpPr>
        <p:sp>
          <p:nvSpPr>
            <p:cNvPr id="206" name="TextBox 73">
              <a:extLst>
                <a:ext uri="{FF2B5EF4-FFF2-40B4-BE49-F238E27FC236}">
                  <a16:creationId xmlns:a16="http://schemas.microsoft.com/office/drawing/2014/main" id="{E47A3F15-61DB-2276-FBDD-791ECFEF9EE5}"/>
                </a:ext>
              </a:extLst>
            </p:cNvPr>
            <p:cNvSpPr txBox="1"/>
            <p:nvPr/>
          </p:nvSpPr>
          <p:spPr>
            <a:xfrm>
              <a:off x="455044" y="-66674"/>
              <a:ext cx="3031017" cy="5784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3359"/>
                </a:lnSpc>
              </a:pPr>
              <a:r>
                <a:rPr lang="en-US" sz="2400" spc="-6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Img-1.png</a:t>
              </a:r>
            </a:p>
          </p:txBody>
        </p:sp>
        <p:grpSp>
          <p:nvGrpSpPr>
            <p:cNvPr id="207" name="Group 74">
              <a:extLst>
                <a:ext uri="{FF2B5EF4-FFF2-40B4-BE49-F238E27FC236}">
                  <a16:creationId xmlns:a16="http://schemas.microsoft.com/office/drawing/2014/main" id="{F36DE9C1-084E-4062-EECE-468E383A446E}"/>
                </a:ext>
              </a:extLst>
            </p:cNvPr>
            <p:cNvGrpSpPr/>
            <p:nvPr/>
          </p:nvGrpSpPr>
          <p:grpSpPr>
            <a:xfrm>
              <a:off x="0" y="69221"/>
              <a:ext cx="350938" cy="339139"/>
              <a:chOff x="0" y="0"/>
              <a:chExt cx="69321" cy="66990"/>
            </a:xfrm>
          </p:grpSpPr>
          <p:sp>
            <p:nvSpPr>
              <p:cNvPr id="208" name="Freeform 75">
                <a:extLst>
                  <a:ext uri="{FF2B5EF4-FFF2-40B4-BE49-F238E27FC236}">
                    <a16:creationId xmlns:a16="http://schemas.microsoft.com/office/drawing/2014/main" id="{C869759A-7B3C-32AA-09C2-F7316D095F00}"/>
                  </a:ext>
                </a:extLst>
              </p:cNvPr>
              <p:cNvSpPr/>
              <p:nvPr/>
            </p:nvSpPr>
            <p:spPr>
              <a:xfrm>
                <a:off x="0" y="0"/>
                <a:ext cx="69321" cy="66990"/>
              </a:xfrm>
              <a:custGeom>
                <a:avLst/>
                <a:gdLst/>
                <a:ahLst/>
                <a:cxnLst/>
                <a:rect l="l" t="t" r="r" b="b"/>
                <a:pathLst>
                  <a:path w="69321" h="66990">
                    <a:moveTo>
                      <a:pt x="0" y="0"/>
                    </a:moveTo>
                    <a:lnTo>
                      <a:pt x="69321" y="0"/>
                    </a:lnTo>
                    <a:lnTo>
                      <a:pt x="69321" y="66990"/>
                    </a:lnTo>
                    <a:lnTo>
                      <a:pt x="0" y="66990"/>
                    </a:lnTo>
                    <a:close/>
                  </a:path>
                </a:pathLst>
              </a:custGeom>
              <a:solidFill>
                <a:srgbClr val="00B0F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209" name="TextBox 76">
                <a:extLst>
                  <a:ext uri="{FF2B5EF4-FFF2-40B4-BE49-F238E27FC236}">
                    <a16:creationId xmlns:a16="http://schemas.microsoft.com/office/drawing/2014/main" id="{23CFBDBC-ED21-3994-DA8E-CDB509A38D17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69321" cy="860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</p:grpSp>
      <p:grpSp>
        <p:nvGrpSpPr>
          <p:cNvPr id="221" name="Grupo 220">
            <a:extLst>
              <a:ext uri="{FF2B5EF4-FFF2-40B4-BE49-F238E27FC236}">
                <a16:creationId xmlns:a16="http://schemas.microsoft.com/office/drawing/2014/main" id="{F1AB9645-CE74-E939-D7EF-A4B09467B079}"/>
              </a:ext>
            </a:extLst>
          </p:cNvPr>
          <p:cNvGrpSpPr/>
          <p:nvPr/>
        </p:nvGrpSpPr>
        <p:grpSpPr>
          <a:xfrm>
            <a:off x="3011796" y="5485877"/>
            <a:ext cx="2059361" cy="471819"/>
            <a:chOff x="2522434" y="5922073"/>
            <a:chExt cx="2059361" cy="471819"/>
          </a:xfrm>
        </p:grpSpPr>
        <p:sp>
          <p:nvSpPr>
            <p:cNvPr id="222" name="TextBox 14">
              <a:extLst>
                <a:ext uri="{FF2B5EF4-FFF2-40B4-BE49-F238E27FC236}">
                  <a16:creationId xmlns:a16="http://schemas.microsoft.com/office/drawing/2014/main" id="{DEF344DA-E103-CD71-D129-EF0B7943E88A}"/>
                </a:ext>
              </a:extLst>
            </p:cNvPr>
            <p:cNvSpPr txBox="1"/>
            <p:nvPr/>
          </p:nvSpPr>
          <p:spPr>
            <a:xfrm>
              <a:off x="3012992" y="5962630"/>
              <a:ext cx="1568803" cy="4312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>
                <a:lnSpc>
                  <a:spcPts val="3095"/>
                </a:lnSpc>
              </a:pPr>
              <a:r>
                <a:rPr lang="en-US" sz="2800" spc="-131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frontend</a:t>
              </a:r>
            </a:p>
          </p:txBody>
        </p:sp>
        <p:pic>
          <p:nvPicPr>
            <p:cNvPr id="223" name="Imagen 222" descr="Icono De Carpeta Morada">
              <a:extLst>
                <a:ext uri="{FF2B5EF4-FFF2-40B4-BE49-F238E27FC236}">
                  <a16:creationId xmlns:a16="http://schemas.microsoft.com/office/drawing/2014/main" id="{81B35FD8-EA21-7221-4580-72213D3B9C3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522434" y="5922073"/>
              <a:ext cx="447528" cy="447528"/>
            </a:xfrm>
            <a:prstGeom prst="rect">
              <a:avLst/>
            </a:prstGeom>
          </p:spPr>
        </p:pic>
      </p:grpSp>
      <p:grpSp>
        <p:nvGrpSpPr>
          <p:cNvPr id="224" name="Grupo 223">
            <a:extLst>
              <a:ext uri="{FF2B5EF4-FFF2-40B4-BE49-F238E27FC236}">
                <a16:creationId xmlns:a16="http://schemas.microsoft.com/office/drawing/2014/main" id="{AE840A0C-1FDB-710C-288F-790FF048FC52}"/>
              </a:ext>
            </a:extLst>
          </p:cNvPr>
          <p:cNvGrpSpPr/>
          <p:nvPr/>
        </p:nvGrpSpPr>
        <p:grpSpPr>
          <a:xfrm>
            <a:off x="3520307" y="7278561"/>
            <a:ext cx="1995646" cy="413190"/>
            <a:chOff x="3899399" y="2821328"/>
            <a:chExt cx="1995646" cy="413190"/>
          </a:xfrm>
        </p:grpSpPr>
        <p:sp>
          <p:nvSpPr>
            <p:cNvPr id="225" name="TextBox 68">
              <a:extLst>
                <a:ext uri="{FF2B5EF4-FFF2-40B4-BE49-F238E27FC236}">
                  <a16:creationId xmlns:a16="http://schemas.microsoft.com/office/drawing/2014/main" id="{D1D0E384-267A-9B44-D9F5-4817F6980141}"/>
                </a:ext>
              </a:extLst>
            </p:cNvPr>
            <p:cNvSpPr txBox="1"/>
            <p:nvPr/>
          </p:nvSpPr>
          <p:spPr>
            <a:xfrm>
              <a:off x="4222274" y="2821328"/>
              <a:ext cx="1672771" cy="4131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3359"/>
                </a:lnSpc>
              </a:pPr>
              <a:r>
                <a:rPr lang="en-US" sz="2400" spc="-6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styles-2.js</a:t>
              </a:r>
            </a:p>
          </p:txBody>
        </p:sp>
        <p:sp>
          <p:nvSpPr>
            <p:cNvPr id="226" name="Freeform 70">
              <a:extLst>
                <a:ext uri="{FF2B5EF4-FFF2-40B4-BE49-F238E27FC236}">
                  <a16:creationId xmlns:a16="http://schemas.microsoft.com/office/drawing/2014/main" id="{F0777E6F-F724-814D-0001-DE8ADE4F1CDA}"/>
                </a:ext>
              </a:extLst>
            </p:cNvPr>
            <p:cNvSpPr/>
            <p:nvPr/>
          </p:nvSpPr>
          <p:spPr>
            <a:xfrm>
              <a:off x="3899399" y="2918391"/>
              <a:ext cx="249008" cy="242229"/>
            </a:xfrm>
            <a:custGeom>
              <a:avLst/>
              <a:gdLst/>
              <a:ahLst/>
              <a:cxnLst/>
              <a:rect l="l" t="t" r="r" b="b"/>
              <a:pathLst>
                <a:path w="69321" h="66990">
                  <a:moveTo>
                    <a:pt x="0" y="0"/>
                  </a:moveTo>
                  <a:lnTo>
                    <a:pt x="69321" y="0"/>
                  </a:lnTo>
                  <a:lnTo>
                    <a:pt x="69321" y="66990"/>
                  </a:lnTo>
                  <a:lnTo>
                    <a:pt x="0" y="66990"/>
                  </a:lnTo>
                  <a:close/>
                </a:path>
              </a:pathLst>
            </a:custGeom>
            <a:solidFill>
              <a:srgbClr val="FFFF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6" name="Group 57">
            <a:extLst>
              <a:ext uri="{FF2B5EF4-FFF2-40B4-BE49-F238E27FC236}">
                <a16:creationId xmlns:a16="http://schemas.microsoft.com/office/drawing/2014/main" id="{DDAA4BD5-AF1A-AEBF-EBDE-F2600AD4F13C}"/>
              </a:ext>
            </a:extLst>
          </p:cNvPr>
          <p:cNvGrpSpPr/>
          <p:nvPr/>
        </p:nvGrpSpPr>
        <p:grpSpPr>
          <a:xfrm>
            <a:off x="3536824" y="6453912"/>
            <a:ext cx="1876174" cy="341111"/>
            <a:chOff x="0" y="0"/>
            <a:chExt cx="2644177" cy="477582"/>
          </a:xfrm>
        </p:grpSpPr>
        <p:sp>
          <p:nvSpPr>
            <p:cNvPr id="20" name="TextBox 58">
              <a:extLst>
                <a:ext uri="{FF2B5EF4-FFF2-40B4-BE49-F238E27FC236}">
                  <a16:creationId xmlns:a16="http://schemas.microsoft.com/office/drawing/2014/main" id="{E0BD8DA7-207B-181A-2A92-8323733433B8}"/>
                </a:ext>
              </a:extLst>
            </p:cNvPr>
            <p:cNvSpPr txBox="1"/>
            <p:nvPr/>
          </p:nvSpPr>
          <p:spPr>
            <a:xfrm>
              <a:off x="455042" y="-66675"/>
              <a:ext cx="2189134" cy="5442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3359"/>
                </a:lnSpc>
              </a:pPr>
              <a:r>
                <a:rPr lang="en-US" sz="2400" spc="-6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styles.css</a:t>
              </a:r>
            </a:p>
          </p:txBody>
        </p:sp>
        <p:grpSp>
          <p:nvGrpSpPr>
            <p:cNvPr id="21" name="Group 59">
              <a:extLst>
                <a:ext uri="{FF2B5EF4-FFF2-40B4-BE49-F238E27FC236}">
                  <a16:creationId xmlns:a16="http://schemas.microsoft.com/office/drawing/2014/main" id="{98D9A6F4-2317-F112-8E4D-73B66E464E11}"/>
                </a:ext>
              </a:extLst>
            </p:cNvPr>
            <p:cNvGrpSpPr/>
            <p:nvPr/>
          </p:nvGrpSpPr>
          <p:grpSpPr>
            <a:xfrm>
              <a:off x="0" y="69221"/>
              <a:ext cx="350938" cy="339139"/>
              <a:chOff x="0" y="0"/>
              <a:chExt cx="69321" cy="66990"/>
            </a:xfrm>
          </p:grpSpPr>
          <p:sp>
            <p:nvSpPr>
              <p:cNvPr id="22" name="Freeform 60">
                <a:extLst>
                  <a:ext uri="{FF2B5EF4-FFF2-40B4-BE49-F238E27FC236}">
                    <a16:creationId xmlns:a16="http://schemas.microsoft.com/office/drawing/2014/main" id="{59EB3E5B-6031-155A-7566-EDD237781793}"/>
                  </a:ext>
                </a:extLst>
              </p:cNvPr>
              <p:cNvSpPr/>
              <p:nvPr/>
            </p:nvSpPr>
            <p:spPr>
              <a:xfrm>
                <a:off x="0" y="0"/>
                <a:ext cx="69321" cy="66990"/>
              </a:xfrm>
              <a:custGeom>
                <a:avLst/>
                <a:gdLst/>
                <a:ahLst/>
                <a:cxnLst/>
                <a:rect l="l" t="t" r="r" b="b"/>
                <a:pathLst>
                  <a:path w="69321" h="66990">
                    <a:moveTo>
                      <a:pt x="0" y="0"/>
                    </a:moveTo>
                    <a:lnTo>
                      <a:pt x="69321" y="0"/>
                    </a:lnTo>
                    <a:lnTo>
                      <a:pt x="69321" y="66990"/>
                    </a:lnTo>
                    <a:lnTo>
                      <a:pt x="0" y="66990"/>
                    </a:lnTo>
                    <a:close/>
                  </a:path>
                </a:pathLst>
              </a:custGeom>
              <a:solidFill>
                <a:srgbClr val="CB6CE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23" name="TextBox 61">
                <a:extLst>
                  <a:ext uri="{FF2B5EF4-FFF2-40B4-BE49-F238E27FC236}">
                    <a16:creationId xmlns:a16="http://schemas.microsoft.com/office/drawing/2014/main" id="{A11C16C7-24CC-00FB-4FAE-047E217E8EDC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69321" cy="860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 dirty="0"/>
              </a:p>
            </p:txBody>
          </p:sp>
        </p:grpSp>
      </p:grpSp>
      <p:sp>
        <p:nvSpPr>
          <p:cNvPr id="156" name="Rectángulo 155">
            <a:extLst>
              <a:ext uri="{FF2B5EF4-FFF2-40B4-BE49-F238E27FC236}">
                <a16:creationId xmlns:a16="http://schemas.microsoft.com/office/drawing/2014/main" id="{70004713-9413-6573-DCB5-E927F14BA803}"/>
              </a:ext>
            </a:extLst>
          </p:cNvPr>
          <p:cNvSpPr/>
          <p:nvPr/>
        </p:nvSpPr>
        <p:spPr>
          <a:xfrm>
            <a:off x="3251268" y="6621194"/>
            <a:ext cx="2150657" cy="5675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grpSp>
        <p:nvGrpSpPr>
          <p:cNvPr id="24" name="Group 57">
            <a:extLst>
              <a:ext uri="{FF2B5EF4-FFF2-40B4-BE49-F238E27FC236}">
                <a16:creationId xmlns:a16="http://schemas.microsoft.com/office/drawing/2014/main" id="{9F5F6541-D377-1404-0F9C-EFFAD14F20CF}"/>
              </a:ext>
            </a:extLst>
          </p:cNvPr>
          <p:cNvGrpSpPr/>
          <p:nvPr/>
        </p:nvGrpSpPr>
        <p:grpSpPr>
          <a:xfrm>
            <a:off x="3489303" y="8795856"/>
            <a:ext cx="1876174" cy="413190"/>
            <a:chOff x="0" y="-66675"/>
            <a:chExt cx="2644177" cy="578498"/>
          </a:xfrm>
        </p:grpSpPr>
        <p:sp>
          <p:nvSpPr>
            <p:cNvPr id="25" name="TextBox 58">
              <a:extLst>
                <a:ext uri="{FF2B5EF4-FFF2-40B4-BE49-F238E27FC236}">
                  <a16:creationId xmlns:a16="http://schemas.microsoft.com/office/drawing/2014/main" id="{140B13B2-C238-D9A2-272D-950E37DF5DDC}"/>
                </a:ext>
              </a:extLst>
            </p:cNvPr>
            <p:cNvSpPr txBox="1"/>
            <p:nvPr/>
          </p:nvSpPr>
          <p:spPr>
            <a:xfrm>
              <a:off x="455042" y="-66675"/>
              <a:ext cx="2189135" cy="5784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3359"/>
                </a:lnSpc>
              </a:pPr>
              <a:r>
                <a:rPr lang="en-US" sz="2400" spc="-6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Img-2.png</a:t>
              </a:r>
            </a:p>
          </p:txBody>
        </p:sp>
        <p:grpSp>
          <p:nvGrpSpPr>
            <p:cNvPr id="26" name="Group 59">
              <a:extLst>
                <a:ext uri="{FF2B5EF4-FFF2-40B4-BE49-F238E27FC236}">
                  <a16:creationId xmlns:a16="http://schemas.microsoft.com/office/drawing/2014/main" id="{82535DF0-123E-D39A-AD5C-FA599C6B4C0F}"/>
                </a:ext>
              </a:extLst>
            </p:cNvPr>
            <p:cNvGrpSpPr/>
            <p:nvPr/>
          </p:nvGrpSpPr>
          <p:grpSpPr>
            <a:xfrm>
              <a:off x="0" y="69221"/>
              <a:ext cx="350938" cy="339139"/>
              <a:chOff x="0" y="0"/>
              <a:chExt cx="69321" cy="66990"/>
            </a:xfrm>
          </p:grpSpPr>
          <p:sp>
            <p:nvSpPr>
              <p:cNvPr id="27" name="Freeform 60">
                <a:extLst>
                  <a:ext uri="{FF2B5EF4-FFF2-40B4-BE49-F238E27FC236}">
                    <a16:creationId xmlns:a16="http://schemas.microsoft.com/office/drawing/2014/main" id="{70C2A610-A62F-3CA6-1EDB-0B701A6CBF1E}"/>
                  </a:ext>
                </a:extLst>
              </p:cNvPr>
              <p:cNvSpPr/>
              <p:nvPr/>
            </p:nvSpPr>
            <p:spPr>
              <a:xfrm>
                <a:off x="0" y="0"/>
                <a:ext cx="69321" cy="66990"/>
              </a:xfrm>
              <a:custGeom>
                <a:avLst/>
                <a:gdLst/>
                <a:ahLst/>
                <a:cxnLst/>
                <a:rect l="l" t="t" r="r" b="b"/>
                <a:pathLst>
                  <a:path w="69321" h="66990">
                    <a:moveTo>
                      <a:pt x="0" y="0"/>
                    </a:moveTo>
                    <a:lnTo>
                      <a:pt x="69321" y="0"/>
                    </a:lnTo>
                    <a:lnTo>
                      <a:pt x="69321" y="66990"/>
                    </a:lnTo>
                    <a:lnTo>
                      <a:pt x="0" y="6699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28" name="TextBox 61">
                <a:extLst>
                  <a:ext uri="{FF2B5EF4-FFF2-40B4-BE49-F238E27FC236}">
                    <a16:creationId xmlns:a16="http://schemas.microsoft.com/office/drawing/2014/main" id="{EF227589-AE1C-ABB7-F6C4-1D0636FA8215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69321" cy="860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 dirty="0"/>
              </a:p>
            </p:txBody>
          </p:sp>
        </p:grpSp>
      </p:grpSp>
      <p:sp>
        <p:nvSpPr>
          <p:cNvPr id="205" name="Rectángulo 204">
            <a:extLst>
              <a:ext uri="{FF2B5EF4-FFF2-40B4-BE49-F238E27FC236}">
                <a16:creationId xmlns:a16="http://schemas.microsoft.com/office/drawing/2014/main" id="{F016D6FF-B55A-D55D-5B5F-8FB6D26A4CCD}"/>
              </a:ext>
            </a:extLst>
          </p:cNvPr>
          <p:cNvSpPr/>
          <p:nvPr/>
        </p:nvSpPr>
        <p:spPr>
          <a:xfrm>
            <a:off x="3193977" y="9010390"/>
            <a:ext cx="2150657" cy="5675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EAEA8E22-9C03-476E-82C2-CDFF9188E3B1}"/>
              </a:ext>
            </a:extLst>
          </p:cNvPr>
          <p:cNvSpPr/>
          <p:nvPr/>
        </p:nvSpPr>
        <p:spPr>
          <a:xfrm>
            <a:off x="1578155" y="7792453"/>
            <a:ext cx="1373425" cy="463094"/>
          </a:xfrm>
          <a:prstGeom prst="rightArrow">
            <a:avLst/>
          </a:prstGeom>
          <a:solidFill>
            <a:srgbClr val="FF00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0" name="TextBox 14">
            <a:extLst>
              <a:ext uri="{FF2B5EF4-FFF2-40B4-BE49-F238E27FC236}">
                <a16:creationId xmlns:a16="http://schemas.microsoft.com/office/drawing/2014/main" id="{3F23A20E-0363-3002-5908-5BF49C864FEF}"/>
              </a:ext>
            </a:extLst>
          </p:cNvPr>
          <p:cNvSpPr txBox="1"/>
          <p:nvPr/>
        </p:nvSpPr>
        <p:spPr>
          <a:xfrm>
            <a:off x="8547942" y="7599039"/>
            <a:ext cx="8489575" cy="12094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717"/>
              </a:lnSpc>
            </a:pPr>
            <a:r>
              <a:rPr lang="en-US" sz="6000" b="1" dirty="0">
                <a:solidFill>
                  <a:srgbClr val="F15226"/>
                </a:solidFill>
                <a:latin typeface="Lato Bold"/>
                <a:ea typeface="Lato Bold"/>
                <a:cs typeface="Lato Bold"/>
                <a:sym typeface="Lato Bold"/>
              </a:rPr>
              <a:t>IMPORTANTE</a:t>
            </a:r>
          </a:p>
        </p:txBody>
      </p:sp>
      <p:sp>
        <p:nvSpPr>
          <p:cNvPr id="32" name="TextBox 35">
            <a:extLst>
              <a:ext uri="{FF2B5EF4-FFF2-40B4-BE49-F238E27FC236}">
                <a16:creationId xmlns:a16="http://schemas.microsoft.com/office/drawing/2014/main" id="{4A9DE849-2E11-7FEE-A1D7-459A2B42BA44}"/>
              </a:ext>
            </a:extLst>
          </p:cNvPr>
          <p:cNvSpPr txBox="1"/>
          <p:nvPr/>
        </p:nvSpPr>
        <p:spPr>
          <a:xfrm>
            <a:off x="7894400" y="8708444"/>
            <a:ext cx="10572704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/>
            <a:r>
              <a:rPr lang="en-US" sz="2400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Saber </a:t>
            </a:r>
            <a:r>
              <a:rPr lang="en-US" sz="2400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dónde</a:t>
            </a:r>
            <a:r>
              <a:rPr lang="en-US" sz="2400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estamos</a:t>
            </a:r>
            <a:r>
              <a:rPr lang="en-US" sz="2400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ubicados</a:t>
            </a:r>
            <a:r>
              <a:rPr lang="en-US" sz="2400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y </a:t>
            </a:r>
            <a:r>
              <a:rPr lang="en-US" sz="2400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qué</a:t>
            </a:r>
            <a:r>
              <a:rPr lang="en-US" sz="2400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archivos</a:t>
            </a:r>
            <a:r>
              <a:rPr lang="en-US" sz="2400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queremos</a:t>
            </a:r>
            <a:r>
              <a:rPr lang="en-US" sz="2400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empaquetar</a:t>
            </a:r>
            <a:r>
              <a:rPr lang="en-US" sz="2400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porque</a:t>
            </a:r>
            <a:r>
              <a:rPr lang="en-US" sz="2400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podemos</a:t>
            </a:r>
            <a:r>
              <a:rPr lang="en-US" sz="2400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agregar</a:t>
            </a:r>
            <a:r>
              <a:rPr lang="en-US" sz="2400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archivos</a:t>
            </a:r>
            <a:r>
              <a:rPr lang="en-US" sz="2400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/</a:t>
            </a:r>
            <a:r>
              <a:rPr lang="en-US" sz="2400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modificaciones</a:t>
            </a:r>
            <a:r>
              <a:rPr lang="en-US" sz="2400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que</a:t>
            </a:r>
            <a:r>
              <a:rPr lang="en-US" sz="2400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no </a:t>
            </a:r>
            <a:r>
              <a:rPr lang="en-US" sz="2400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queremos</a:t>
            </a:r>
            <a:r>
              <a:rPr lang="en-US" sz="2400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sp>
        <p:nvSpPr>
          <p:cNvPr id="33" name="TextBox 68">
            <a:extLst>
              <a:ext uri="{FF2B5EF4-FFF2-40B4-BE49-F238E27FC236}">
                <a16:creationId xmlns:a16="http://schemas.microsoft.com/office/drawing/2014/main" id="{0C51EA27-848C-0193-4316-2C17676F9E1D}"/>
              </a:ext>
            </a:extLst>
          </p:cNvPr>
          <p:cNvSpPr txBox="1"/>
          <p:nvPr/>
        </p:nvSpPr>
        <p:spPr>
          <a:xfrm>
            <a:off x="10903450" y="5525379"/>
            <a:ext cx="1342829" cy="4131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359"/>
              </a:lnSpc>
            </a:pPr>
            <a:r>
              <a:rPr lang="en-US" sz="2400" spc="-6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deleted:</a:t>
            </a:r>
          </a:p>
        </p:txBody>
      </p:sp>
      <p:sp>
        <p:nvSpPr>
          <p:cNvPr id="34" name="TextBox 68">
            <a:extLst>
              <a:ext uri="{FF2B5EF4-FFF2-40B4-BE49-F238E27FC236}">
                <a16:creationId xmlns:a16="http://schemas.microsoft.com/office/drawing/2014/main" id="{92C57898-958A-5AF9-0584-7B26830651F3}"/>
              </a:ext>
            </a:extLst>
          </p:cNvPr>
          <p:cNvSpPr txBox="1"/>
          <p:nvPr/>
        </p:nvSpPr>
        <p:spPr>
          <a:xfrm>
            <a:off x="10903449" y="6640959"/>
            <a:ext cx="1342829" cy="4131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359"/>
              </a:lnSpc>
            </a:pPr>
            <a:r>
              <a:rPr lang="en-US" sz="2400" spc="-6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added:</a:t>
            </a:r>
          </a:p>
        </p:txBody>
      </p:sp>
    </p:spTree>
    <p:extLst>
      <p:ext uri="{BB962C8B-B14F-4D97-AF65-F5344CB8AC3E}">
        <p14:creationId xmlns:p14="http://schemas.microsoft.com/office/powerpoint/2010/main" val="26567722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2222E-6 1.7284E-6 L -0.06701 -0.41312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351" y="-2066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6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86111E-6 0.02592 L 0.47127 -0.0551 " pathEditMode="relative" rAng="0" ptsTypes="AA">
                                      <p:cBhvr>
                                        <p:cTn id="23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559" y="-4059"/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6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889E-6 -3.45679E-6 L 0.47378 -0.03657 " pathEditMode="relative" rAng="0" ptsTypes="AA">
                                      <p:cBhvr>
                                        <p:cTn id="25" dur="2000" fill="hold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689" y="-1836"/>
                                    </p:animMotion>
                                  </p:childTnLst>
                                </p:cTn>
                              </p:par>
                              <p:par>
                                <p:cTn id="26" presetID="56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408 0.01281 L 0.47387 -0.23626 " pathEditMode="relative" rAng="0" ptsTypes="AA">
                                      <p:cBhvr>
                                        <p:cTn id="27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490" y="-1245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6" grpId="0" build="allAtOnce"/>
      <p:bldP spid="15" grpId="0" animBg="1"/>
      <p:bldP spid="30" grpId="0"/>
      <p:bldP spid="32" grpId="0"/>
      <p:bldP spid="33" grpId="0"/>
      <p:bldP spid="34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B51F6B-21BB-D2D1-E857-7D7FBF8EC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9B17536-73DB-474E-6D44-38783BEDEA33}"/>
              </a:ext>
            </a:extLst>
          </p:cNvPr>
          <p:cNvSpPr/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18" name="Grupo 117">
            <a:extLst>
              <a:ext uri="{FF2B5EF4-FFF2-40B4-BE49-F238E27FC236}">
                <a16:creationId xmlns:a16="http://schemas.microsoft.com/office/drawing/2014/main" id="{55D36F6E-61A3-2259-883E-3A26D553B800}"/>
              </a:ext>
            </a:extLst>
          </p:cNvPr>
          <p:cNvGrpSpPr/>
          <p:nvPr/>
        </p:nvGrpSpPr>
        <p:grpSpPr>
          <a:xfrm>
            <a:off x="12194536" y="1143738"/>
            <a:ext cx="4569009" cy="2403585"/>
            <a:chOff x="683894" y="4389234"/>
            <a:chExt cx="5183506" cy="3333626"/>
          </a:xfrm>
        </p:grpSpPr>
        <p:grpSp>
          <p:nvGrpSpPr>
            <p:cNvPr id="119" name="Group 13">
              <a:extLst>
                <a:ext uri="{FF2B5EF4-FFF2-40B4-BE49-F238E27FC236}">
                  <a16:creationId xmlns:a16="http://schemas.microsoft.com/office/drawing/2014/main" id="{7DB6D488-9D78-A59B-EADD-D4A52EB15A90}"/>
                </a:ext>
              </a:extLst>
            </p:cNvPr>
            <p:cNvGrpSpPr/>
            <p:nvPr/>
          </p:nvGrpSpPr>
          <p:grpSpPr>
            <a:xfrm>
              <a:off x="683894" y="4389234"/>
              <a:ext cx="5183506" cy="3333626"/>
              <a:chOff x="0" y="0"/>
              <a:chExt cx="1351154" cy="731404"/>
            </a:xfrm>
          </p:grpSpPr>
          <p:sp>
            <p:nvSpPr>
              <p:cNvPr id="121" name="Freeform 14">
                <a:extLst>
                  <a:ext uri="{FF2B5EF4-FFF2-40B4-BE49-F238E27FC236}">
                    <a16:creationId xmlns:a16="http://schemas.microsoft.com/office/drawing/2014/main" id="{57E201C4-A377-66DC-61A6-AA6BA99BFB33}"/>
                  </a:ext>
                </a:extLst>
              </p:cNvPr>
              <p:cNvSpPr/>
              <p:nvPr/>
            </p:nvSpPr>
            <p:spPr>
              <a:xfrm>
                <a:off x="0" y="0"/>
                <a:ext cx="1351154" cy="731404"/>
              </a:xfrm>
              <a:custGeom>
                <a:avLst/>
                <a:gdLst/>
                <a:ahLst/>
                <a:cxnLst/>
                <a:rect l="l" t="t" r="r" b="b"/>
                <a:pathLst>
                  <a:path w="1351154" h="731404">
                    <a:moveTo>
                      <a:pt x="23027" y="0"/>
                    </a:moveTo>
                    <a:lnTo>
                      <a:pt x="1328127" y="0"/>
                    </a:lnTo>
                    <a:cubicBezTo>
                      <a:pt x="1340845" y="0"/>
                      <a:pt x="1351154" y="10310"/>
                      <a:pt x="1351154" y="23027"/>
                    </a:cubicBezTo>
                    <a:lnTo>
                      <a:pt x="1351154" y="708377"/>
                    </a:lnTo>
                    <a:cubicBezTo>
                      <a:pt x="1351154" y="721094"/>
                      <a:pt x="1340845" y="731404"/>
                      <a:pt x="1328127" y="731404"/>
                    </a:cubicBezTo>
                    <a:lnTo>
                      <a:pt x="23027" y="731404"/>
                    </a:lnTo>
                    <a:cubicBezTo>
                      <a:pt x="10310" y="731404"/>
                      <a:pt x="0" y="721094"/>
                      <a:pt x="0" y="708377"/>
                    </a:cubicBezTo>
                    <a:lnTo>
                      <a:pt x="0" y="23027"/>
                    </a:lnTo>
                    <a:cubicBezTo>
                      <a:pt x="0" y="10310"/>
                      <a:pt x="10310" y="0"/>
                      <a:pt x="23027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38100" cap="rnd">
                <a:solidFill>
                  <a:srgbClr val="B4B4B4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122" name="TextBox 15">
                <a:extLst>
                  <a:ext uri="{FF2B5EF4-FFF2-40B4-BE49-F238E27FC236}">
                    <a16:creationId xmlns:a16="http://schemas.microsoft.com/office/drawing/2014/main" id="{2BCD6E0F-0E4C-C88F-2889-40CCC8D88D8A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1154" cy="75045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sp>
          <p:nvSpPr>
            <p:cNvPr id="120" name="TextBox 16">
              <a:extLst>
                <a:ext uri="{FF2B5EF4-FFF2-40B4-BE49-F238E27FC236}">
                  <a16:creationId xmlns:a16="http://schemas.microsoft.com/office/drawing/2014/main" id="{53218A7A-B69C-D4D6-A1D3-9B7CD1A02CE3}"/>
                </a:ext>
              </a:extLst>
            </p:cNvPr>
            <p:cNvSpPr txBox="1"/>
            <p:nvPr/>
          </p:nvSpPr>
          <p:spPr>
            <a:xfrm>
              <a:off x="869605" y="4490295"/>
              <a:ext cx="4769193" cy="54765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1" indent="0" algn="ctr">
                <a:lnSpc>
                  <a:spcPts val="4479"/>
                </a:lnSpc>
              </a:pPr>
              <a:r>
                <a:rPr lang="en-US" sz="3199" b="1" spc="-86" dirty="0" err="1">
                  <a:solidFill>
                    <a:srgbClr val="FF3131"/>
                  </a:solidFill>
                  <a:latin typeface="Poppins"/>
                  <a:ea typeface="Poppins"/>
                  <a:cs typeface="Poppins"/>
                  <a:sym typeface="Poppins"/>
                </a:rPr>
                <a:t>Modificado</a:t>
              </a:r>
              <a:endParaRPr lang="en-US" sz="3199" b="1" spc="-86" dirty="0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" name="Group 3">
            <a:extLst>
              <a:ext uri="{FF2B5EF4-FFF2-40B4-BE49-F238E27FC236}">
                <a16:creationId xmlns:a16="http://schemas.microsoft.com/office/drawing/2014/main" id="{45F813AF-32D1-492F-01C1-505EBD37B7CB}"/>
              </a:ext>
            </a:extLst>
          </p:cNvPr>
          <p:cNvGrpSpPr/>
          <p:nvPr/>
        </p:nvGrpSpPr>
        <p:grpSpPr>
          <a:xfrm>
            <a:off x="-698849" y="9575651"/>
            <a:ext cx="19685699" cy="2666805"/>
            <a:chOff x="0" y="0"/>
            <a:chExt cx="5184711" cy="702368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40131775-10DC-754D-AA2F-4D3654641881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14DD2422-9A1E-10BB-148D-61A87F58E1C5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0C1BCCA6-EBFB-35AC-A6E8-CBB18CFA414B}"/>
              </a:ext>
            </a:extLst>
          </p:cNvPr>
          <p:cNvSpPr/>
          <p:nvPr/>
        </p:nvSpPr>
        <p:spPr>
          <a:xfrm>
            <a:off x="15872392" y="2091327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DAE1D6B5-E635-5D45-24E1-79B50D67E19F}"/>
              </a:ext>
            </a:extLst>
          </p:cNvPr>
          <p:cNvSpPr/>
          <p:nvPr/>
        </p:nvSpPr>
        <p:spPr>
          <a:xfrm>
            <a:off x="16901092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8B35D2FC-5BAB-3EED-F7B0-05D9A7D20054}"/>
              </a:ext>
            </a:extLst>
          </p:cNvPr>
          <p:cNvSpPr/>
          <p:nvPr/>
        </p:nvSpPr>
        <p:spPr>
          <a:xfrm flipH="1">
            <a:off x="-1389129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4207E64B-5C82-DCEB-64C9-0761D8DEE46B}"/>
              </a:ext>
            </a:extLst>
          </p:cNvPr>
          <p:cNvSpPr/>
          <p:nvPr/>
        </p:nvSpPr>
        <p:spPr>
          <a:xfrm flipH="1">
            <a:off x="-360429" y="2459791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7" name="Group 17">
            <a:extLst>
              <a:ext uri="{FF2B5EF4-FFF2-40B4-BE49-F238E27FC236}">
                <a16:creationId xmlns:a16="http://schemas.microsoft.com/office/drawing/2014/main" id="{F52E1B15-3621-DD97-AA38-101E9D46AEA0}"/>
              </a:ext>
            </a:extLst>
          </p:cNvPr>
          <p:cNvGrpSpPr/>
          <p:nvPr/>
        </p:nvGrpSpPr>
        <p:grpSpPr>
          <a:xfrm>
            <a:off x="-698849" y="-1923855"/>
            <a:ext cx="19685699" cy="2666805"/>
            <a:chOff x="0" y="0"/>
            <a:chExt cx="5184711" cy="702368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57294C5B-CF1C-0FBE-ECE0-09AF6F9E8E93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09477B76-AE90-A426-8EA0-365744B57244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grpSp>
        <p:nvGrpSpPr>
          <p:cNvPr id="113" name="Group 52">
            <a:extLst>
              <a:ext uri="{FF2B5EF4-FFF2-40B4-BE49-F238E27FC236}">
                <a16:creationId xmlns:a16="http://schemas.microsoft.com/office/drawing/2014/main" id="{1F67847E-98D7-0341-49CF-EDE8A4DBFBEA}"/>
              </a:ext>
            </a:extLst>
          </p:cNvPr>
          <p:cNvGrpSpPr/>
          <p:nvPr/>
        </p:nvGrpSpPr>
        <p:grpSpPr>
          <a:xfrm>
            <a:off x="1188019" y="8172420"/>
            <a:ext cx="9320543" cy="960554"/>
            <a:chOff x="0" y="0"/>
            <a:chExt cx="2441105" cy="197645"/>
          </a:xfrm>
        </p:grpSpPr>
        <p:sp>
          <p:nvSpPr>
            <p:cNvPr id="116" name="Freeform 53">
              <a:extLst>
                <a:ext uri="{FF2B5EF4-FFF2-40B4-BE49-F238E27FC236}">
                  <a16:creationId xmlns:a16="http://schemas.microsoft.com/office/drawing/2014/main" id="{5F139C48-3F07-977C-992B-0B37C651212A}"/>
                </a:ext>
              </a:extLst>
            </p:cNvPr>
            <p:cNvSpPr/>
            <p:nvPr/>
          </p:nvSpPr>
          <p:spPr>
            <a:xfrm>
              <a:off x="0" y="0"/>
              <a:ext cx="2441105" cy="197645"/>
            </a:xfrm>
            <a:custGeom>
              <a:avLst/>
              <a:gdLst/>
              <a:ahLst/>
              <a:cxnLst/>
              <a:rect l="l" t="t" r="r" b="b"/>
              <a:pathLst>
                <a:path w="2441105" h="197645">
                  <a:moveTo>
                    <a:pt x="12745" y="0"/>
                  </a:moveTo>
                  <a:lnTo>
                    <a:pt x="2428360" y="0"/>
                  </a:lnTo>
                  <a:cubicBezTo>
                    <a:pt x="2431740" y="0"/>
                    <a:pt x="2434982" y="1343"/>
                    <a:pt x="2437372" y="3733"/>
                  </a:cubicBezTo>
                  <a:cubicBezTo>
                    <a:pt x="2439763" y="6123"/>
                    <a:pt x="2441105" y="9365"/>
                    <a:pt x="2441105" y="12745"/>
                  </a:cubicBezTo>
                  <a:lnTo>
                    <a:pt x="2441105" y="184899"/>
                  </a:lnTo>
                  <a:cubicBezTo>
                    <a:pt x="2441105" y="188280"/>
                    <a:pt x="2439763" y="191522"/>
                    <a:pt x="2437372" y="193912"/>
                  </a:cubicBezTo>
                  <a:cubicBezTo>
                    <a:pt x="2434982" y="196302"/>
                    <a:pt x="2431740" y="197645"/>
                    <a:pt x="2428360" y="197645"/>
                  </a:cubicBezTo>
                  <a:lnTo>
                    <a:pt x="12745" y="197645"/>
                  </a:lnTo>
                  <a:cubicBezTo>
                    <a:pt x="9365" y="197645"/>
                    <a:pt x="6123" y="196302"/>
                    <a:pt x="3733" y="193912"/>
                  </a:cubicBezTo>
                  <a:cubicBezTo>
                    <a:pt x="1343" y="191522"/>
                    <a:pt x="0" y="188280"/>
                    <a:pt x="0" y="184899"/>
                  </a:cubicBezTo>
                  <a:lnTo>
                    <a:pt x="0" y="12745"/>
                  </a:lnTo>
                  <a:cubicBezTo>
                    <a:pt x="0" y="9365"/>
                    <a:pt x="1343" y="6123"/>
                    <a:pt x="3733" y="3733"/>
                  </a:cubicBezTo>
                  <a:cubicBezTo>
                    <a:pt x="6123" y="1343"/>
                    <a:pt x="9365" y="0"/>
                    <a:pt x="12745" y="0"/>
                  </a:cubicBezTo>
                  <a:close/>
                </a:path>
              </a:pathLst>
            </a:custGeom>
            <a:solidFill>
              <a:srgbClr val="0F0E0E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17" name="TextBox 54">
              <a:extLst>
                <a:ext uri="{FF2B5EF4-FFF2-40B4-BE49-F238E27FC236}">
                  <a16:creationId xmlns:a16="http://schemas.microsoft.com/office/drawing/2014/main" id="{5EE449AE-9703-F43C-18CB-F58BC4006AFE}"/>
                </a:ext>
              </a:extLst>
            </p:cNvPr>
            <p:cNvSpPr txBox="1"/>
            <p:nvPr/>
          </p:nvSpPr>
          <p:spPr>
            <a:xfrm>
              <a:off x="0" y="-19050"/>
              <a:ext cx="2441105" cy="2166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114" name="TextBox 55">
            <a:extLst>
              <a:ext uri="{FF2B5EF4-FFF2-40B4-BE49-F238E27FC236}">
                <a16:creationId xmlns:a16="http://schemas.microsoft.com/office/drawing/2014/main" id="{090D7397-9FDB-A463-5E6D-0B8C0E1BEC79}"/>
              </a:ext>
            </a:extLst>
          </p:cNvPr>
          <p:cNvSpPr txBox="1"/>
          <p:nvPr/>
        </p:nvSpPr>
        <p:spPr>
          <a:xfrm>
            <a:off x="2153407" y="8317543"/>
            <a:ext cx="6460211" cy="504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4199"/>
              </a:lnSpc>
            </a:pPr>
            <a:endParaRPr/>
          </a:p>
        </p:txBody>
      </p:sp>
      <p:sp>
        <p:nvSpPr>
          <p:cNvPr id="115" name="TextBox 56">
            <a:extLst>
              <a:ext uri="{FF2B5EF4-FFF2-40B4-BE49-F238E27FC236}">
                <a16:creationId xmlns:a16="http://schemas.microsoft.com/office/drawing/2014/main" id="{22D0D586-80FA-00CE-0CDC-2B0E53876D2D}"/>
              </a:ext>
            </a:extLst>
          </p:cNvPr>
          <p:cNvSpPr txBox="1"/>
          <p:nvPr/>
        </p:nvSpPr>
        <p:spPr>
          <a:xfrm>
            <a:off x="1422289" y="8423597"/>
            <a:ext cx="8852003" cy="413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359"/>
              </a:lnSpc>
            </a:pPr>
            <a:r>
              <a:rPr lang="en-US" sz="2400" spc="-6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&gt; git add .</a:t>
            </a:r>
            <a:endParaRPr lang="en-US" sz="2400" spc="-64" dirty="0">
              <a:solidFill>
                <a:srgbClr val="D9D9D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23" name="Grupo 122">
            <a:extLst>
              <a:ext uri="{FF2B5EF4-FFF2-40B4-BE49-F238E27FC236}">
                <a16:creationId xmlns:a16="http://schemas.microsoft.com/office/drawing/2014/main" id="{6B1E8240-AEA6-A9A8-3A36-04A396F98EB9}"/>
              </a:ext>
            </a:extLst>
          </p:cNvPr>
          <p:cNvGrpSpPr/>
          <p:nvPr/>
        </p:nvGrpSpPr>
        <p:grpSpPr>
          <a:xfrm>
            <a:off x="12194536" y="4015151"/>
            <a:ext cx="4569009" cy="2403585"/>
            <a:chOff x="6337647" y="4389234"/>
            <a:chExt cx="5183506" cy="3333626"/>
          </a:xfrm>
        </p:grpSpPr>
        <p:grpSp>
          <p:nvGrpSpPr>
            <p:cNvPr id="124" name="Group 13">
              <a:extLst>
                <a:ext uri="{FF2B5EF4-FFF2-40B4-BE49-F238E27FC236}">
                  <a16:creationId xmlns:a16="http://schemas.microsoft.com/office/drawing/2014/main" id="{F29D15CB-F069-20A2-51D9-BE83FD7E9EF3}"/>
                </a:ext>
              </a:extLst>
            </p:cNvPr>
            <p:cNvGrpSpPr/>
            <p:nvPr/>
          </p:nvGrpSpPr>
          <p:grpSpPr>
            <a:xfrm>
              <a:off x="6337647" y="4389234"/>
              <a:ext cx="5183506" cy="3333626"/>
              <a:chOff x="0" y="0"/>
              <a:chExt cx="1351154" cy="731404"/>
            </a:xfrm>
          </p:grpSpPr>
          <p:sp>
            <p:nvSpPr>
              <p:cNvPr id="126" name="Freeform 14">
                <a:extLst>
                  <a:ext uri="{FF2B5EF4-FFF2-40B4-BE49-F238E27FC236}">
                    <a16:creationId xmlns:a16="http://schemas.microsoft.com/office/drawing/2014/main" id="{1B6C2E1C-41B5-C010-5038-E640E4B94EE7}"/>
                  </a:ext>
                </a:extLst>
              </p:cNvPr>
              <p:cNvSpPr/>
              <p:nvPr/>
            </p:nvSpPr>
            <p:spPr>
              <a:xfrm>
                <a:off x="0" y="0"/>
                <a:ext cx="1351154" cy="731404"/>
              </a:xfrm>
              <a:custGeom>
                <a:avLst/>
                <a:gdLst/>
                <a:ahLst/>
                <a:cxnLst/>
                <a:rect l="l" t="t" r="r" b="b"/>
                <a:pathLst>
                  <a:path w="1351154" h="731404">
                    <a:moveTo>
                      <a:pt x="23027" y="0"/>
                    </a:moveTo>
                    <a:lnTo>
                      <a:pt x="1328127" y="0"/>
                    </a:lnTo>
                    <a:cubicBezTo>
                      <a:pt x="1340845" y="0"/>
                      <a:pt x="1351154" y="10310"/>
                      <a:pt x="1351154" y="23027"/>
                    </a:cubicBezTo>
                    <a:lnTo>
                      <a:pt x="1351154" y="708377"/>
                    </a:lnTo>
                    <a:cubicBezTo>
                      <a:pt x="1351154" y="721094"/>
                      <a:pt x="1340845" y="731404"/>
                      <a:pt x="1328127" y="731404"/>
                    </a:cubicBezTo>
                    <a:lnTo>
                      <a:pt x="23027" y="731404"/>
                    </a:lnTo>
                    <a:cubicBezTo>
                      <a:pt x="10310" y="731404"/>
                      <a:pt x="0" y="721094"/>
                      <a:pt x="0" y="708377"/>
                    </a:cubicBezTo>
                    <a:lnTo>
                      <a:pt x="0" y="23027"/>
                    </a:lnTo>
                    <a:cubicBezTo>
                      <a:pt x="0" y="10310"/>
                      <a:pt x="10310" y="0"/>
                      <a:pt x="23027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38100" cap="rnd">
                <a:solidFill>
                  <a:srgbClr val="B4B4B4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127" name="TextBox 15">
                <a:extLst>
                  <a:ext uri="{FF2B5EF4-FFF2-40B4-BE49-F238E27FC236}">
                    <a16:creationId xmlns:a16="http://schemas.microsoft.com/office/drawing/2014/main" id="{7B80FDD4-DBEE-E8A9-556A-A94368444CE0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1154" cy="75045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sp>
          <p:nvSpPr>
            <p:cNvPr id="125" name="TextBox 16">
              <a:extLst>
                <a:ext uri="{FF2B5EF4-FFF2-40B4-BE49-F238E27FC236}">
                  <a16:creationId xmlns:a16="http://schemas.microsoft.com/office/drawing/2014/main" id="{827202A1-6638-5F5D-0FCA-7DBE2F1823C1}"/>
                </a:ext>
              </a:extLst>
            </p:cNvPr>
            <p:cNvSpPr txBox="1"/>
            <p:nvPr/>
          </p:nvSpPr>
          <p:spPr>
            <a:xfrm>
              <a:off x="6523358" y="4490295"/>
              <a:ext cx="4769193" cy="54765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1" indent="0" algn="ctr">
                <a:lnSpc>
                  <a:spcPts val="4479"/>
                </a:lnSpc>
              </a:pPr>
              <a:r>
                <a:rPr lang="en-US" sz="3199" b="1" spc="-86" dirty="0" err="1">
                  <a:solidFill>
                    <a:srgbClr val="00B050"/>
                  </a:solidFill>
                  <a:latin typeface="Poppins"/>
                  <a:ea typeface="Poppins"/>
                  <a:cs typeface="Poppins"/>
                  <a:sym typeface="Poppins"/>
                </a:rPr>
                <a:t>Preparado</a:t>
              </a:r>
              <a:endParaRPr lang="en-US" sz="3199" b="1" spc="-86" dirty="0">
                <a:solidFill>
                  <a:srgbClr val="00B05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28" name="Grupo 127">
            <a:extLst>
              <a:ext uri="{FF2B5EF4-FFF2-40B4-BE49-F238E27FC236}">
                <a16:creationId xmlns:a16="http://schemas.microsoft.com/office/drawing/2014/main" id="{3BAF3FA2-9692-A851-DCC8-3B07EF1A5030}"/>
              </a:ext>
            </a:extLst>
          </p:cNvPr>
          <p:cNvGrpSpPr/>
          <p:nvPr/>
        </p:nvGrpSpPr>
        <p:grpSpPr>
          <a:xfrm>
            <a:off x="12194536" y="6729389"/>
            <a:ext cx="4569009" cy="2403585"/>
            <a:chOff x="6337647" y="4389234"/>
            <a:chExt cx="5183506" cy="3333626"/>
          </a:xfrm>
        </p:grpSpPr>
        <p:grpSp>
          <p:nvGrpSpPr>
            <p:cNvPr id="129" name="Group 13">
              <a:extLst>
                <a:ext uri="{FF2B5EF4-FFF2-40B4-BE49-F238E27FC236}">
                  <a16:creationId xmlns:a16="http://schemas.microsoft.com/office/drawing/2014/main" id="{B3BD6633-65EE-72D8-AFFE-3BF8BBCB1C34}"/>
                </a:ext>
              </a:extLst>
            </p:cNvPr>
            <p:cNvGrpSpPr/>
            <p:nvPr/>
          </p:nvGrpSpPr>
          <p:grpSpPr>
            <a:xfrm>
              <a:off x="6337647" y="4389234"/>
              <a:ext cx="5183506" cy="3333626"/>
              <a:chOff x="0" y="0"/>
              <a:chExt cx="1351154" cy="731404"/>
            </a:xfrm>
          </p:grpSpPr>
          <p:sp>
            <p:nvSpPr>
              <p:cNvPr id="131" name="Freeform 14">
                <a:extLst>
                  <a:ext uri="{FF2B5EF4-FFF2-40B4-BE49-F238E27FC236}">
                    <a16:creationId xmlns:a16="http://schemas.microsoft.com/office/drawing/2014/main" id="{60917527-7E1D-A6C1-23CC-2350E1AD1FF3}"/>
                  </a:ext>
                </a:extLst>
              </p:cNvPr>
              <p:cNvSpPr/>
              <p:nvPr/>
            </p:nvSpPr>
            <p:spPr>
              <a:xfrm>
                <a:off x="0" y="0"/>
                <a:ext cx="1351154" cy="731404"/>
              </a:xfrm>
              <a:custGeom>
                <a:avLst/>
                <a:gdLst/>
                <a:ahLst/>
                <a:cxnLst/>
                <a:rect l="l" t="t" r="r" b="b"/>
                <a:pathLst>
                  <a:path w="1351154" h="731404">
                    <a:moveTo>
                      <a:pt x="23027" y="0"/>
                    </a:moveTo>
                    <a:lnTo>
                      <a:pt x="1328127" y="0"/>
                    </a:lnTo>
                    <a:cubicBezTo>
                      <a:pt x="1340845" y="0"/>
                      <a:pt x="1351154" y="10310"/>
                      <a:pt x="1351154" y="23027"/>
                    </a:cubicBezTo>
                    <a:lnTo>
                      <a:pt x="1351154" y="708377"/>
                    </a:lnTo>
                    <a:cubicBezTo>
                      <a:pt x="1351154" y="721094"/>
                      <a:pt x="1340845" y="731404"/>
                      <a:pt x="1328127" y="731404"/>
                    </a:cubicBezTo>
                    <a:lnTo>
                      <a:pt x="23027" y="731404"/>
                    </a:lnTo>
                    <a:cubicBezTo>
                      <a:pt x="10310" y="731404"/>
                      <a:pt x="0" y="721094"/>
                      <a:pt x="0" y="708377"/>
                    </a:cubicBezTo>
                    <a:lnTo>
                      <a:pt x="0" y="23027"/>
                    </a:lnTo>
                    <a:cubicBezTo>
                      <a:pt x="0" y="10310"/>
                      <a:pt x="10310" y="0"/>
                      <a:pt x="23027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38100" cap="rnd">
                <a:solidFill>
                  <a:srgbClr val="B4B4B4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132" name="TextBox 15">
                <a:extLst>
                  <a:ext uri="{FF2B5EF4-FFF2-40B4-BE49-F238E27FC236}">
                    <a16:creationId xmlns:a16="http://schemas.microsoft.com/office/drawing/2014/main" id="{4B7E13B5-1853-F93C-BAD3-CB2496B44EF6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1154" cy="75045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sp>
          <p:nvSpPr>
            <p:cNvPr id="130" name="TextBox 16">
              <a:extLst>
                <a:ext uri="{FF2B5EF4-FFF2-40B4-BE49-F238E27FC236}">
                  <a16:creationId xmlns:a16="http://schemas.microsoft.com/office/drawing/2014/main" id="{14C8FD0C-B7E7-C890-0BAB-6BE3FA56CB46}"/>
                </a:ext>
              </a:extLst>
            </p:cNvPr>
            <p:cNvSpPr txBox="1"/>
            <p:nvPr/>
          </p:nvSpPr>
          <p:spPr>
            <a:xfrm>
              <a:off x="6523358" y="4490295"/>
              <a:ext cx="4769193" cy="54765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1" indent="0" algn="ctr">
                <a:lnSpc>
                  <a:spcPts val="4479"/>
                </a:lnSpc>
              </a:pPr>
              <a:r>
                <a:rPr lang="en-US" sz="3199" b="1" spc="-86" dirty="0">
                  <a:solidFill>
                    <a:schemeClr val="bg1"/>
                  </a:solidFill>
                  <a:latin typeface="Poppins"/>
                  <a:ea typeface="Poppins"/>
                  <a:cs typeface="Poppins"/>
                  <a:sym typeface="Poppins"/>
                </a:rPr>
                <a:t>Guardado</a:t>
              </a:r>
            </a:p>
          </p:txBody>
        </p:sp>
      </p:grpSp>
      <p:sp>
        <p:nvSpPr>
          <p:cNvPr id="149" name="TextBox 68">
            <a:extLst>
              <a:ext uri="{FF2B5EF4-FFF2-40B4-BE49-F238E27FC236}">
                <a16:creationId xmlns:a16="http://schemas.microsoft.com/office/drawing/2014/main" id="{B509BAB3-9E5D-AEB5-9438-A9BCA943EF34}"/>
              </a:ext>
            </a:extLst>
          </p:cNvPr>
          <p:cNvSpPr txBox="1"/>
          <p:nvPr/>
        </p:nvSpPr>
        <p:spPr>
          <a:xfrm>
            <a:off x="12496799" y="1884732"/>
            <a:ext cx="1342829" cy="4131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359"/>
              </a:lnSpc>
            </a:pPr>
            <a:r>
              <a:rPr lang="en-US" sz="2400" spc="-6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deleted:</a:t>
            </a:r>
          </a:p>
        </p:txBody>
      </p:sp>
      <p:sp>
        <p:nvSpPr>
          <p:cNvPr id="151" name="TextBox 68">
            <a:extLst>
              <a:ext uri="{FF2B5EF4-FFF2-40B4-BE49-F238E27FC236}">
                <a16:creationId xmlns:a16="http://schemas.microsoft.com/office/drawing/2014/main" id="{41998ABE-15B2-109A-120E-ADD4A8404A34}"/>
              </a:ext>
            </a:extLst>
          </p:cNvPr>
          <p:cNvSpPr txBox="1"/>
          <p:nvPr/>
        </p:nvSpPr>
        <p:spPr>
          <a:xfrm>
            <a:off x="12496798" y="3042099"/>
            <a:ext cx="1342829" cy="4131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359"/>
              </a:lnSpc>
            </a:pPr>
            <a:r>
              <a:rPr lang="en-US" sz="2400" spc="-6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added:</a:t>
            </a:r>
          </a:p>
        </p:txBody>
      </p:sp>
      <p:sp>
        <p:nvSpPr>
          <p:cNvPr id="205" name="TextBox 22">
            <a:extLst>
              <a:ext uri="{FF2B5EF4-FFF2-40B4-BE49-F238E27FC236}">
                <a16:creationId xmlns:a16="http://schemas.microsoft.com/office/drawing/2014/main" id="{39D3CA87-DDD4-79F1-FE79-99A549675E80}"/>
              </a:ext>
            </a:extLst>
          </p:cNvPr>
          <p:cNvSpPr txBox="1"/>
          <p:nvPr/>
        </p:nvSpPr>
        <p:spPr>
          <a:xfrm>
            <a:off x="2083536" y="4512898"/>
            <a:ext cx="3612844" cy="254548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1874"/>
              </a:lnSpc>
            </a:pPr>
            <a:endParaRPr/>
          </a:p>
        </p:txBody>
      </p:sp>
      <p:grpSp>
        <p:nvGrpSpPr>
          <p:cNvPr id="206" name="Group 36">
            <a:extLst>
              <a:ext uri="{FF2B5EF4-FFF2-40B4-BE49-F238E27FC236}">
                <a16:creationId xmlns:a16="http://schemas.microsoft.com/office/drawing/2014/main" id="{EC6B21F1-F806-EFB4-FF62-4659612665B1}"/>
              </a:ext>
            </a:extLst>
          </p:cNvPr>
          <p:cNvGrpSpPr/>
          <p:nvPr/>
        </p:nvGrpSpPr>
        <p:grpSpPr>
          <a:xfrm>
            <a:off x="1165559" y="876400"/>
            <a:ext cx="6376953" cy="7053071"/>
            <a:chOff x="0" y="0"/>
            <a:chExt cx="1351154" cy="731404"/>
          </a:xfrm>
        </p:grpSpPr>
        <p:sp>
          <p:nvSpPr>
            <p:cNvPr id="207" name="Freeform 37">
              <a:extLst>
                <a:ext uri="{FF2B5EF4-FFF2-40B4-BE49-F238E27FC236}">
                  <a16:creationId xmlns:a16="http://schemas.microsoft.com/office/drawing/2014/main" id="{2E6F1843-84CA-B171-7993-D893E2165DC4}"/>
                </a:ext>
              </a:extLst>
            </p:cNvPr>
            <p:cNvSpPr/>
            <p:nvPr/>
          </p:nvSpPr>
          <p:spPr>
            <a:xfrm>
              <a:off x="0" y="0"/>
              <a:ext cx="1351154" cy="731404"/>
            </a:xfrm>
            <a:custGeom>
              <a:avLst/>
              <a:gdLst/>
              <a:ahLst/>
              <a:cxnLst/>
              <a:rect l="l" t="t" r="r" b="b"/>
              <a:pathLst>
                <a:path w="1351154" h="731404">
                  <a:moveTo>
                    <a:pt x="23027" y="0"/>
                  </a:moveTo>
                  <a:lnTo>
                    <a:pt x="1328127" y="0"/>
                  </a:lnTo>
                  <a:cubicBezTo>
                    <a:pt x="1340845" y="0"/>
                    <a:pt x="1351154" y="10310"/>
                    <a:pt x="1351154" y="23027"/>
                  </a:cubicBezTo>
                  <a:lnTo>
                    <a:pt x="1351154" y="708377"/>
                  </a:lnTo>
                  <a:cubicBezTo>
                    <a:pt x="1351154" y="721094"/>
                    <a:pt x="1340845" y="731404"/>
                    <a:pt x="1328127" y="731404"/>
                  </a:cubicBezTo>
                  <a:lnTo>
                    <a:pt x="23027" y="731404"/>
                  </a:lnTo>
                  <a:cubicBezTo>
                    <a:pt x="10310" y="731404"/>
                    <a:pt x="0" y="721094"/>
                    <a:pt x="0" y="708377"/>
                  </a:cubicBezTo>
                  <a:lnTo>
                    <a:pt x="0" y="23027"/>
                  </a:lnTo>
                  <a:cubicBezTo>
                    <a:pt x="0" y="10310"/>
                    <a:pt x="10310" y="0"/>
                    <a:pt x="23027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B4B4B4"/>
              </a:solidFill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208" name="TextBox 38">
              <a:extLst>
                <a:ext uri="{FF2B5EF4-FFF2-40B4-BE49-F238E27FC236}">
                  <a16:creationId xmlns:a16="http://schemas.microsoft.com/office/drawing/2014/main" id="{40B2A8E9-44FB-C07D-D80D-D2AE1E27D6FA}"/>
                </a:ext>
              </a:extLst>
            </p:cNvPr>
            <p:cNvSpPr txBox="1"/>
            <p:nvPr/>
          </p:nvSpPr>
          <p:spPr>
            <a:xfrm>
              <a:off x="0" y="-19050"/>
              <a:ext cx="1351154" cy="7504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209" name="TextBox 39">
            <a:extLst>
              <a:ext uri="{FF2B5EF4-FFF2-40B4-BE49-F238E27FC236}">
                <a16:creationId xmlns:a16="http://schemas.microsoft.com/office/drawing/2014/main" id="{1E621AE6-00FC-F940-D3B9-8F4B1C6CCB02}"/>
              </a:ext>
            </a:extLst>
          </p:cNvPr>
          <p:cNvSpPr txBox="1"/>
          <p:nvPr/>
        </p:nvSpPr>
        <p:spPr>
          <a:xfrm>
            <a:off x="1467206" y="1114918"/>
            <a:ext cx="5201002" cy="539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4479"/>
              </a:lnSpc>
            </a:pPr>
            <a:r>
              <a:rPr lang="en-US" sz="3199" spc="-86" dirty="0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Mi </a:t>
            </a:r>
            <a:r>
              <a:rPr lang="en-US" sz="3199" spc="-86" dirty="0" err="1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máquina</a:t>
            </a:r>
            <a:r>
              <a:rPr lang="en-US" sz="3199" spc="-86" dirty="0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 local</a:t>
            </a:r>
          </a:p>
        </p:txBody>
      </p:sp>
      <p:grpSp>
        <p:nvGrpSpPr>
          <p:cNvPr id="210" name="Group 40">
            <a:extLst>
              <a:ext uri="{FF2B5EF4-FFF2-40B4-BE49-F238E27FC236}">
                <a16:creationId xmlns:a16="http://schemas.microsoft.com/office/drawing/2014/main" id="{1037D6BB-D2A9-7490-8FB7-22A9134275E7}"/>
              </a:ext>
            </a:extLst>
          </p:cNvPr>
          <p:cNvGrpSpPr/>
          <p:nvPr/>
        </p:nvGrpSpPr>
        <p:grpSpPr>
          <a:xfrm>
            <a:off x="1456672" y="2316143"/>
            <a:ext cx="5723513" cy="5473651"/>
            <a:chOff x="0" y="0"/>
            <a:chExt cx="1358522" cy="590257"/>
          </a:xfrm>
        </p:grpSpPr>
        <p:sp>
          <p:nvSpPr>
            <p:cNvPr id="211" name="Freeform 41">
              <a:extLst>
                <a:ext uri="{FF2B5EF4-FFF2-40B4-BE49-F238E27FC236}">
                  <a16:creationId xmlns:a16="http://schemas.microsoft.com/office/drawing/2014/main" id="{3C5BCAAB-1C03-49A2-4498-5F1FFAFAFFC7}"/>
                </a:ext>
              </a:extLst>
            </p:cNvPr>
            <p:cNvSpPr/>
            <p:nvPr/>
          </p:nvSpPr>
          <p:spPr>
            <a:xfrm>
              <a:off x="0" y="0"/>
              <a:ext cx="1358522" cy="590257"/>
            </a:xfrm>
            <a:custGeom>
              <a:avLst/>
              <a:gdLst/>
              <a:ahLst/>
              <a:cxnLst/>
              <a:rect l="l" t="t" r="r" b="b"/>
              <a:pathLst>
                <a:path w="1358522" h="590257">
                  <a:moveTo>
                    <a:pt x="26643" y="0"/>
                  </a:moveTo>
                  <a:lnTo>
                    <a:pt x="1331879" y="0"/>
                  </a:lnTo>
                  <a:cubicBezTo>
                    <a:pt x="1338945" y="0"/>
                    <a:pt x="1345722" y="2807"/>
                    <a:pt x="1350719" y="7803"/>
                  </a:cubicBezTo>
                  <a:cubicBezTo>
                    <a:pt x="1355715" y="12800"/>
                    <a:pt x="1358522" y="19577"/>
                    <a:pt x="1358522" y="26643"/>
                  </a:cubicBezTo>
                  <a:lnTo>
                    <a:pt x="1358522" y="563615"/>
                  </a:lnTo>
                  <a:cubicBezTo>
                    <a:pt x="1358522" y="570681"/>
                    <a:pt x="1355715" y="577458"/>
                    <a:pt x="1350719" y="582454"/>
                  </a:cubicBezTo>
                  <a:cubicBezTo>
                    <a:pt x="1345722" y="587450"/>
                    <a:pt x="1338945" y="590257"/>
                    <a:pt x="1331879" y="590257"/>
                  </a:cubicBezTo>
                  <a:lnTo>
                    <a:pt x="26643" y="590257"/>
                  </a:lnTo>
                  <a:cubicBezTo>
                    <a:pt x="19577" y="590257"/>
                    <a:pt x="12800" y="587450"/>
                    <a:pt x="7803" y="582454"/>
                  </a:cubicBezTo>
                  <a:cubicBezTo>
                    <a:pt x="2807" y="577458"/>
                    <a:pt x="0" y="570681"/>
                    <a:pt x="0" y="563615"/>
                  </a:cubicBezTo>
                  <a:lnTo>
                    <a:pt x="0" y="26643"/>
                  </a:lnTo>
                  <a:cubicBezTo>
                    <a:pt x="0" y="19577"/>
                    <a:pt x="2807" y="12800"/>
                    <a:pt x="7803" y="7803"/>
                  </a:cubicBezTo>
                  <a:cubicBezTo>
                    <a:pt x="12800" y="2807"/>
                    <a:pt x="19577" y="0"/>
                    <a:pt x="26643" y="0"/>
                  </a:cubicBezTo>
                  <a:close/>
                </a:path>
              </a:pathLst>
            </a:custGeom>
            <a:solidFill>
              <a:srgbClr val="0F0E0E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212" name="TextBox 42">
              <a:extLst>
                <a:ext uri="{FF2B5EF4-FFF2-40B4-BE49-F238E27FC236}">
                  <a16:creationId xmlns:a16="http://schemas.microsoft.com/office/drawing/2014/main" id="{F51CB394-AA44-3D70-D0CC-0BFBA1B384B7}"/>
                </a:ext>
              </a:extLst>
            </p:cNvPr>
            <p:cNvSpPr txBox="1"/>
            <p:nvPr/>
          </p:nvSpPr>
          <p:spPr>
            <a:xfrm>
              <a:off x="0" y="-19050"/>
              <a:ext cx="1358522" cy="6093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grpSp>
        <p:nvGrpSpPr>
          <p:cNvPr id="214" name="Group 57">
            <a:extLst>
              <a:ext uri="{FF2B5EF4-FFF2-40B4-BE49-F238E27FC236}">
                <a16:creationId xmlns:a16="http://schemas.microsoft.com/office/drawing/2014/main" id="{D8187144-B537-8B52-09B2-D90F47EFF2A7}"/>
              </a:ext>
            </a:extLst>
          </p:cNvPr>
          <p:cNvGrpSpPr/>
          <p:nvPr/>
        </p:nvGrpSpPr>
        <p:grpSpPr>
          <a:xfrm>
            <a:off x="3531949" y="4985776"/>
            <a:ext cx="1876174" cy="341111"/>
            <a:chOff x="0" y="0"/>
            <a:chExt cx="2644177" cy="477582"/>
          </a:xfrm>
        </p:grpSpPr>
        <p:sp>
          <p:nvSpPr>
            <p:cNvPr id="229" name="TextBox 58">
              <a:extLst>
                <a:ext uri="{FF2B5EF4-FFF2-40B4-BE49-F238E27FC236}">
                  <a16:creationId xmlns:a16="http://schemas.microsoft.com/office/drawing/2014/main" id="{1F5AD8FC-4BF7-9CBE-89F6-0B8F65669786}"/>
                </a:ext>
              </a:extLst>
            </p:cNvPr>
            <p:cNvSpPr txBox="1"/>
            <p:nvPr/>
          </p:nvSpPr>
          <p:spPr>
            <a:xfrm>
              <a:off x="455042" y="-66675"/>
              <a:ext cx="2189134" cy="5442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3359"/>
                </a:lnSpc>
              </a:pPr>
              <a:r>
                <a:rPr lang="en-US" sz="2400" spc="-6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styles.css</a:t>
              </a:r>
            </a:p>
          </p:txBody>
        </p:sp>
        <p:grpSp>
          <p:nvGrpSpPr>
            <p:cNvPr id="230" name="Group 59">
              <a:extLst>
                <a:ext uri="{FF2B5EF4-FFF2-40B4-BE49-F238E27FC236}">
                  <a16:creationId xmlns:a16="http://schemas.microsoft.com/office/drawing/2014/main" id="{A9371FAA-6441-4E70-79AB-E2EDC450855B}"/>
                </a:ext>
              </a:extLst>
            </p:cNvPr>
            <p:cNvGrpSpPr/>
            <p:nvPr/>
          </p:nvGrpSpPr>
          <p:grpSpPr>
            <a:xfrm>
              <a:off x="0" y="69221"/>
              <a:ext cx="350938" cy="339139"/>
              <a:chOff x="0" y="0"/>
              <a:chExt cx="69321" cy="66990"/>
            </a:xfrm>
          </p:grpSpPr>
          <p:sp>
            <p:nvSpPr>
              <p:cNvPr id="231" name="Freeform 60">
                <a:extLst>
                  <a:ext uri="{FF2B5EF4-FFF2-40B4-BE49-F238E27FC236}">
                    <a16:creationId xmlns:a16="http://schemas.microsoft.com/office/drawing/2014/main" id="{605DB8B0-8176-E733-F4D8-4A5B8126613A}"/>
                  </a:ext>
                </a:extLst>
              </p:cNvPr>
              <p:cNvSpPr/>
              <p:nvPr/>
            </p:nvSpPr>
            <p:spPr>
              <a:xfrm>
                <a:off x="0" y="0"/>
                <a:ext cx="69321" cy="66990"/>
              </a:xfrm>
              <a:custGeom>
                <a:avLst/>
                <a:gdLst/>
                <a:ahLst/>
                <a:cxnLst/>
                <a:rect l="l" t="t" r="r" b="b"/>
                <a:pathLst>
                  <a:path w="69321" h="66990">
                    <a:moveTo>
                      <a:pt x="0" y="0"/>
                    </a:moveTo>
                    <a:lnTo>
                      <a:pt x="69321" y="0"/>
                    </a:lnTo>
                    <a:lnTo>
                      <a:pt x="69321" y="66990"/>
                    </a:lnTo>
                    <a:lnTo>
                      <a:pt x="0" y="66990"/>
                    </a:lnTo>
                    <a:close/>
                  </a:path>
                </a:pathLst>
              </a:custGeom>
              <a:solidFill>
                <a:srgbClr val="CB6CE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232" name="TextBox 61">
                <a:extLst>
                  <a:ext uri="{FF2B5EF4-FFF2-40B4-BE49-F238E27FC236}">
                    <a16:creationId xmlns:a16="http://schemas.microsoft.com/office/drawing/2014/main" id="{38742C00-B6C1-7234-08A1-6FF220D2092D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69321" cy="860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 dirty="0"/>
              </a:p>
            </p:txBody>
          </p:sp>
        </p:grpSp>
      </p:grpSp>
      <p:grpSp>
        <p:nvGrpSpPr>
          <p:cNvPr id="215" name="Grupo 214">
            <a:extLst>
              <a:ext uri="{FF2B5EF4-FFF2-40B4-BE49-F238E27FC236}">
                <a16:creationId xmlns:a16="http://schemas.microsoft.com/office/drawing/2014/main" id="{EB1F8FFE-AF60-A4C7-43FE-2F2E5D5BA318}"/>
              </a:ext>
            </a:extLst>
          </p:cNvPr>
          <p:cNvGrpSpPr/>
          <p:nvPr/>
        </p:nvGrpSpPr>
        <p:grpSpPr>
          <a:xfrm>
            <a:off x="3530672" y="5808395"/>
            <a:ext cx="1995646" cy="413190"/>
            <a:chOff x="3899399" y="2821328"/>
            <a:chExt cx="1995646" cy="413190"/>
          </a:xfrm>
        </p:grpSpPr>
        <p:sp>
          <p:nvSpPr>
            <p:cNvPr id="227" name="TextBox 68">
              <a:extLst>
                <a:ext uri="{FF2B5EF4-FFF2-40B4-BE49-F238E27FC236}">
                  <a16:creationId xmlns:a16="http://schemas.microsoft.com/office/drawing/2014/main" id="{70DF96E8-C502-F783-D7C0-79EC13B81BA9}"/>
                </a:ext>
              </a:extLst>
            </p:cNvPr>
            <p:cNvSpPr txBox="1"/>
            <p:nvPr/>
          </p:nvSpPr>
          <p:spPr>
            <a:xfrm>
              <a:off x="4222274" y="2821328"/>
              <a:ext cx="1672771" cy="4131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3359"/>
                </a:lnSpc>
              </a:pPr>
              <a:r>
                <a:rPr lang="en-US" sz="2400" spc="-6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styles-2.js</a:t>
              </a:r>
            </a:p>
          </p:txBody>
        </p:sp>
        <p:sp>
          <p:nvSpPr>
            <p:cNvPr id="228" name="Freeform 70">
              <a:extLst>
                <a:ext uri="{FF2B5EF4-FFF2-40B4-BE49-F238E27FC236}">
                  <a16:creationId xmlns:a16="http://schemas.microsoft.com/office/drawing/2014/main" id="{62FBC496-9EED-CF9A-7ED8-F85961621694}"/>
                </a:ext>
              </a:extLst>
            </p:cNvPr>
            <p:cNvSpPr/>
            <p:nvPr/>
          </p:nvSpPr>
          <p:spPr>
            <a:xfrm>
              <a:off x="3899399" y="2918391"/>
              <a:ext cx="249008" cy="242229"/>
            </a:xfrm>
            <a:custGeom>
              <a:avLst/>
              <a:gdLst/>
              <a:ahLst/>
              <a:cxnLst/>
              <a:rect l="l" t="t" r="r" b="b"/>
              <a:pathLst>
                <a:path w="69321" h="66990">
                  <a:moveTo>
                    <a:pt x="0" y="0"/>
                  </a:moveTo>
                  <a:lnTo>
                    <a:pt x="69321" y="0"/>
                  </a:lnTo>
                  <a:lnTo>
                    <a:pt x="69321" y="66990"/>
                  </a:lnTo>
                  <a:lnTo>
                    <a:pt x="0" y="66990"/>
                  </a:lnTo>
                  <a:close/>
                </a:path>
              </a:pathLst>
            </a:custGeom>
            <a:solidFill>
              <a:srgbClr val="FFFF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216" name="Group 67">
            <a:extLst>
              <a:ext uri="{FF2B5EF4-FFF2-40B4-BE49-F238E27FC236}">
                <a16:creationId xmlns:a16="http://schemas.microsoft.com/office/drawing/2014/main" id="{FE4E6029-7260-9BDD-8FC9-8CA245A6AC82}"/>
              </a:ext>
            </a:extLst>
          </p:cNvPr>
          <p:cNvGrpSpPr/>
          <p:nvPr/>
        </p:nvGrpSpPr>
        <p:grpSpPr>
          <a:xfrm>
            <a:off x="3532819" y="5408525"/>
            <a:ext cx="1995646" cy="341111"/>
            <a:chOff x="0" y="0"/>
            <a:chExt cx="2812553" cy="477582"/>
          </a:xfrm>
        </p:grpSpPr>
        <p:sp>
          <p:nvSpPr>
            <p:cNvPr id="223" name="TextBox 68">
              <a:extLst>
                <a:ext uri="{FF2B5EF4-FFF2-40B4-BE49-F238E27FC236}">
                  <a16:creationId xmlns:a16="http://schemas.microsoft.com/office/drawing/2014/main" id="{EF3F1804-CDC6-EB6B-3FC5-031AFD527FF8}"/>
                </a:ext>
              </a:extLst>
            </p:cNvPr>
            <p:cNvSpPr txBox="1"/>
            <p:nvPr/>
          </p:nvSpPr>
          <p:spPr>
            <a:xfrm>
              <a:off x="455042" y="-66675"/>
              <a:ext cx="2357511" cy="5442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3359"/>
                </a:lnSpc>
              </a:pPr>
              <a:r>
                <a:rPr lang="en-US" sz="2400" spc="-6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scripts.js</a:t>
              </a:r>
            </a:p>
          </p:txBody>
        </p:sp>
        <p:grpSp>
          <p:nvGrpSpPr>
            <p:cNvPr id="224" name="Group 69">
              <a:extLst>
                <a:ext uri="{FF2B5EF4-FFF2-40B4-BE49-F238E27FC236}">
                  <a16:creationId xmlns:a16="http://schemas.microsoft.com/office/drawing/2014/main" id="{7C52335E-6D27-608A-0021-2044139B9AAD}"/>
                </a:ext>
              </a:extLst>
            </p:cNvPr>
            <p:cNvGrpSpPr/>
            <p:nvPr/>
          </p:nvGrpSpPr>
          <p:grpSpPr>
            <a:xfrm>
              <a:off x="0" y="69221"/>
              <a:ext cx="350938" cy="339139"/>
              <a:chOff x="0" y="0"/>
              <a:chExt cx="69321" cy="66990"/>
            </a:xfrm>
          </p:grpSpPr>
          <p:sp>
            <p:nvSpPr>
              <p:cNvPr id="225" name="Freeform 70">
                <a:extLst>
                  <a:ext uri="{FF2B5EF4-FFF2-40B4-BE49-F238E27FC236}">
                    <a16:creationId xmlns:a16="http://schemas.microsoft.com/office/drawing/2014/main" id="{D0B30C4D-D5DF-4D06-95EF-9044A92363C9}"/>
                  </a:ext>
                </a:extLst>
              </p:cNvPr>
              <p:cNvSpPr/>
              <p:nvPr/>
            </p:nvSpPr>
            <p:spPr>
              <a:xfrm>
                <a:off x="0" y="0"/>
                <a:ext cx="69321" cy="66990"/>
              </a:xfrm>
              <a:custGeom>
                <a:avLst/>
                <a:gdLst/>
                <a:ahLst/>
                <a:cxnLst/>
                <a:rect l="l" t="t" r="r" b="b"/>
                <a:pathLst>
                  <a:path w="69321" h="66990">
                    <a:moveTo>
                      <a:pt x="0" y="0"/>
                    </a:moveTo>
                    <a:lnTo>
                      <a:pt x="69321" y="0"/>
                    </a:lnTo>
                    <a:lnTo>
                      <a:pt x="69321" y="66990"/>
                    </a:lnTo>
                    <a:lnTo>
                      <a:pt x="0" y="66990"/>
                    </a:lnTo>
                    <a:close/>
                  </a:path>
                </a:pathLst>
              </a:custGeom>
              <a:solidFill>
                <a:srgbClr val="1E3EE3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226" name="TextBox 71">
                <a:extLst>
                  <a:ext uri="{FF2B5EF4-FFF2-40B4-BE49-F238E27FC236}">
                    <a16:creationId xmlns:a16="http://schemas.microsoft.com/office/drawing/2014/main" id="{A21C443E-3A26-CBB9-27E0-7C7420D29C28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69321" cy="860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</p:grpSp>
      <p:grpSp>
        <p:nvGrpSpPr>
          <p:cNvPr id="217" name="Group 72">
            <a:extLst>
              <a:ext uri="{FF2B5EF4-FFF2-40B4-BE49-F238E27FC236}">
                <a16:creationId xmlns:a16="http://schemas.microsoft.com/office/drawing/2014/main" id="{83D6820E-6E61-B852-D4D4-C40014683744}"/>
              </a:ext>
            </a:extLst>
          </p:cNvPr>
          <p:cNvGrpSpPr/>
          <p:nvPr/>
        </p:nvGrpSpPr>
        <p:grpSpPr>
          <a:xfrm>
            <a:off x="3515432" y="4511452"/>
            <a:ext cx="2473533" cy="388733"/>
            <a:chOff x="0" y="-66674"/>
            <a:chExt cx="3486061" cy="544257"/>
          </a:xfrm>
        </p:grpSpPr>
        <p:sp>
          <p:nvSpPr>
            <p:cNvPr id="219" name="TextBox 73">
              <a:extLst>
                <a:ext uri="{FF2B5EF4-FFF2-40B4-BE49-F238E27FC236}">
                  <a16:creationId xmlns:a16="http://schemas.microsoft.com/office/drawing/2014/main" id="{2C3733F5-4C92-9884-12E9-E917945EB4A6}"/>
                </a:ext>
              </a:extLst>
            </p:cNvPr>
            <p:cNvSpPr txBox="1"/>
            <p:nvPr/>
          </p:nvSpPr>
          <p:spPr>
            <a:xfrm>
              <a:off x="455043" y="-66674"/>
              <a:ext cx="3031018" cy="5442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3359"/>
                </a:lnSpc>
              </a:pPr>
              <a:r>
                <a:rPr lang="en-US" sz="2400" spc="-6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index.html</a:t>
              </a:r>
            </a:p>
          </p:txBody>
        </p:sp>
        <p:grpSp>
          <p:nvGrpSpPr>
            <p:cNvPr id="220" name="Group 74">
              <a:extLst>
                <a:ext uri="{FF2B5EF4-FFF2-40B4-BE49-F238E27FC236}">
                  <a16:creationId xmlns:a16="http://schemas.microsoft.com/office/drawing/2014/main" id="{ADD42D5A-E8D0-F2DD-E077-FDEE4E4B464B}"/>
                </a:ext>
              </a:extLst>
            </p:cNvPr>
            <p:cNvGrpSpPr/>
            <p:nvPr/>
          </p:nvGrpSpPr>
          <p:grpSpPr>
            <a:xfrm>
              <a:off x="0" y="69221"/>
              <a:ext cx="350938" cy="339139"/>
              <a:chOff x="0" y="0"/>
              <a:chExt cx="69321" cy="66990"/>
            </a:xfrm>
          </p:grpSpPr>
          <p:sp>
            <p:nvSpPr>
              <p:cNvPr id="221" name="Freeform 75">
                <a:extLst>
                  <a:ext uri="{FF2B5EF4-FFF2-40B4-BE49-F238E27FC236}">
                    <a16:creationId xmlns:a16="http://schemas.microsoft.com/office/drawing/2014/main" id="{3DAD043F-B65A-5151-0980-4EC37CA0A142}"/>
                  </a:ext>
                </a:extLst>
              </p:cNvPr>
              <p:cNvSpPr/>
              <p:nvPr/>
            </p:nvSpPr>
            <p:spPr>
              <a:xfrm>
                <a:off x="0" y="0"/>
                <a:ext cx="69321" cy="66990"/>
              </a:xfrm>
              <a:custGeom>
                <a:avLst/>
                <a:gdLst/>
                <a:ahLst/>
                <a:cxnLst/>
                <a:rect l="l" t="t" r="r" b="b"/>
                <a:pathLst>
                  <a:path w="69321" h="66990">
                    <a:moveTo>
                      <a:pt x="0" y="0"/>
                    </a:moveTo>
                    <a:lnTo>
                      <a:pt x="69321" y="0"/>
                    </a:lnTo>
                    <a:lnTo>
                      <a:pt x="69321" y="66990"/>
                    </a:lnTo>
                    <a:lnTo>
                      <a:pt x="0" y="66990"/>
                    </a:lnTo>
                    <a:close/>
                  </a:path>
                </a:pathLst>
              </a:custGeom>
              <a:solidFill>
                <a:srgbClr val="7ED957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222" name="TextBox 76">
                <a:extLst>
                  <a:ext uri="{FF2B5EF4-FFF2-40B4-BE49-F238E27FC236}">
                    <a16:creationId xmlns:a16="http://schemas.microsoft.com/office/drawing/2014/main" id="{853FCC16-6FE4-851E-811A-A1FD4BE99FE5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69321" cy="860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</p:grpSp>
      <p:grpSp>
        <p:nvGrpSpPr>
          <p:cNvPr id="233" name="Grupo 232">
            <a:extLst>
              <a:ext uri="{FF2B5EF4-FFF2-40B4-BE49-F238E27FC236}">
                <a16:creationId xmlns:a16="http://schemas.microsoft.com/office/drawing/2014/main" id="{8AEE1A84-CF71-EE19-EEEC-2E0778BFBBDB}"/>
              </a:ext>
            </a:extLst>
          </p:cNvPr>
          <p:cNvGrpSpPr/>
          <p:nvPr/>
        </p:nvGrpSpPr>
        <p:grpSpPr>
          <a:xfrm>
            <a:off x="1456673" y="2672822"/>
            <a:ext cx="5369360" cy="742727"/>
            <a:chOff x="11277600" y="1501245"/>
            <a:chExt cx="7277100" cy="1203855"/>
          </a:xfrm>
        </p:grpSpPr>
        <p:grpSp>
          <p:nvGrpSpPr>
            <p:cNvPr id="234" name="Group 9">
              <a:extLst>
                <a:ext uri="{FF2B5EF4-FFF2-40B4-BE49-F238E27FC236}">
                  <a16:creationId xmlns:a16="http://schemas.microsoft.com/office/drawing/2014/main" id="{8BDCC10A-90AC-F193-4C52-882719A6D815}"/>
                </a:ext>
              </a:extLst>
            </p:cNvPr>
            <p:cNvGrpSpPr/>
            <p:nvPr/>
          </p:nvGrpSpPr>
          <p:grpSpPr>
            <a:xfrm>
              <a:off x="11277600" y="1501245"/>
              <a:ext cx="7277100" cy="1203855"/>
              <a:chOff x="0" y="-47625"/>
              <a:chExt cx="2734992" cy="466725"/>
            </a:xfrm>
          </p:grpSpPr>
          <p:sp>
            <p:nvSpPr>
              <p:cNvPr id="238" name="Freeform 10">
                <a:extLst>
                  <a:ext uri="{FF2B5EF4-FFF2-40B4-BE49-F238E27FC236}">
                    <a16:creationId xmlns:a16="http://schemas.microsoft.com/office/drawing/2014/main" id="{C3A25EDA-374A-5E55-5560-2EC87D7C6D29}"/>
                  </a:ext>
                </a:extLst>
              </p:cNvPr>
              <p:cNvSpPr/>
              <p:nvPr/>
            </p:nvSpPr>
            <p:spPr>
              <a:xfrm>
                <a:off x="0" y="0"/>
                <a:ext cx="2734992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2031332" h="419100">
                    <a:moveTo>
                      <a:pt x="23643" y="0"/>
                    </a:moveTo>
                    <a:lnTo>
                      <a:pt x="2007689" y="0"/>
                    </a:lnTo>
                    <a:cubicBezTo>
                      <a:pt x="2020747" y="0"/>
                      <a:pt x="2031332" y="10585"/>
                      <a:pt x="2031332" y="23643"/>
                    </a:cubicBezTo>
                    <a:lnTo>
                      <a:pt x="2031332" y="395457"/>
                    </a:lnTo>
                    <a:cubicBezTo>
                      <a:pt x="2031332" y="401727"/>
                      <a:pt x="2028841" y="407741"/>
                      <a:pt x="2024407" y="412175"/>
                    </a:cubicBezTo>
                    <a:cubicBezTo>
                      <a:pt x="2019973" y="416609"/>
                      <a:pt x="2013959" y="419100"/>
                      <a:pt x="2007689" y="419100"/>
                    </a:cubicBezTo>
                    <a:lnTo>
                      <a:pt x="23643" y="419100"/>
                    </a:lnTo>
                    <a:cubicBezTo>
                      <a:pt x="17373" y="419100"/>
                      <a:pt x="11359" y="416609"/>
                      <a:pt x="6925" y="412175"/>
                    </a:cubicBezTo>
                    <a:cubicBezTo>
                      <a:pt x="2491" y="407741"/>
                      <a:pt x="0" y="401727"/>
                      <a:pt x="0" y="395457"/>
                    </a:cubicBezTo>
                    <a:lnTo>
                      <a:pt x="0" y="23643"/>
                    </a:lnTo>
                    <a:cubicBezTo>
                      <a:pt x="0" y="17373"/>
                      <a:pt x="2491" y="11359"/>
                      <a:pt x="6925" y="6925"/>
                    </a:cubicBezTo>
                    <a:cubicBezTo>
                      <a:pt x="11359" y="2491"/>
                      <a:pt x="17373" y="0"/>
                      <a:pt x="23643" y="0"/>
                    </a:cubicBezTo>
                    <a:close/>
                  </a:path>
                </a:pathLst>
              </a:custGeom>
              <a:noFill/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239" name="TextBox 11">
                <a:extLst>
                  <a:ext uri="{FF2B5EF4-FFF2-40B4-BE49-F238E27FC236}">
                    <a16:creationId xmlns:a16="http://schemas.microsoft.com/office/drawing/2014/main" id="{A98FC53A-B291-235F-9BD6-AD9883846300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2031332" cy="4667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11"/>
                  </a:lnSpc>
                </a:pPr>
                <a:endParaRPr/>
              </a:p>
            </p:txBody>
          </p:sp>
        </p:grpSp>
        <p:grpSp>
          <p:nvGrpSpPr>
            <p:cNvPr id="235" name="Grupo 234">
              <a:extLst>
                <a:ext uri="{FF2B5EF4-FFF2-40B4-BE49-F238E27FC236}">
                  <a16:creationId xmlns:a16="http://schemas.microsoft.com/office/drawing/2014/main" id="{3EF3AFB3-2309-A94E-17E6-D325EEE3F4D1}"/>
                </a:ext>
              </a:extLst>
            </p:cNvPr>
            <p:cNvGrpSpPr/>
            <p:nvPr/>
          </p:nvGrpSpPr>
          <p:grpSpPr>
            <a:xfrm>
              <a:off x="12279056" y="1790700"/>
              <a:ext cx="4970491" cy="695681"/>
              <a:chOff x="12337765" y="1831143"/>
              <a:chExt cx="4970491" cy="695681"/>
            </a:xfrm>
          </p:grpSpPr>
          <p:sp>
            <p:nvSpPr>
              <p:cNvPr id="236" name="TextBox 14">
                <a:extLst>
                  <a:ext uri="{FF2B5EF4-FFF2-40B4-BE49-F238E27FC236}">
                    <a16:creationId xmlns:a16="http://schemas.microsoft.com/office/drawing/2014/main" id="{F717FE38-8CCB-FEA5-6CDD-14935A94C6CA}"/>
                  </a:ext>
                </a:extLst>
              </p:cNvPr>
              <p:cNvSpPr txBox="1"/>
              <p:nvPr/>
            </p:nvSpPr>
            <p:spPr>
              <a:xfrm>
                <a:off x="13117929" y="1916776"/>
                <a:ext cx="4190327" cy="52441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3611"/>
                  </a:lnSpc>
                </a:pPr>
                <a:r>
                  <a:rPr lang="en-US" sz="2799" dirty="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feature/mi-</a:t>
                </a:r>
                <a:r>
                  <a:rPr lang="en-US" sz="2799" dirty="0" err="1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rama</a:t>
                </a:r>
                <a:endParaRPr lang="en-US" sz="2799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pic>
            <p:nvPicPr>
              <p:cNvPr id="237" name="Imagen 236" descr="Git-branch - Free vector icons on creazilla.com">
                <a:extLst>
                  <a:ext uri="{FF2B5EF4-FFF2-40B4-BE49-F238E27FC236}">
                    <a16:creationId xmlns:a16="http://schemas.microsoft.com/office/drawing/2014/main" id="{020DCD91-AFE5-68A9-54F2-4E56F32E69C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duotone>
                  <a:schemeClr val="accent3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rightnessContrast bright="40000" contrast="4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12337765" y="1831143"/>
                <a:ext cx="695681" cy="695681"/>
              </a:xfrm>
              <a:prstGeom prst="rect">
                <a:avLst/>
              </a:prstGeom>
            </p:spPr>
          </p:pic>
        </p:grpSp>
      </p:grpSp>
      <p:grpSp>
        <p:nvGrpSpPr>
          <p:cNvPr id="240" name="Grupo 239">
            <a:extLst>
              <a:ext uri="{FF2B5EF4-FFF2-40B4-BE49-F238E27FC236}">
                <a16:creationId xmlns:a16="http://schemas.microsoft.com/office/drawing/2014/main" id="{C8D6EB2C-1743-D690-3153-A76DA4E6B064}"/>
              </a:ext>
            </a:extLst>
          </p:cNvPr>
          <p:cNvGrpSpPr/>
          <p:nvPr/>
        </p:nvGrpSpPr>
        <p:grpSpPr>
          <a:xfrm>
            <a:off x="1456672" y="1738380"/>
            <a:ext cx="5723513" cy="973670"/>
            <a:chOff x="709547" y="2145505"/>
            <a:chExt cx="5369360" cy="973670"/>
          </a:xfrm>
        </p:grpSpPr>
        <p:grpSp>
          <p:nvGrpSpPr>
            <p:cNvPr id="241" name="Group 9">
              <a:extLst>
                <a:ext uri="{FF2B5EF4-FFF2-40B4-BE49-F238E27FC236}">
                  <a16:creationId xmlns:a16="http://schemas.microsoft.com/office/drawing/2014/main" id="{D9AA1FD7-2FC4-2099-1F58-3121FBCF069E}"/>
                </a:ext>
              </a:extLst>
            </p:cNvPr>
            <p:cNvGrpSpPr/>
            <p:nvPr/>
          </p:nvGrpSpPr>
          <p:grpSpPr>
            <a:xfrm>
              <a:off x="709547" y="2145505"/>
              <a:ext cx="5369360" cy="973670"/>
              <a:chOff x="0" y="-47625"/>
              <a:chExt cx="2734992" cy="466725"/>
            </a:xfrm>
          </p:grpSpPr>
          <p:sp>
            <p:nvSpPr>
              <p:cNvPr id="244" name="Freeform 10">
                <a:extLst>
                  <a:ext uri="{FF2B5EF4-FFF2-40B4-BE49-F238E27FC236}">
                    <a16:creationId xmlns:a16="http://schemas.microsoft.com/office/drawing/2014/main" id="{6794588E-5F78-9F9E-3447-EF335E51DD30}"/>
                  </a:ext>
                </a:extLst>
              </p:cNvPr>
              <p:cNvSpPr/>
              <p:nvPr/>
            </p:nvSpPr>
            <p:spPr>
              <a:xfrm>
                <a:off x="0" y="0"/>
                <a:ext cx="2734992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2031332" h="419100">
                    <a:moveTo>
                      <a:pt x="23643" y="0"/>
                    </a:moveTo>
                    <a:lnTo>
                      <a:pt x="2007689" y="0"/>
                    </a:lnTo>
                    <a:cubicBezTo>
                      <a:pt x="2020747" y="0"/>
                      <a:pt x="2031332" y="10585"/>
                      <a:pt x="2031332" y="23643"/>
                    </a:cubicBezTo>
                    <a:lnTo>
                      <a:pt x="2031332" y="395457"/>
                    </a:lnTo>
                    <a:cubicBezTo>
                      <a:pt x="2031332" y="401727"/>
                      <a:pt x="2028841" y="407741"/>
                      <a:pt x="2024407" y="412175"/>
                    </a:cubicBezTo>
                    <a:cubicBezTo>
                      <a:pt x="2019973" y="416609"/>
                      <a:pt x="2013959" y="419100"/>
                      <a:pt x="2007689" y="419100"/>
                    </a:cubicBezTo>
                    <a:lnTo>
                      <a:pt x="23643" y="419100"/>
                    </a:lnTo>
                    <a:cubicBezTo>
                      <a:pt x="17373" y="419100"/>
                      <a:pt x="11359" y="416609"/>
                      <a:pt x="6925" y="412175"/>
                    </a:cubicBezTo>
                    <a:cubicBezTo>
                      <a:pt x="2491" y="407741"/>
                      <a:pt x="0" y="401727"/>
                      <a:pt x="0" y="395457"/>
                    </a:cubicBezTo>
                    <a:lnTo>
                      <a:pt x="0" y="23643"/>
                    </a:lnTo>
                    <a:cubicBezTo>
                      <a:pt x="0" y="17373"/>
                      <a:pt x="2491" y="11359"/>
                      <a:pt x="6925" y="6925"/>
                    </a:cubicBezTo>
                    <a:cubicBezTo>
                      <a:pt x="11359" y="2491"/>
                      <a:pt x="17373" y="0"/>
                      <a:pt x="23643" y="0"/>
                    </a:cubicBez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245" name="TextBox 11">
                <a:extLst>
                  <a:ext uri="{FF2B5EF4-FFF2-40B4-BE49-F238E27FC236}">
                    <a16:creationId xmlns:a16="http://schemas.microsoft.com/office/drawing/2014/main" id="{71EB3611-F109-1EF4-B6B1-4A91C55B0540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2031332" cy="4667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11"/>
                  </a:lnSpc>
                </a:pPr>
                <a:endParaRPr/>
              </a:p>
            </p:txBody>
          </p:sp>
        </p:grpSp>
        <p:sp>
          <p:nvSpPr>
            <p:cNvPr id="242" name="TextBox 14">
              <a:extLst>
                <a:ext uri="{FF2B5EF4-FFF2-40B4-BE49-F238E27FC236}">
                  <a16:creationId xmlns:a16="http://schemas.microsoft.com/office/drawing/2014/main" id="{D1971C6A-E391-F87D-F270-DD67C56938C8}"/>
                </a:ext>
              </a:extLst>
            </p:cNvPr>
            <p:cNvSpPr txBox="1"/>
            <p:nvPr/>
          </p:nvSpPr>
          <p:spPr>
            <a:xfrm>
              <a:off x="1451443" y="2480525"/>
              <a:ext cx="3989996" cy="4241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>
                <a:lnSpc>
                  <a:spcPts val="3095"/>
                </a:lnSpc>
              </a:pPr>
              <a:r>
                <a:rPr lang="en-US" sz="2800" spc="-131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mi-</a:t>
              </a:r>
              <a:r>
                <a:rPr lang="en-US" sz="2800" spc="-131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proyecto</a:t>
              </a:r>
              <a:r>
                <a:rPr lang="en-US" sz="2800" spc="-131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-</a:t>
              </a:r>
              <a:r>
                <a:rPr lang="en-US" sz="2800" spc="-131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clonado</a:t>
              </a:r>
              <a:endParaRPr lang="en-US" sz="2800" spc="-13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43" name="Freeform 50">
              <a:extLst>
                <a:ext uri="{FF2B5EF4-FFF2-40B4-BE49-F238E27FC236}">
                  <a16:creationId xmlns:a16="http://schemas.microsoft.com/office/drawing/2014/main" id="{7E02D61A-DEDC-3D42-B527-9CF92990AF9C}"/>
                </a:ext>
              </a:extLst>
            </p:cNvPr>
            <p:cNvSpPr/>
            <p:nvPr/>
          </p:nvSpPr>
          <p:spPr>
            <a:xfrm>
              <a:off x="1026470" y="2429721"/>
              <a:ext cx="444723" cy="394760"/>
            </a:xfrm>
            <a:custGeom>
              <a:avLst/>
              <a:gdLst/>
              <a:ahLst/>
              <a:cxnLst/>
              <a:rect l="l" t="t" r="r" b="b"/>
              <a:pathLst>
                <a:path w="626768" h="552695">
                  <a:moveTo>
                    <a:pt x="0" y="0"/>
                  </a:moveTo>
                  <a:lnTo>
                    <a:pt x="626768" y="0"/>
                  </a:lnTo>
                  <a:lnTo>
                    <a:pt x="626768" y="552695"/>
                  </a:lnTo>
                  <a:lnTo>
                    <a:pt x="0" y="5526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246" name="Group 9">
            <a:extLst>
              <a:ext uri="{FF2B5EF4-FFF2-40B4-BE49-F238E27FC236}">
                <a16:creationId xmlns:a16="http://schemas.microsoft.com/office/drawing/2014/main" id="{3BDD5AC6-C56E-8DE2-79EE-E5FCC705D18E}"/>
              </a:ext>
            </a:extLst>
          </p:cNvPr>
          <p:cNvGrpSpPr/>
          <p:nvPr/>
        </p:nvGrpSpPr>
        <p:grpSpPr>
          <a:xfrm>
            <a:off x="2332163" y="3945685"/>
            <a:ext cx="4892112" cy="973670"/>
            <a:chOff x="0" y="-47625"/>
            <a:chExt cx="2734992" cy="466725"/>
          </a:xfrm>
        </p:grpSpPr>
        <p:sp>
          <p:nvSpPr>
            <p:cNvPr id="247" name="Freeform 10">
              <a:extLst>
                <a:ext uri="{FF2B5EF4-FFF2-40B4-BE49-F238E27FC236}">
                  <a16:creationId xmlns:a16="http://schemas.microsoft.com/office/drawing/2014/main" id="{8FFA5B2E-5D2A-BBB3-3047-E030BCD6FD30}"/>
                </a:ext>
              </a:extLst>
            </p:cNvPr>
            <p:cNvSpPr/>
            <p:nvPr/>
          </p:nvSpPr>
          <p:spPr>
            <a:xfrm>
              <a:off x="0" y="0"/>
              <a:ext cx="2734992" cy="419100"/>
            </a:xfrm>
            <a:custGeom>
              <a:avLst/>
              <a:gdLst/>
              <a:ahLst/>
              <a:cxnLst/>
              <a:rect l="l" t="t" r="r" b="b"/>
              <a:pathLst>
                <a:path w="2031332" h="419100">
                  <a:moveTo>
                    <a:pt x="23643" y="0"/>
                  </a:moveTo>
                  <a:lnTo>
                    <a:pt x="2007689" y="0"/>
                  </a:lnTo>
                  <a:cubicBezTo>
                    <a:pt x="2020747" y="0"/>
                    <a:pt x="2031332" y="10585"/>
                    <a:pt x="2031332" y="23643"/>
                  </a:cubicBezTo>
                  <a:lnTo>
                    <a:pt x="2031332" y="395457"/>
                  </a:lnTo>
                  <a:cubicBezTo>
                    <a:pt x="2031332" y="401727"/>
                    <a:pt x="2028841" y="407741"/>
                    <a:pt x="2024407" y="412175"/>
                  </a:cubicBezTo>
                  <a:cubicBezTo>
                    <a:pt x="2019973" y="416609"/>
                    <a:pt x="2013959" y="419100"/>
                    <a:pt x="2007689" y="419100"/>
                  </a:cubicBezTo>
                  <a:lnTo>
                    <a:pt x="23643" y="419100"/>
                  </a:lnTo>
                  <a:cubicBezTo>
                    <a:pt x="17373" y="419100"/>
                    <a:pt x="11359" y="416609"/>
                    <a:pt x="6925" y="412175"/>
                  </a:cubicBezTo>
                  <a:cubicBezTo>
                    <a:pt x="2491" y="407741"/>
                    <a:pt x="0" y="401727"/>
                    <a:pt x="0" y="395457"/>
                  </a:cubicBezTo>
                  <a:lnTo>
                    <a:pt x="0" y="23643"/>
                  </a:lnTo>
                  <a:cubicBezTo>
                    <a:pt x="0" y="17373"/>
                    <a:pt x="2491" y="11359"/>
                    <a:pt x="6925" y="6925"/>
                  </a:cubicBezTo>
                  <a:cubicBezTo>
                    <a:pt x="11359" y="2491"/>
                    <a:pt x="17373" y="0"/>
                    <a:pt x="23643" y="0"/>
                  </a:cubicBezTo>
                  <a:close/>
                </a:path>
              </a:pathLst>
            </a:custGeom>
            <a:noFill/>
          </p:spPr>
          <p:txBody>
            <a:bodyPr/>
            <a:lstStyle/>
            <a:p>
              <a:endParaRPr lang="es-MX" dirty="0"/>
            </a:p>
          </p:txBody>
        </p:sp>
        <p:sp>
          <p:nvSpPr>
            <p:cNvPr id="248" name="TextBox 11">
              <a:extLst>
                <a:ext uri="{FF2B5EF4-FFF2-40B4-BE49-F238E27FC236}">
                  <a16:creationId xmlns:a16="http://schemas.microsoft.com/office/drawing/2014/main" id="{6218FDBB-1DA9-676D-08FA-E3341C65D5D1}"/>
                </a:ext>
              </a:extLst>
            </p:cNvPr>
            <p:cNvSpPr txBox="1"/>
            <p:nvPr/>
          </p:nvSpPr>
          <p:spPr>
            <a:xfrm>
              <a:off x="0" y="-47625"/>
              <a:ext cx="2031332" cy="4667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11"/>
                </a:lnSpc>
              </a:pPr>
              <a:endParaRPr/>
            </a:p>
          </p:txBody>
        </p:sp>
      </p:grpSp>
      <p:grpSp>
        <p:nvGrpSpPr>
          <p:cNvPr id="249" name="Grupo 248">
            <a:extLst>
              <a:ext uri="{FF2B5EF4-FFF2-40B4-BE49-F238E27FC236}">
                <a16:creationId xmlns:a16="http://schemas.microsoft.com/office/drawing/2014/main" id="{BD2492DC-A28F-08B3-5A59-12D52226559D}"/>
              </a:ext>
            </a:extLst>
          </p:cNvPr>
          <p:cNvGrpSpPr/>
          <p:nvPr/>
        </p:nvGrpSpPr>
        <p:grpSpPr>
          <a:xfrm>
            <a:off x="2517559" y="3409181"/>
            <a:ext cx="1693251" cy="464701"/>
            <a:chOff x="2522434" y="5922073"/>
            <a:chExt cx="1693251" cy="464701"/>
          </a:xfrm>
        </p:grpSpPr>
        <p:sp>
          <p:nvSpPr>
            <p:cNvPr id="250" name="TextBox 14">
              <a:extLst>
                <a:ext uri="{FF2B5EF4-FFF2-40B4-BE49-F238E27FC236}">
                  <a16:creationId xmlns:a16="http://schemas.microsoft.com/office/drawing/2014/main" id="{93109C0F-11E3-2CA5-6BB9-1DEEF9E89DA3}"/>
                </a:ext>
              </a:extLst>
            </p:cNvPr>
            <p:cNvSpPr txBox="1"/>
            <p:nvPr/>
          </p:nvSpPr>
          <p:spPr>
            <a:xfrm>
              <a:off x="3012993" y="5962630"/>
              <a:ext cx="1202692" cy="4241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>
                <a:lnSpc>
                  <a:spcPts val="3095"/>
                </a:lnSpc>
              </a:pPr>
              <a:r>
                <a:rPr lang="en-US" sz="2800" spc="-131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src</a:t>
              </a:r>
              <a:endParaRPr lang="en-US" sz="2800" spc="-13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pic>
          <p:nvPicPr>
            <p:cNvPr id="251" name="Imagen 250" descr="Icono De Carpeta Morada">
              <a:extLst>
                <a:ext uri="{FF2B5EF4-FFF2-40B4-BE49-F238E27FC236}">
                  <a16:creationId xmlns:a16="http://schemas.microsoft.com/office/drawing/2014/main" id="{319BDC26-80C8-CF40-D387-01663210F81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522434" y="5922073"/>
              <a:ext cx="447528" cy="447528"/>
            </a:xfrm>
            <a:prstGeom prst="rect">
              <a:avLst/>
            </a:prstGeom>
          </p:spPr>
        </p:pic>
      </p:grpSp>
      <p:grpSp>
        <p:nvGrpSpPr>
          <p:cNvPr id="252" name="Grupo 251">
            <a:extLst>
              <a:ext uri="{FF2B5EF4-FFF2-40B4-BE49-F238E27FC236}">
                <a16:creationId xmlns:a16="http://schemas.microsoft.com/office/drawing/2014/main" id="{8413DCC8-3649-D11A-F24B-B6D15E5EACD7}"/>
              </a:ext>
            </a:extLst>
          </p:cNvPr>
          <p:cNvGrpSpPr/>
          <p:nvPr/>
        </p:nvGrpSpPr>
        <p:grpSpPr>
          <a:xfrm>
            <a:off x="3006785" y="6350964"/>
            <a:ext cx="1693251" cy="464701"/>
            <a:chOff x="2522434" y="5922073"/>
            <a:chExt cx="1693251" cy="464701"/>
          </a:xfrm>
        </p:grpSpPr>
        <p:sp>
          <p:nvSpPr>
            <p:cNvPr id="253" name="TextBox 14">
              <a:extLst>
                <a:ext uri="{FF2B5EF4-FFF2-40B4-BE49-F238E27FC236}">
                  <a16:creationId xmlns:a16="http://schemas.microsoft.com/office/drawing/2014/main" id="{75B8D1E9-D3AC-F648-8B5B-C4F0375B5C2E}"/>
                </a:ext>
              </a:extLst>
            </p:cNvPr>
            <p:cNvSpPr txBox="1"/>
            <p:nvPr/>
          </p:nvSpPr>
          <p:spPr>
            <a:xfrm>
              <a:off x="3012993" y="5962630"/>
              <a:ext cx="1202692" cy="4241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>
                <a:lnSpc>
                  <a:spcPts val="3095"/>
                </a:lnSpc>
              </a:pPr>
              <a:r>
                <a:rPr lang="en-US" sz="2800" spc="-131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img</a:t>
              </a:r>
              <a:endParaRPr lang="en-US" sz="2800" spc="-13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pic>
          <p:nvPicPr>
            <p:cNvPr id="254" name="Imagen 253" descr="Icono De Carpeta Morada">
              <a:extLst>
                <a:ext uri="{FF2B5EF4-FFF2-40B4-BE49-F238E27FC236}">
                  <a16:creationId xmlns:a16="http://schemas.microsoft.com/office/drawing/2014/main" id="{500FA98C-7B09-9792-151F-B5FD9441804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522434" y="5922073"/>
              <a:ext cx="447528" cy="447528"/>
            </a:xfrm>
            <a:prstGeom prst="rect">
              <a:avLst/>
            </a:prstGeom>
          </p:spPr>
        </p:pic>
      </p:grpSp>
      <p:grpSp>
        <p:nvGrpSpPr>
          <p:cNvPr id="256" name="Group 57">
            <a:extLst>
              <a:ext uri="{FF2B5EF4-FFF2-40B4-BE49-F238E27FC236}">
                <a16:creationId xmlns:a16="http://schemas.microsoft.com/office/drawing/2014/main" id="{954E32F1-8B4B-B455-C3C5-54308D0346B2}"/>
              </a:ext>
            </a:extLst>
          </p:cNvPr>
          <p:cNvGrpSpPr/>
          <p:nvPr/>
        </p:nvGrpSpPr>
        <p:grpSpPr>
          <a:xfrm>
            <a:off x="3474658" y="7327350"/>
            <a:ext cx="1876174" cy="413190"/>
            <a:chOff x="0" y="-66675"/>
            <a:chExt cx="2644177" cy="578498"/>
          </a:xfrm>
        </p:grpSpPr>
        <p:sp>
          <p:nvSpPr>
            <p:cNvPr id="264" name="TextBox 58">
              <a:extLst>
                <a:ext uri="{FF2B5EF4-FFF2-40B4-BE49-F238E27FC236}">
                  <a16:creationId xmlns:a16="http://schemas.microsoft.com/office/drawing/2014/main" id="{460EC1AA-5A89-D725-1E69-F425157CF958}"/>
                </a:ext>
              </a:extLst>
            </p:cNvPr>
            <p:cNvSpPr txBox="1"/>
            <p:nvPr/>
          </p:nvSpPr>
          <p:spPr>
            <a:xfrm>
              <a:off x="455042" y="-66675"/>
              <a:ext cx="2189135" cy="5784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3359"/>
                </a:lnSpc>
              </a:pPr>
              <a:r>
                <a:rPr lang="en-US" sz="2400" spc="-6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Img-2.png</a:t>
              </a:r>
            </a:p>
          </p:txBody>
        </p:sp>
        <p:grpSp>
          <p:nvGrpSpPr>
            <p:cNvPr id="265" name="Group 59">
              <a:extLst>
                <a:ext uri="{FF2B5EF4-FFF2-40B4-BE49-F238E27FC236}">
                  <a16:creationId xmlns:a16="http://schemas.microsoft.com/office/drawing/2014/main" id="{CD36B969-5184-6764-A549-5B3624A96704}"/>
                </a:ext>
              </a:extLst>
            </p:cNvPr>
            <p:cNvGrpSpPr/>
            <p:nvPr/>
          </p:nvGrpSpPr>
          <p:grpSpPr>
            <a:xfrm>
              <a:off x="0" y="69221"/>
              <a:ext cx="350938" cy="339139"/>
              <a:chOff x="0" y="0"/>
              <a:chExt cx="69321" cy="66990"/>
            </a:xfrm>
          </p:grpSpPr>
          <p:sp>
            <p:nvSpPr>
              <p:cNvPr id="266" name="Freeform 60">
                <a:extLst>
                  <a:ext uri="{FF2B5EF4-FFF2-40B4-BE49-F238E27FC236}">
                    <a16:creationId xmlns:a16="http://schemas.microsoft.com/office/drawing/2014/main" id="{C5E79DDB-0CBD-2EA4-8606-F46465655ECA}"/>
                  </a:ext>
                </a:extLst>
              </p:cNvPr>
              <p:cNvSpPr/>
              <p:nvPr/>
            </p:nvSpPr>
            <p:spPr>
              <a:xfrm>
                <a:off x="0" y="0"/>
                <a:ext cx="69321" cy="66990"/>
              </a:xfrm>
              <a:custGeom>
                <a:avLst/>
                <a:gdLst/>
                <a:ahLst/>
                <a:cxnLst/>
                <a:rect l="l" t="t" r="r" b="b"/>
                <a:pathLst>
                  <a:path w="69321" h="66990">
                    <a:moveTo>
                      <a:pt x="0" y="0"/>
                    </a:moveTo>
                    <a:lnTo>
                      <a:pt x="69321" y="0"/>
                    </a:lnTo>
                    <a:lnTo>
                      <a:pt x="69321" y="66990"/>
                    </a:lnTo>
                    <a:lnTo>
                      <a:pt x="0" y="6699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267" name="TextBox 61">
                <a:extLst>
                  <a:ext uri="{FF2B5EF4-FFF2-40B4-BE49-F238E27FC236}">
                    <a16:creationId xmlns:a16="http://schemas.microsoft.com/office/drawing/2014/main" id="{D9AE8165-5A35-DD58-ABBC-E20005DF7E3D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69321" cy="860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 dirty="0"/>
              </a:p>
            </p:txBody>
          </p:sp>
        </p:grpSp>
      </p:grpSp>
      <p:sp>
        <p:nvSpPr>
          <p:cNvPr id="257" name="TextBox 71">
            <a:extLst>
              <a:ext uri="{FF2B5EF4-FFF2-40B4-BE49-F238E27FC236}">
                <a16:creationId xmlns:a16="http://schemas.microsoft.com/office/drawing/2014/main" id="{E267DCF9-0C1E-0ACB-2F1D-2DED6210C8BD}"/>
              </a:ext>
            </a:extLst>
          </p:cNvPr>
          <p:cNvSpPr txBox="1"/>
          <p:nvPr/>
        </p:nvSpPr>
        <p:spPr>
          <a:xfrm>
            <a:off x="3475528" y="7778279"/>
            <a:ext cx="249008" cy="311112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1874"/>
              </a:lnSpc>
            </a:pPr>
            <a:endParaRPr/>
          </a:p>
        </p:txBody>
      </p:sp>
      <p:grpSp>
        <p:nvGrpSpPr>
          <p:cNvPr id="258" name="Group 72">
            <a:extLst>
              <a:ext uri="{FF2B5EF4-FFF2-40B4-BE49-F238E27FC236}">
                <a16:creationId xmlns:a16="http://schemas.microsoft.com/office/drawing/2014/main" id="{8268AB6A-5104-4306-E24E-B86C38AC9A47}"/>
              </a:ext>
            </a:extLst>
          </p:cNvPr>
          <p:cNvGrpSpPr/>
          <p:nvPr/>
        </p:nvGrpSpPr>
        <p:grpSpPr>
          <a:xfrm>
            <a:off x="3458141" y="6900648"/>
            <a:ext cx="2473533" cy="413190"/>
            <a:chOff x="0" y="-66674"/>
            <a:chExt cx="3486061" cy="578499"/>
          </a:xfrm>
        </p:grpSpPr>
        <p:sp>
          <p:nvSpPr>
            <p:cNvPr id="260" name="TextBox 73">
              <a:extLst>
                <a:ext uri="{FF2B5EF4-FFF2-40B4-BE49-F238E27FC236}">
                  <a16:creationId xmlns:a16="http://schemas.microsoft.com/office/drawing/2014/main" id="{60C83A20-30BC-CA29-64FE-9BE1DA71E5C7}"/>
                </a:ext>
              </a:extLst>
            </p:cNvPr>
            <p:cNvSpPr txBox="1"/>
            <p:nvPr/>
          </p:nvSpPr>
          <p:spPr>
            <a:xfrm>
              <a:off x="455044" y="-66674"/>
              <a:ext cx="3031017" cy="5784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3359"/>
                </a:lnSpc>
              </a:pPr>
              <a:r>
                <a:rPr lang="en-US" sz="2400" spc="-6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Img-1.png</a:t>
              </a:r>
            </a:p>
          </p:txBody>
        </p:sp>
        <p:grpSp>
          <p:nvGrpSpPr>
            <p:cNvPr id="261" name="Group 74">
              <a:extLst>
                <a:ext uri="{FF2B5EF4-FFF2-40B4-BE49-F238E27FC236}">
                  <a16:creationId xmlns:a16="http://schemas.microsoft.com/office/drawing/2014/main" id="{3DF98653-87E9-9AB7-BB5B-32C5F5C6FA83}"/>
                </a:ext>
              </a:extLst>
            </p:cNvPr>
            <p:cNvGrpSpPr/>
            <p:nvPr/>
          </p:nvGrpSpPr>
          <p:grpSpPr>
            <a:xfrm>
              <a:off x="0" y="69221"/>
              <a:ext cx="350938" cy="339139"/>
              <a:chOff x="0" y="0"/>
              <a:chExt cx="69321" cy="66990"/>
            </a:xfrm>
          </p:grpSpPr>
          <p:sp>
            <p:nvSpPr>
              <p:cNvPr id="262" name="Freeform 75">
                <a:extLst>
                  <a:ext uri="{FF2B5EF4-FFF2-40B4-BE49-F238E27FC236}">
                    <a16:creationId xmlns:a16="http://schemas.microsoft.com/office/drawing/2014/main" id="{9345CE77-1603-D6DA-7C46-C1AD7AA776E8}"/>
                  </a:ext>
                </a:extLst>
              </p:cNvPr>
              <p:cNvSpPr/>
              <p:nvPr/>
            </p:nvSpPr>
            <p:spPr>
              <a:xfrm>
                <a:off x="0" y="0"/>
                <a:ext cx="69321" cy="66990"/>
              </a:xfrm>
              <a:custGeom>
                <a:avLst/>
                <a:gdLst/>
                <a:ahLst/>
                <a:cxnLst/>
                <a:rect l="l" t="t" r="r" b="b"/>
                <a:pathLst>
                  <a:path w="69321" h="66990">
                    <a:moveTo>
                      <a:pt x="0" y="0"/>
                    </a:moveTo>
                    <a:lnTo>
                      <a:pt x="69321" y="0"/>
                    </a:lnTo>
                    <a:lnTo>
                      <a:pt x="69321" y="66990"/>
                    </a:lnTo>
                    <a:lnTo>
                      <a:pt x="0" y="66990"/>
                    </a:lnTo>
                    <a:close/>
                  </a:path>
                </a:pathLst>
              </a:custGeom>
              <a:solidFill>
                <a:srgbClr val="00B0F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263" name="TextBox 76">
                <a:extLst>
                  <a:ext uri="{FF2B5EF4-FFF2-40B4-BE49-F238E27FC236}">
                    <a16:creationId xmlns:a16="http://schemas.microsoft.com/office/drawing/2014/main" id="{ABFA2606-CD23-A6F0-9055-CE1971AD649E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69321" cy="860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</p:grpSp>
      <p:grpSp>
        <p:nvGrpSpPr>
          <p:cNvPr id="268" name="Grupo 267">
            <a:extLst>
              <a:ext uri="{FF2B5EF4-FFF2-40B4-BE49-F238E27FC236}">
                <a16:creationId xmlns:a16="http://schemas.microsoft.com/office/drawing/2014/main" id="{C199EE13-E6CD-FC06-EB43-F398B35B57EA}"/>
              </a:ext>
            </a:extLst>
          </p:cNvPr>
          <p:cNvGrpSpPr/>
          <p:nvPr/>
        </p:nvGrpSpPr>
        <p:grpSpPr>
          <a:xfrm>
            <a:off x="3006921" y="4017371"/>
            <a:ext cx="2059361" cy="471819"/>
            <a:chOff x="2522434" y="5922073"/>
            <a:chExt cx="2059361" cy="471819"/>
          </a:xfrm>
        </p:grpSpPr>
        <p:sp>
          <p:nvSpPr>
            <p:cNvPr id="269" name="TextBox 14">
              <a:extLst>
                <a:ext uri="{FF2B5EF4-FFF2-40B4-BE49-F238E27FC236}">
                  <a16:creationId xmlns:a16="http://schemas.microsoft.com/office/drawing/2014/main" id="{4AD0687E-EF44-1101-8995-23EA9E9327B3}"/>
                </a:ext>
              </a:extLst>
            </p:cNvPr>
            <p:cNvSpPr txBox="1"/>
            <p:nvPr/>
          </p:nvSpPr>
          <p:spPr>
            <a:xfrm>
              <a:off x="3012992" y="5962630"/>
              <a:ext cx="1568803" cy="4312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>
                <a:lnSpc>
                  <a:spcPts val="3095"/>
                </a:lnSpc>
              </a:pPr>
              <a:r>
                <a:rPr lang="en-US" sz="2800" spc="-131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frontend</a:t>
              </a:r>
            </a:p>
          </p:txBody>
        </p:sp>
        <p:pic>
          <p:nvPicPr>
            <p:cNvPr id="270" name="Imagen 269" descr="Icono De Carpeta Morada">
              <a:extLst>
                <a:ext uri="{FF2B5EF4-FFF2-40B4-BE49-F238E27FC236}">
                  <a16:creationId xmlns:a16="http://schemas.microsoft.com/office/drawing/2014/main" id="{9585BF00-0664-84BD-78EE-A1F85AE47A0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522434" y="5922073"/>
              <a:ext cx="447528" cy="447528"/>
            </a:xfrm>
            <a:prstGeom prst="rect">
              <a:avLst/>
            </a:prstGeom>
          </p:spPr>
        </p:pic>
      </p:grpSp>
      <p:grpSp>
        <p:nvGrpSpPr>
          <p:cNvPr id="10" name="Group 57">
            <a:extLst>
              <a:ext uri="{FF2B5EF4-FFF2-40B4-BE49-F238E27FC236}">
                <a16:creationId xmlns:a16="http://schemas.microsoft.com/office/drawing/2014/main" id="{6470CEBA-3EF0-46E4-F85B-9BBC1ED0C47D}"/>
              </a:ext>
            </a:extLst>
          </p:cNvPr>
          <p:cNvGrpSpPr/>
          <p:nvPr/>
        </p:nvGrpSpPr>
        <p:grpSpPr>
          <a:xfrm>
            <a:off x="3529384" y="4985818"/>
            <a:ext cx="1876174" cy="341111"/>
            <a:chOff x="0" y="0"/>
            <a:chExt cx="2644177" cy="477582"/>
          </a:xfrm>
        </p:grpSpPr>
        <p:sp>
          <p:nvSpPr>
            <p:cNvPr id="11" name="TextBox 58">
              <a:extLst>
                <a:ext uri="{FF2B5EF4-FFF2-40B4-BE49-F238E27FC236}">
                  <a16:creationId xmlns:a16="http://schemas.microsoft.com/office/drawing/2014/main" id="{C8DC2781-3ACC-F5FA-AFF7-9C475D7A2F48}"/>
                </a:ext>
              </a:extLst>
            </p:cNvPr>
            <p:cNvSpPr txBox="1"/>
            <p:nvPr/>
          </p:nvSpPr>
          <p:spPr>
            <a:xfrm>
              <a:off x="455042" y="-66675"/>
              <a:ext cx="2189134" cy="5442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3359"/>
                </a:lnSpc>
              </a:pPr>
              <a:r>
                <a:rPr lang="en-US" sz="2400" spc="-6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styles.css</a:t>
              </a:r>
            </a:p>
          </p:txBody>
        </p:sp>
        <p:grpSp>
          <p:nvGrpSpPr>
            <p:cNvPr id="12" name="Group 59">
              <a:extLst>
                <a:ext uri="{FF2B5EF4-FFF2-40B4-BE49-F238E27FC236}">
                  <a16:creationId xmlns:a16="http://schemas.microsoft.com/office/drawing/2014/main" id="{9A5D4554-6A8C-7F44-B674-4F6A8B82D619}"/>
                </a:ext>
              </a:extLst>
            </p:cNvPr>
            <p:cNvGrpSpPr/>
            <p:nvPr/>
          </p:nvGrpSpPr>
          <p:grpSpPr>
            <a:xfrm>
              <a:off x="0" y="69221"/>
              <a:ext cx="350938" cy="339139"/>
              <a:chOff x="0" y="0"/>
              <a:chExt cx="69321" cy="66990"/>
            </a:xfrm>
          </p:grpSpPr>
          <p:sp>
            <p:nvSpPr>
              <p:cNvPr id="13" name="Freeform 60">
                <a:extLst>
                  <a:ext uri="{FF2B5EF4-FFF2-40B4-BE49-F238E27FC236}">
                    <a16:creationId xmlns:a16="http://schemas.microsoft.com/office/drawing/2014/main" id="{8C8DB07C-5285-DFAA-0C4A-3D3092C4AD08}"/>
                  </a:ext>
                </a:extLst>
              </p:cNvPr>
              <p:cNvSpPr/>
              <p:nvPr/>
            </p:nvSpPr>
            <p:spPr>
              <a:xfrm>
                <a:off x="0" y="0"/>
                <a:ext cx="69321" cy="66990"/>
              </a:xfrm>
              <a:custGeom>
                <a:avLst/>
                <a:gdLst/>
                <a:ahLst/>
                <a:cxnLst/>
                <a:rect l="l" t="t" r="r" b="b"/>
                <a:pathLst>
                  <a:path w="69321" h="66990">
                    <a:moveTo>
                      <a:pt x="0" y="0"/>
                    </a:moveTo>
                    <a:lnTo>
                      <a:pt x="69321" y="0"/>
                    </a:lnTo>
                    <a:lnTo>
                      <a:pt x="69321" y="66990"/>
                    </a:lnTo>
                    <a:lnTo>
                      <a:pt x="0" y="66990"/>
                    </a:lnTo>
                    <a:close/>
                  </a:path>
                </a:pathLst>
              </a:custGeom>
              <a:solidFill>
                <a:srgbClr val="CB6CE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14" name="TextBox 61">
                <a:extLst>
                  <a:ext uri="{FF2B5EF4-FFF2-40B4-BE49-F238E27FC236}">
                    <a16:creationId xmlns:a16="http://schemas.microsoft.com/office/drawing/2014/main" id="{96C8CCBF-5CE5-5B62-9D82-12E634644BBE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69321" cy="860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 dirty="0"/>
              </a:p>
            </p:txBody>
          </p:sp>
        </p:grpSp>
      </p:grpSp>
      <p:sp>
        <p:nvSpPr>
          <p:cNvPr id="218" name="Rectángulo 217">
            <a:extLst>
              <a:ext uri="{FF2B5EF4-FFF2-40B4-BE49-F238E27FC236}">
                <a16:creationId xmlns:a16="http://schemas.microsoft.com/office/drawing/2014/main" id="{CAC6729F-5C3B-8CFE-3BE4-65CE0CFE1C1C}"/>
              </a:ext>
            </a:extLst>
          </p:cNvPr>
          <p:cNvSpPr/>
          <p:nvPr/>
        </p:nvSpPr>
        <p:spPr>
          <a:xfrm>
            <a:off x="3246393" y="5152688"/>
            <a:ext cx="2150657" cy="5675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BF0D528B-FC7D-F82A-E4F6-B81D982D7573}"/>
              </a:ext>
            </a:extLst>
          </p:cNvPr>
          <p:cNvGrpSpPr/>
          <p:nvPr/>
        </p:nvGrpSpPr>
        <p:grpSpPr>
          <a:xfrm>
            <a:off x="3530672" y="5809070"/>
            <a:ext cx="1995646" cy="413190"/>
            <a:chOff x="3899399" y="2821328"/>
            <a:chExt cx="1995646" cy="413190"/>
          </a:xfrm>
        </p:grpSpPr>
        <p:sp>
          <p:nvSpPr>
            <p:cNvPr id="16" name="TextBox 68">
              <a:extLst>
                <a:ext uri="{FF2B5EF4-FFF2-40B4-BE49-F238E27FC236}">
                  <a16:creationId xmlns:a16="http://schemas.microsoft.com/office/drawing/2014/main" id="{09DBC4F3-4A5B-6B95-7644-FB6B92DEA665}"/>
                </a:ext>
              </a:extLst>
            </p:cNvPr>
            <p:cNvSpPr txBox="1"/>
            <p:nvPr/>
          </p:nvSpPr>
          <p:spPr>
            <a:xfrm>
              <a:off x="4222274" y="2821328"/>
              <a:ext cx="1672771" cy="4131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3359"/>
                </a:lnSpc>
              </a:pPr>
              <a:r>
                <a:rPr lang="en-US" sz="2400" spc="-6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styles-2.js</a:t>
              </a:r>
            </a:p>
          </p:txBody>
        </p:sp>
        <p:sp>
          <p:nvSpPr>
            <p:cNvPr id="20" name="Freeform 70">
              <a:extLst>
                <a:ext uri="{FF2B5EF4-FFF2-40B4-BE49-F238E27FC236}">
                  <a16:creationId xmlns:a16="http://schemas.microsoft.com/office/drawing/2014/main" id="{1FEC18D0-D499-089B-4928-EB965BB3DA03}"/>
                </a:ext>
              </a:extLst>
            </p:cNvPr>
            <p:cNvSpPr/>
            <p:nvPr/>
          </p:nvSpPr>
          <p:spPr>
            <a:xfrm>
              <a:off x="3899399" y="2918391"/>
              <a:ext cx="249008" cy="242229"/>
            </a:xfrm>
            <a:custGeom>
              <a:avLst/>
              <a:gdLst/>
              <a:ahLst/>
              <a:cxnLst/>
              <a:rect l="l" t="t" r="r" b="b"/>
              <a:pathLst>
                <a:path w="69321" h="66990">
                  <a:moveTo>
                    <a:pt x="0" y="0"/>
                  </a:moveTo>
                  <a:lnTo>
                    <a:pt x="69321" y="0"/>
                  </a:lnTo>
                  <a:lnTo>
                    <a:pt x="69321" y="66990"/>
                  </a:lnTo>
                  <a:lnTo>
                    <a:pt x="0" y="66990"/>
                  </a:lnTo>
                  <a:close/>
                </a:path>
              </a:pathLst>
            </a:custGeom>
            <a:solidFill>
              <a:srgbClr val="FFFF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21" name="Group 57">
            <a:extLst>
              <a:ext uri="{FF2B5EF4-FFF2-40B4-BE49-F238E27FC236}">
                <a16:creationId xmlns:a16="http://schemas.microsoft.com/office/drawing/2014/main" id="{8E6043C8-9F29-B261-2FF8-38A29C3E6A98}"/>
              </a:ext>
            </a:extLst>
          </p:cNvPr>
          <p:cNvGrpSpPr/>
          <p:nvPr/>
        </p:nvGrpSpPr>
        <p:grpSpPr>
          <a:xfrm>
            <a:off x="3474658" y="7327350"/>
            <a:ext cx="1876174" cy="413190"/>
            <a:chOff x="0" y="-66675"/>
            <a:chExt cx="2644177" cy="578498"/>
          </a:xfrm>
        </p:grpSpPr>
        <p:sp>
          <p:nvSpPr>
            <p:cNvPr id="22" name="TextBox 58">
              <a:extLst>
                <a:ext uri="{FF2B5EF4-FFF2-40B4-BE49-F238E27FC236}">
                  <a16:creationId xmlns:a16="http://schemas.microsoft.com/office/drawing/2014/main" id="{891D6123-0C0A-BB22-6106-8500761AF61B}"/>
                </a:ext>
              </a:extLst>
            </p:cNvPr>
            <p:cNvSpPr txBox="1"/>
            <p:nvPr/>
          </p:nvSpPr>
          <p:spPr>
            <a:xfrm>
              <a:off x="455042" y="-66675"/>
              <a:ext cx="2189135" cy="5784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3359"/>
                </a:lnSpc>
              </a:pPr>
              <a:r>
                <a:rPr lang="en-US" sz="2400" spc="-6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Img-2.png</a:t>
              </a:r>
            </a:p>
          </p:txBody>
        </p:sp>
        <p:grpSp>
          <p:nvGrpSpPr>
            <p:cNvPr id="23" name="Group 59">
              <a:extLst>
                <a:ext uri="{FF2B5EF4-FFF2-40B4-BE49-F238E27FC236}">
                  <a16:creationId xmlns:a16="http://schemas.microsoft.com/office/drawing/2014/main" id="{71A8A97A-7C82-0E4B-83A5-C3CE8ED5D44C}"/>
                </a:ext>
              </a:extLst>
            </p:cNvPr>
            <p:cNvGrpSpPr/>
            <p:nvPr/>
          </p:nvGrpSpPr>
          <p:grpSpPr>
            <a:xfrm>
              <a:off x="0" y="69221"/>
              <a:ext cx="350938" cy="339139"/>
              <a:chOff x="0" y="0"/>
              <a:chExt cx="69321" cy="66990"/>
            </a:xfrm>
          </p:grpSpPr>
          <p:sp>
            <p:nvSpPr>
              <p:cNvPr id="24" name="Freeform 60">
                <a:extLst>
                  <a:ext uri="{FF2B5EF4-FFF2-40B4-BE49-F238E27FC236}">
                    <a16:creationId xmlns:a16="http://schemas.microsoft.com/office/drawing/2014/main" id="{3668D774-0E00-2432-50C3-002FED9039FE}"/>
                  </a:ext>
                </a:extLst>
              </p:cNvPr>
              <p:cNvSpPr/>
              <p:nvPr/>
            </p:nvSpPr>
            <p:spPr>
              <a:xfrm>
                <a:off x="0" y="0"/>
                <a:ext cx="69321" cy="66990"/>
              </a:xfrm>
              <a:custGeom>
                <a:avLst/>
                <a:gdLst/>
                <a:ahLst/>
                <a:cxnLst/>
                <a:rect l="l" t="t" r="r" b="b"/>
                <a:pathLst>
                  <a:path w="69321" h="66990">
                    <a:moveTo>
                      <a:pt x="0" y="0"/>
                    </a:moveTo>
                    <a:lnTo>
                      <a:pt x="69321" y="0"/>
                    </a:lnTo>
                    <a:lnTo>
                      <a:pt x="69321" y="66990"/>
                    </a:lnTo>
                    <a:lnTo>
                      <a:pt x="0" y="6699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25" name="TextBox 61">
                <a:extLst>
                  <a:ext uri="{FF2B5EF4-FFF2-40B4-BE49-F238E27FC236}">
                    <a16:creationId xmlns:a16="http://schemas.microsoft.com/office/drawing/2014/main" id="{2DAEDC9C-99D5-0C33-87AE-EE21DE39A928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69321" cy="860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 dirty="0"/>
              </a:p>
            </p:txBody>
          </p:sp>
        </p:grpSp>
      </p:grpSp>
      <p:sp>
        <p:nvSpPr>
          <p:cNvPr id="259" name="Rectángulo 258">
            <a:extLst>
              <a:ext uri="{FF2B5EF4-FFF2-40B4-BE49-F238E27FC236}">
                <a16:creationId xmlns:a16="http://schemas.microsoft.com/office/drawing/2014/main" id="{310471F1-8D92-ACF1-FFCD-C3FBBFAF701A}"/>
              </a:ext>
            </a:extLst>
          </p:cNvPr>
          <p:cNvSpPr/>
          <p:nvPr/>
        </p:nvSpPr>
        <p:spPr>
          <a:xfrm>
            <a:off x="3189102" y="7541884"/>
            <a:ext cx="2150657" cy="5675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grpSp>
        <p:nvGrpSpPr>
          <p:cNvPr id="26" name="Group 57">
            <a:extLst>
              <a:ext uri="{FF2B5EF4-FFF2-40B4-BE49-F238E27FC236}">
                <a16:creationId xmlns:a16="http://schemas.microsoft.com/office/drawing/2014/main" id="{0B77A773-942C-F407-A8EE-E7A448A4A7FC}"/>
              </a:ext>
            </a:extLst>
          </p:cNvPr>
          <p:cNvGrpSpPr/>
          <p:nvPr/>
        </p:nvGrpSpPr>
        <p:grpSpPr>
          <a:xfrm>
            <a:off x="14078744" y="1985671"/>
            <a:ext cx="1876174" cy="341111"/>
            <a:chOff x="0" y="0"/>
            <a:chExt cx="2644177" cy="477582"/>
          </a:xfrm>
        </p:grpSpPr>
        <p:sp>
          <p:nvSpPr>
            <p:cNvPr id="27" name="TextBox 58">
              <a:extLst>
                <a:ext uri="{FF2B5EF4-FFF2-40B4-BE49-F238E27FC236}">
                  <a16:creationId xmlns:a16="http://schemas.microsoft.com/office/drawing/2014/main" id="{189D14BF-4205-10E0-B9A1-E34BC6CF9504}"/>
                </a:ext>
              </a:extLst>
            </p:cNvPr>
            <p:cNvSpPr txBox="1"/>
            <p:nvPr/>
          </p:nvSpPr>
          <p:spPr>
            <a:xfrm>
              <a:off x="455042" y="-66675"/>
              <a:ext cx="2189134" cy="5442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3359"/>
                </a:lnSpc>
              </a:pPr>
              <a:r>
                <a:rPr lang="en-US" sz="2400" spc="-6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styles.css</a:t>
              </a:r>
            </a:p>
          </p:txBody>
        </p:sp>
        <p:grpSp>
          <p:nvGrpSpPr>
            <p:cNvPr id="28" name="Group 59">
              <a:extLst>
                <a:ext uri="{FF2B5EF4-FFF2-40B4-BE49-F238E27FC236}">
                  <a16:creationId xmlns:a16="http://schemas.microsoft.com/office/drawing/2014/main" id="{A7DBB806-2344-028D-022E-0DAECBC02184}"/>
                </a:ext>
              </a:extLst>
            </p:cNvPr>
            <p:cNvGrpSpPr/>
            <p:nvPr/>
          </p:nvGrpSpPr>
          <p:grpSpPr>
            <a:xfrm>
              <a:off x="0" y="69221"/>
              <a:ext cx="350938" cy="339139"/>
              <a:chOff x="0" y="0"/>
              <a:chExt cx="69321" cy="66990"/>
            </a:xfrm>
          </p:grpSpPr>
          <p:sp>
            <p:nvSpPr>
              <p:cNvPr id="29" name="Freeform 60">
                <a:extLst>
                  <a:ext uri="{FF2B5EF4-FFF2-40B4-BE49-F238E27FC236}">
                    <a16:creationId xmlns:a16="http://schemas.microsoft.com/office/drawing/2014/main" id="{29DBBA69-277F-928A-0ED0-2CB84BC48953}"/>
                  </a:ext>
                </a:extLst>
              </p:cNvPr>
              <p:cNvSpPr/>
              <p:nvPr/>
            </p:nvSpPr>
            <p:spPr>
              <a:xfrm>
                <a:off x="0" y="0"/>
                <a:ext cx="69321" cy="66990"/>
              </a:xfrm>
              <a:custGeom>
                <a:avLst/>
                <a:gdLst/>
                <a:ahLst/>
                <a:cxnLst/>
                <a:rect l="l" t="t" r="r" b="b"/>
                <a:pathLst>
                  <a:path w="69321" h="66990">
                    <a:moveTo>
                      <a:pt x="0" y="0"/>
                    </a:moveTo>
                    <a:lnTo>
                      <a:pt x="69321" y="0"/>
                    </a:lnTo>
                    <a:lnTo>
                      <a:pt x="69321" y="66990"/>
                    </a:lnTo>
                    <a:lnTo>
                      <a:pt x="0" y="66990"/>
                    </a:lnTo>
                    <a:close/>
                  </a:path>
                </a:pathLst>
              </a:custGeom>
              <a:solidFill>
                <a:srgbClr val="CB6CE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30" name="TextBox 61">
                <a:extLst>
                  <a:ext uri="{FF2B5EF4-FFF2-40B4-BE49-F238E27FC236}">
                    <a16:creationId xmlns:a16="http://schemas.microsoft.com/office/drawing/2014/main" id="{8499727D-05D9-18BE-09C6-B6CBDCE6B259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69321" cy="860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 dirty="0"/>
              </a:p>
            </p:txBody>
          </p:sp>
        </p:grpSp>
      </p:grpSp>
      <p:grpSp>
        <p:nvGrpSpPr>
          <p:cNvPr id="31" name="Grupo 30">
            <a:extLst>
              <a:ext uri="{FF2B5EF4-FFF2-40B4-BE49-F238E27FC236}">
                <a16:creationId xmlns:a16="http://schemas.microsoft.com/office/drawing/2014/main" id="{F163D9DA-3BE9-5392-C5A0-A8F8E7B0DF0E}"/>
              </a:ext>
            </a:extLst>
          </p:cNvPr>
          <p:cNvGrpSpPr/>
          <p:nvPr/>
        </p:nvGrpSpPr>
        <p:grpSpPr>
          <a:xfrm>
            <a:off x="14049647" y="3036548"/>
            <a:ext cx="1966799" cy="413190"/>
            <a:chOff x="3928246" y="2821328"/>
            <a:chExt cx="1966799" cy="413190"/>
          </a:xfrm>
        </p:grpSpPr>
        <p:sp>
          <p:nvSpPr>
            <p:cNvPr id="32" name="TextBox 68">
              <a:extLst>
                <a:ext uri="{FF2B5EF4-FFF2-40B4-BE49-F238E27FC236}">
                  <a16:creationId xmlns:a16="http://schemas.microsoft.com/office/drawing/2014/main" id="{3EABA2A8-1318-ED47-A740-6BDE0305903D}"/>
                </a:ext>
              </a:extLst>
            </p:cNvPr>
            <p:cNvSpPr txBox="1"/>
            <p:nvPr/>
          </p:nvSpPr>
          <p:spPr>
            <a:xfrm>
              <a:off x="4222274" y="2821328"/>
              <a:ext cx="1672771" cy="4131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3359"/>
                </a:lnSpc>
              </a:pPr>
              <a:r>
                <a:rPr lang="en-US" sz="2400" spc="-6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styles-2.js</a:t>
              </a:r>
            </a:p>
          </p:txBody>
        </p:sp>
        <p:sp>
          <p:nvSpPr>
            <p:cNvPr id="33" name="Freeform 70">
              <a:extLst>
                <a:ext uri="{FF2B5EF4-FFF2-40B4-BE49-F238E27FC236}">
                  <a16:creationId xmlns:a16="http://schemas.microsoft.com/office/drawing/2014/main" id="{D1C12CD5-2924-E43A-79FA-B6C198F8BA03}"/>
                </a:ext>
              </a:extLst>
            </p:cNvPr>
            <p:cNvSpPr/>
            <p:nvPr/>
          </p:nvSpPr>
          <p:spPr>
            <a:xfrm>
              <a:off x="3928246" y="2917775"/>
              <a:ext cx="249008" cy="242229"/>
            </a:xfrm>
            <a:custGeom>
              <a:avLst/>
              <a:gdLst/>
              <a:ahLst/>
              <a:cxnLst/>
              <a:rect l="l" t="t" r="r" b="b"/>
              <a:pathLst>
                <a:path w="69321" h="66990">
                  <a:moveTo>
                    <a:pt x="0" y="0"/>
                  </a:moveTo>
                  <a:lnTo>
                    <a:pt x="69321" y="0"/>
                  </a:lnTo>
                  <a:lnTo>
                    <a:pt x="69321" y="66990"/>
                  </a:lnTo>
                  <a:lnTo>
                    <a:pt x="0" y="66990"/>
                  </a:lnTo>
                  <a:close/>
                </a:path>
              </a:pathLst>
            </a:custGeom>
            <a:solidFill>
              <a:srgbClr val="FFFF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34" name="Group 57">
            <a:extLst>
              <a:ext uri="{FF2B5EF4-FFF2-40B4-BE49-F238E27FC236}">
                <a16:creationId xmlns:a16="http://schemas.microsoft.com/office/drawing/2014/main" id="{AB3C8C29-07E1-47D9-1D67-6E9755F811FA}"/>
              </a:ext>
            </a:extLst>
          </p:cNvPr>
          <p:cNvGrpSpPr/>
          <p:nvPr/>
        </p:nvGrpSpPr>
        <p:grpSpPr>
          <a:xfrm>
            <a:off x="14078744" y="2438845"/>
            <a:ext cx="1876174" cy="413190"/>
            <a:chOff x="0" y="-66675"/>
            <a:chExt cx="2644177" cy="578498"/>
          </a:xfrm>
        </p:grpSpPr>
        <p:sp>
          <p:nvSpPr>
            <p:cNvPr id="35" name="TextBox 58">
              <a:extLst>
                <a:ext uri="{FF2B5EF4-FFF2-40B4-BE49-F238E27FC236}">
                  <a16:creationId xmlns:a16="http://schemas.microsoft.com/office/drawing/2014/main" id="{E0B96BB3-E287-9D25-9A14-896C2AB86FB2}"/>
                </a:ext>
              </a:extLst>
            </p:cNvPr>
            <p:cNvSpPr txBox="1"/>
            <p:nvPr/>
          </p:nvSpPr>
          <p:spPr>
            <a:xfrm>
              <a:off x="455042" y="-66675"/>
              <a:ext cx="2189135" cy="5784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3359"/>
                </a:lnSpc>
              </a:pPr>
              <a:r>
                <a:rPr lang="en-US" sz="2400" spc="-6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Img-2.png</a:t>
              </a:r>
            </a:p>
          </p:txBody>
        </p:sp>
        <p:grpSp>
          <p:nvGrpSpPr>
            <p:cNvPr id="36" name="Group 59">
              <a:extLst>
                <a:ext uri="{FF2B5EF4-FFF2-40B4-BE49-F238E27FC236}">
                  <a16:creationId xmlns:a16="http://schemas.microsoft.com/office/drawing/2014/main" id="{0713EC97-0D56-6703-99AE-ED5E9630848D}"/>
                </a:ext>
              </a:extLst>
            </p:cNvPr>
            <p:cNvGrpSpPr/>
            <p:nvPr/>
          </p:nvGrpSpPr>
          <p:grpSpPr>
            <a:xfrm>
              <a:off x="0" y="69221"/>
              <a:ext cx="350938" cy="339139"/>
              <a:chOff x="0" y="0"/>
              <a:chExt cx="69321" cy="66990"/>
            </a:xfrm>
          </p:grpSpPr>
          <p:sp>
            <p:nvSpPr>
              <p:cNvPr id="37" name="Freeform 60">
                <a:extLst>
                  <a:ext uri="{FF2B5EF4-FFF2-40B4-BE49-F238E27FC236}">
                    <a16:creationId xmlns:a16="http://schemas.microsoft.com/office/drawing/2014/main" id="{1A2E018A-9AD4-C6BC-2134-5597A6566F3D}"/>
                  </a:ext>
                </a:extLst>
              </p:cNvPr>
              <p:cNvSpPr/>
              <p:nvPr/>
            </p:nvSpPr>
            <p:spPr>
              <a:xfrm>
                <a:off x="0" y="0"/>
                <a:ext cx="69321" cy="66990"/>
              </a:xfrm>
              <a:custGeom>
                <a:avLst/>
                <a:gdLst/>
                <a:ahLst/>
                <a:cxnLst/>
                <a:rect l="l" t="t" r="r" b="b"/>
                <a:pathLst>
                  <a:path w="69321" h="66990">
                    <a:moveTo>
                      <a:pt x="0" y="0"/>
                    </a:moveTo>
                    <a:lnTo>
                      <a:pt x="69321" y="0"/>
                    </a:lnTo>
                    <a:lnTo>
                      <a:pt x="69321" y="66990"/>
                    </a:lnTo>
                    <a:lnTo>
                      <a:pt x="0" y="6699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38" name="TextBox 61">
                <a:extLst>
                  <a:ext uri="{FF2B5EF4-FFF2-40B4-BE49-F238E27FC236}">
                    <a16:creationId xmlns:a16="http://schemas.microsoft.com/office/drawing/2014/main" id="{50853F61-327D-5EA4-DF2F-0F82FC701593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69321" cy="860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 dirty="0"/>
              </a:p>
            </p:txBody>
          </p:sp>
        </p:grpSp>
      </p:grpSp>
      <p:grpSp>
        <p:nvGrpSpPr>
          <p:cNvPr id="64" name="Grupo 63">
            <a:extLst>
              <a:ext uri="{FF2B5EF4-FFF2-40B4-BE49-F238E27FC236}">
                <a16:creationId xmlns:a16="http://schemas.microsoft.com/office/drawing/2014/main" id="{26C18E94-2A00-0BF2-0E4D-22DE9F7123F4}"/>
              </a:ext>
            </a:extLst>
          </p:cNvPr>
          <p:cNvGrpSpPr/>
          <p:nvPr/>
        </p:nvGrpSpPr>
        <p:grpSpPr>
          <a:xfrm>
            <a:off x="-228601" y="-478361"/>
            <a:ext cx="2905050" cy="1476032"/>
            <a:chOff x="-228601" y="-478361"/>
            <a:chExt cx="2905050" cy="1476032"/>
          </a:xfrm>
        </p:grpSpPr>
        <p:grpSp>
          <p:nvGrpSpPr>
            <p:cNvPr id="65" name="Group 10">
              <a:extLst>
                <a:ext uri="{FF2B5EF4-FFF2-40B4-BE49-F238E27FC236}">
                  <a16:creationId xmlns:a16="http://schemas.microsoft.com/office/drawing/2014/main" id="{701B1300-5C57-DDE5-B4E1-A2A6C9D89FA9}"/>
                </a:ext>
              </a:extLst>
            </p:cNvPr>
            <p:cNvGrpSpPr/>
            <p:nvPr/>
          </p:nvGrpSpPr>
          <p:grpSpPr>
            <a:xfrm>
              <a:off x="-228601" y="-478361"/>
              <a:ext cx="2905050" cy="1221311"/>
              <a:chOff x="0" y="0"/>
              <a:chExt cx="1355852" cy="720510"/>
            </a:xfrm>
          </p:grpSpPr>
          <p:sp>
            <p:nvSpPr>
              <p:cNvPr id="67" name="Freeform 11">
                <a:extLst>
                  <a:ext uri="{FF2B5EF4-FFF2-40B4-BE49-F238E27FC236}">
                    <a16:creationId xmlns:a16="http://schemas.microsoft.com/office/drawing/2014/main" id="{0249941D-DE62-3E07-81CD-D1A4A5F18761}"/>
                  </a:ext>
                </a:extLst>
              </p:cNvPr>
              <p:cNvSpPr/>
              <p:nvPr/>
            </p:nvSpPr>
            <p:spPr>
              <a:xfrm>
                <a:off x="0" y="0"/>
                <a:ext cx="1355852" cy="720510"/>
              </a:xfrm>
              <a:custGeom>
                <a:avLst/>
                <a:gdLst/>
                <a:ahLst/>
                <a:cxnLst/>
                <a:rect l="l" t="t" r="r" b="b"/>
                <a:pathLst>
                  <a:path w="1355852" h="720510">
                    <a:moveTo>
                      <a:pt x="150387" y="0"/>
                    </a:moveTo>
                    <a:lnTo>
                      <a:pt x="1205465" y="0"/>
                    </a:lnTo>
                    <a:cubicBezTo>
                      <a:pt x="1245350" y="0"/>
                      <a:pt x="1283602" y="15844"/>
                      <a:pt x="1311805" y="44047"/>
                    </a:cubicBezTo>
                    <a:cubicBezTo>
                      <a:pt x="1340008" y="72250"/>
                      <a:pt x="1355852" y="110502"/>
                      <a:pt x="1355852" y="150387"/>
                    </a:cubicBezTo>
                    <a:lnTo>
                      <a:pt x="1355852" y="570123"/>
                    </a:lnTo>
                    <a:cubicBezTo>
                      <a:pt x="1355852" y="653179"/>
                      <a:pt x="1288522" y="720510"/>
                      <a:pt x="1205465" y="720510"/>
                    </a:cubicBezTo>
                    <a:lnTo>
                      <a:pt x="150387" y="720510"/>
                    </a:lnTo>
                    <a:cubicBezTo>
                      <a:pt x="67331" y="720510"/>
                      <a:pt x="0" y="653179"/>
                      <a:pt x="0" y="570123"/>
                    </a:cubicBezTo>
                    <a:lnTo>
                      <a:pt x="0" y="150387"/>
                    </a:lnTo>
                    <a:cubicBezTo>
                      <a:pt x="0" y="67331"/>
                      <a:pt x="67331" y="0"/>
                      <a:pt x="150387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68" name="TextBox 12">
                <a:extLst>
                  <a:ext uri="{FF2B5EF4-FFF2-40B4-BE49-F238E27FC236}">
                    <a16:creationId xmlns:a16="http://schemas.microsoft.com/office/drawing/2014/main" id="{481CED7B-A7EE-24CD-175E-A8DA2D55448D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5852" cy="739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pic>
          <p:nvPicPr>
            <p:cNvPr id="66" name="Imagen 65">
              <a:extLst>
                <a:ext uri="{FF2B5EF4-FFF2-40B4-BE49-F238E27FC236}">
                  <a16:creationId xmlns:a16="http://schemas.microsoft.com/office/drawing/2014/main" id="{48EF0D5A-22AE-825C-F88B-C1E47F46C88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1" y="-375754"/>
              <a:ext cx="1373425" cy="13734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0070873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2.09877E-6 L -0.00104 0.27114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" y="13549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-7.40741E-7 L -0.00017 0.27315 " pathEditMode="relative" rAng="0" ptsTypes="AA">
                                      <p:cBhvr>
                                        <p:cTn id="13" dur="20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" y="13657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1.23457E-6 L -0.00104 0.27469 " pathEditMode="relative" rAng="0" ptsTypes="AA">
                                      <p:cBhvr>
                                        <p:cTn id="15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" y="13735"/>
                                    </p:animMotion>
                                  </p:childTnLst>
                                </p:cTn>
                              </p:par>
                              <p:par>
                                <p:cTn id="16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0556E-6 2.22222E-6 L 0.00122 0.27469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1" y="13735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-7.40741E-7 L -0.00165 0.27469 " pathEditMode="relative" rAng="0" ptsTypes="AA">
                                      <p:cBhvr>
                                        <p:cTn id="19" dur="20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7" y="1373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9" grpId="0"/>
      <p:bldP spid="151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0AE610-C33A-5700-DF4C-F6BEE193D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56F17B3-1B13-4617-629C-CD9EB11ACF15}"/>
              </a:ext>
            </a:extLst>
          </p:cNvPr>
          <p:cNvSpPr/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53946E88-61E6-362C-70B0-FD92E0F70788}"/>
              </a:ext>
            </a:extLst>
          </p:cNvPr>
          <p:cNvGrpSpPr/>
          <p:nvPr/>
        </p:nvGrpSpPr>
        <p:grpSpPr>
          <a:xfrm>
            <a:off x="-698849" y="9575651"/>
            <a:ext cx="19685699" cy="2666805"/>
            <a:chOff x="0" y="0"/>
            <a:chExt cx="5184711" cy="702368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B356B070-E9AD-9770-A92F-F3246808197A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80093EE8-E51D-E1E5-02B8-2B2151AF81B2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F5BB1D44-AEFE-EB19-523D-8BC69AEA5617}"/>
              </a:ext>
            </a:extLst>
          </p:cNvPr>
          <p:cNvSpPr/>
          <p:nvPr/>
        </p:nvSpPr>
        <p:spPr>
          <a:xfrm>
            <a:off x="15872392" y="2091327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1807436E-E254-4CF5-5903-EE896022C558}"/>
              </a:ext>
            </a:extLst>
          </p:cNvPr>
          <p:cNvSpPr/>
          <p:nvPr/>
        </p:nvSpPr>
        <p:spPr>
          <a:xfrm>
            <a:off x="16901092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B3BFF6C2-7FD5-46BF-4360-F22D9995162E}"/>
              </a:ext>
            </a:extLst>
          </p:cNvPr>
          <p:cNvSpPr/>
          <p:nvPr/>
        </p:nvSpPr>
        <p:spPr>
          <a:xfrm flipH="1">
            <a:off x="-1389129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067088BC-6C56-E6FA-5C9B-351040598B10}"/>
              </a:ext>
            </a:extLst>
          </p:cNvPr>
          <p:cNvSpPr/>
          <p:nvPr/>
        </p:nvSpPr>
        <p:spPr>
          <a:xfrm flipH="1">
            <a:off x="-360429" y="2459791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7A74659C-7A15-9D78-EDD9-CF548640AAA6}"/>
              </a:ext>
            </a:extLst>
          </p:cNvPr>
          <p:cNvGrpSpPr/>
          <p:nvPr/>
        </p:nvGrpSpPr>
        <p:grpSpPr>
          <a:xfrm>
            <a:off x="-2221" y="927183"/>
            <a:ext cx="4706728" cy="1723876"/>
            <a:chOff x="0" y="-26737"/>
            <a:chExt cx="1239632" cy="454025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06117A2-DABC-5B66-1DB1-2BCA6DBCDD7E}"/>
                </a:ext>
              </a:extLst>
            </p:cNvPr>
            <p:cNvSpPr/>
            <p:nvPr/>
          </p:nvSpPr>
          <p:spPr>
            <a:xfrm>
              <a:off x="0" y="0"/>
              <a:ext cx="1239632" cy="406400"/>
            </a:xfrm>
            <a:custGeom>
              <a:avLst/>
              <a:gdLst/>
              <a:ahLst/>
              <a:cxnLst/>
              <a:rect l="l" t="t" r="r" b="b"/>
              <a:pathLst>
                <a:path w="1239632" h="406400">
                  <a:moveTo>
                    <a:pt x="1036432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1036432" y="406400"/>
                  </a:lnTo>
                  <a:lnTo>
                    <a:pt x="1239632" y="203200"/>
                  </a:lnTo>
                  <a:lnTo>
                    <a:pt x="1036432" y="0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76801928-2326-BE55-21C3-5AFB55CABF47}"/>
                </a:ext>
              </a:extLst>
            </p:cNvPr>
            <p:cNvSpPr txBox="1"/>
            <p:nvPr/>
          </p:nvSpPr>
          <p:spPr>
            <a:xfrm>
              <a:off x="0" y="-26737"/>
              <a:ext cx="1125332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418"/>
                </a:lnSpc>
              </a:pPr>
              <a:r>
                <a:rPr lang="en-US" sz="4200" spc="-231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&gt; git status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7C772E4B-DE6C-3215-9496-11B7D3D911F3}"/>
              </a:ext>
            </a:extLst>
          </p:cNvPr>
          <p:cNvGrpSpPr/>
          <p:nvPr/>
        </p:nvGrpSpPr>
        <p:grpSpPr>
          <a:xfrm>
            <a:off x="-698849" y="-1923855"/>
            <a:ext cx="19685699" cy="2666805"/>
            <a:chOff x="0" y="0"/>
            <a:chExt cx="5184711" cy="702368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83F8B161-3E53-19DD-7A03-1A8B95C2C3A5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19199505-6178-197D-E808-24DDFF974432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35" name="TextBox 35">
            <a:extLst>
              <a:ext uri="{FF2B5EF4-FFF2-40B4-BE49-F238E27FC236}">
                <a16:creationId xmlns:a16="http://schemas.microsoft.com/office/drawing/2014/main" id="{FC0A1B56-DA56-E121-219D-013AC277644A}"/>
              </a:ext>
            </a:extLst>
          </p:cNvPr>
          <p:cNvSpPr txBox="1"/>
          <p:nvPr/>
        </p:nvSpPr>
        <p:spPr>
          <a:xfrm>
            <a:off x="5071158" y="1315235"/>
            <a:ext cx="12658371" cy="975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 un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comando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puramente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informativo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que no modifica ni borra nada en tus archivos; simplemente te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dice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el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estado actual 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 tu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proyecto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lang="en-US" sz="2799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9" name="TextBox 35">
            <a:extLst>
              <a:ext uri="{FF2B5EF4-FFF2-40B4-BE49-F238E27FC236}">
                <a16:creationId xmlns:a16="http://schemas.microsoft.com/office/drawing/2014/main" id="{BF8043DF-7A39-522F-C619-AAAD60FBB8BC}"/>
              </a:ext>
            </a:extLst>
          </p:cNvPr>
          <p:cNvSpPr txBox="1"/>
          <p:nvPr/>
        </p:nvSpPr>
        <p:spPr>
          <a:xfrm>
            <a:off x="1223213" y="3097333"/>
            <a:ext cx="12658371" cy="4755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Tenemos 3 estados fundamentales</a:t>
            </a:r>
            <a:endParaRPr lang="en-US" sz="2799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3" name="Grupo 12">
            <a:extLst>
              <a:ext uri="{FF2B5EF4-FFF2-40B4-BE49-F238E27FC236}">
                <a16:creationId xmlns:a16="http://schemas.microsoft.com/office/drawing/2014/main" id="{6127BF87-B18D-33D5-E5EE-D5EF2102DF65}"/>
              </a:ext>
            </a:extLst>
          </p:cNvPr>
          <p:cNvGrpSpPr/>
          <p:nvPr/>
        </p:nvGrpSpPr>
        <p:grpSpPr>
          <a:xfrm>
            <a:off x="783742" y="4376691"/>
            <a:ext cx="5183506" cy="3333626"/>
            <a:chOff x="6337647" y="4389234"/>
            <a:chExt cx="5183506" cy="3333626"/>
          </a:xfrm>
        </p:grpSpPr>
        <p:grpSp>
          <p:nvGrpSpPr>
            <p:cNvPr id="15" name="Group 13">
              <a:extLst>
                <a:ext uri="{FF2B5EF4-FFF2-40B4-BE49-F238E27FC236}">
                  <a16:creationId xmlns:a16="http://schemas.microsoft.com/office/drawing/2014/main" id="{8022C087-8B71-F641-61B4-BFA239CEFD92}"/>
                </a:ext>
              </a:extLst>
            </p:cNvPr>
            <p:cNvGrpSpPr/>
            <p:nvPr/>
          </p:nvGrpSpPr>
          <p:grpSpPr>
            <a:xfrm>
              <a:off x="6337647" y="4389234"/>
              <a:ext cx="5183506" cy="3333626"/>
              <a:chOff x="0" y="0"/>
              <a:chExt cx="1351154" cy="731404"/>
            </a:xfrm>
          </p:grpSpPr>
          <p:sp>
            <p:nvSpPr>
              <p:cNvPr id="23" name="Freeform 14">
                <a:extLst>
                  <a:ext uri="{FF2B5EF4-FFF2-40B4-BE49-F238E27FC236}">
                    <a16:creationId xmlns:a16="http://schemas.microsoft.com/office/drawing/2014/main" id="{60F1DE68-D649-31F1-F19F-FF26F89B4530}"/>
                  </a:ext>
                </a:extLst>
              </p:cNvPr>
              <p:cNvSpPr/>
              <p:nvPr/>
            </p:nvSpPr>
            <p:spPr>
              <a:xfrm>
                <a:off x="0" y="0"/>
                <a:ext cx="1351154" cy="731404"/>
              </a:xfrm>
              <a:custGeom>
                <a:avLst/>
                <a:gdLst/>
                <a:ahLst/>
                <a:cxnLst/>
                <a:rect l="l" t="t" r="r" b="b"/>
                <a:pathLst>
                  <a:path w="1351154" h="731404">
                    <a:moveTo>
                      <a:pt x="23027" y="0"/>
                    </a:moveTo>
                    <a:lnTo>
                      <a:pt x="1328127" y="0"/>
                    </a:lnTo>
                    <a:cubicBezTo>
                      <a:pt x="1340845" y="0"/>
                      <a:pt x="1351154" y="10310"/>
                      <a:pt x="1351154" y="23027"/>
                    </a:cubicBezTo>
                    <a:lnTo>
                      <a:pt x="1351154" y="708377"/>
                    </a:lnTo>
                    <a:cubicBezTo>
                      <a:pt x="1351154" y="721094"/>
                      <a:pt x="1340845" y="731404"/>
                      <a:pt x="1328127" y="731404"/>
                    </a:cubicBezTo>
                    <a:lnTo>
                      <a:pt x="23027" y="731404"/>
                    </a:lnTo>
                    <a:cubicBezTo>
                      <a:pt x="10310" y="731404"/>
                      <a:pt x="0" y="721094"/>
                      <a:pt x="0" y="708377"/>
                    </a:cubicBezTo>
                    <a:lnTo>
                      <a:pt x="0" y="23027"/>
                    </a:lnTo>
                    <a:cubicBezTo>
                      <a:pt x="0" y="10310"/>
                      <a:pt x="10310" y="0"/>
                      <a:pt x="23027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38100" cap="rnd">
                <a:solidFill>
                  <a:srgbClr val="B4B4B4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24" name="TextBox 15">
                <a:extLst>
                  <a:ext uri="{FF2B5EF4-FFF2-40B4-BE49-F238E27FC236}">
                    <a16:creationId xmlns:a16="http://schemas.microsoft.com/office/drawing/2014/main" id="{E85B93CC-188F-616F-89B9-B2EF52213479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1154" cy="75045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AD032AFB-2B87-B6F2-9501-F9D0E07438E0}"/>
                </a:ext>
              </a:extLst>
            </p:cNvPr>
            <p:cNvSpPr txBox="1"/>
            <p:nvPr/>
          </p:nvSpPr>
          <p:spPr>
            <a:xfrm>
              <a:off x="6523358" y="4490295"/>
              <a:ext cx="4769193" cy="54765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1" indent="0" algn="ctr">
                <a:lnSpc>
                  <a:spcPts val="4479"/>
                </a:lnSpc>
              </a:pPr>
              <a:r>
                <a:rPr lang="en-US" sz="3199" b="1" spc="-86" dirty="0" err="1">
                  <a:solidFill>
                    <a:srgbClr val="00B050"/>
                  </a:solidFill>
                  <a:latin typeface="Poppins"/>
                  <a:ea typeface="Poppins"/>
                  <a:cs typeface="Poppins"/>
                  <a:sym typeface="Poppins"/>
                </a:rPr>
                <a:t>Preparado</a:t>
              </a:r>
              <a:endParaRPr lang="en-US" sz="3199" b="1" spc="-86" dirty="0">
                <a:solidFill>
                  <a:srgbClr val="00B05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2" name="TextBox 35">
              <a:extLst>
                <a:ext uri="{FF2B5EF4-FFF2-40B4-BE49-F238E27FC236}">
                  <a16:creationId xmlns:a16="http://schemas.microsoft.com/office/drawing/2014/main" id="{92A728C9-C816-085A-5453-D27270859508}"/>
                </a:ext>
              </a:extLst>
            </p:cNvPr>
            <p:cNvSpPr txBox="1"/>
            <p:nvPr/>
          </p:nvSpPr>
          <p:spPr>
            <a:xfrm>
              <a:off x="6574435" y="5385854"/>
              <a:ext cx="4718117" cy="197599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1" indent="0">
                <a:lnSpc>
                  <a:spcPts val="3919"/>
                </a:lnSpc>
              </a:pPr>
              <a:r>
                <a:rPr lang="es-MX" sz="2799" spc="-75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El archivo fue seleccionado, se encuentra en espera y listo para ser empaquetado y guardado</a:t>
              </a:r>
              <a:endPara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pic>
        <p:nvPicPr>
          <p:cNvPr id="14" name="Imagen 13">
            <a:extLst>
              <a:ext uri="{FF2B5EF4-FFF2-40B4-BE49-F238E27FC236}">
                <a16:creationId xmlns:a16="http://schemas.microsoft.com/office/drawing/2014/main" id="{3AFF3D34-568A-6EE2-C967-562E26ABB4D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26763" y="3870977"/>
            <a:ext cx="11583536" cy="5183792"/>
          </a:xfrm>
          <a:prstGeom prst="rect">
            <a:avLst/>
          </a:prstGeom>
        </p:spPr>
      </p:pic>
      <p:grpSp>
        <p:nvGrpSpPr>
          <p:cNvPr id="25" name="Grupo 24">
            <a:extLst>
              <a:ext uri="{FF2B5EF4-FFF2-40B4-BE49-F238E27FC236}">
                <a16:creationId xmlns:a16="http://schemas.microsoft.com/office/drawing/2014/main" id="{4B39F3F9-6FBF-BE87-E722-02A6B1F58845}"/>
              </a:ext>
            </a:extLst>
          </p:cNvPr>
          <p:cNvGrpSpPr/>
          <p:nvPr/>
        </p:nvGrpSpPr>
        <p:grpSpPr>
          <a:xfrm>
            <a:off x="-228601" y="-478361"/>
            <a:ext cx="2905050" cy="1476032"/>
            <a:chOff x="-228601" y="-478361"/>
            <a:chExt cx="2905050" cy="1476032"/>
          </a:xfrm>
        </p:grpSpPr>
        <p:grpSp>
          <p:nvGrpSpPr>
            <p:cNvPr id="26" name="Group 10">
              <a:extLst>
                <a:ext uri="{FF2B5EF4-FFF2-40B4-BE49-F238E27FC236}">
                  <a16:creationId xmlns:a16="http://schemas.microsoft.com/office/drawing/2014/main" id="{C574032F-B615-A1C4-8232-7E04343D7C2B}"/>
                </a:ext>
              </a:extLst>
            </p:cNvPr>
            <p:cNvGrpSpPr/>
            <p:nvPr/>
          </p:nvGrpSpPr>
          <p:grpSpPr>
            <a:xfrm>
              <a:off x="-228601" y="-478361"/>
              <a:ext cx="2905050" cy="1221311"/>
              <a:chOff x="0" y="0"/>
              <a:chExt cx="1355852" cy="720510"/>
            </a:xfrm>
          </p:grpSpPr>
          <p:sp>
            <p:nvSpPr>
              <p:cNvPr id="28" name="Freeform 11">
                <a:extLst>
                  <a:ext uri="{FF2B5EF4-FFF2-40B4-BE49-F238E27FC236}">
                    <a16:creationId xmlns:a16="http://schemas.microsoft.com/office/drawing/2014/main" id="{FFEBAB90-FE39-9882-FE99-E328ACF7DB49}"/>
                  </a:ext>
                </a:extLst>
              </p:cNvPr>
              <p:cNvSpPr/>
              <p:nvPr/>
            </p:nvSpPr>
            <p:spPr>
              <a:xfrm>
                <a:off x="0" y="0"/>
                <a:ext cx="1355852" cy="720510"/>
              </a:xfrm>
              <a:custGeom>
                <a:avLst/>
                <a:gdLst/>
                <a:ahLst/>
                <a:cxnLst/>
                <a:rect l="l" t="t" r="r" b="b"/>
                <a:pathLst>
                  <a:path w="1355852" h="720510">
                    <a:moveTo>
                      <a:pt x="150387" y="0"/>
                    </a:moveTo>
                    <a:lnTo>
                      <a:pt x="1205465" y="0"/>
                    </a:lnTo>
                    <a:cubicBezTo>
                      <a:pt x="1245350" y="0"/>
                      <a:pt x="1283602" y="15844"/>
                      <a:pt x="1311805" y="44047"/>
                    </a:cubicBezTo>
                    <a:cubicBezTo>
                      <a:pt x="1340008" y="72250"/>
                      <a:pt x="1355852" y="110502"/>
                      <a:pt x="1355852" y="150387"/>
                    </a:cubicBezTo>
                    <a:lnTo>
                      <a:pt x="1355852" y="570123"/>
                    </a:lnTo>
                    <a:cubicBezTo>
                      <a:pt x="1355852" y="653179"/>
                      <a:pt x="1288522" y="720510"/>
                      <a:pt x="1205465" y="720510"/>
                    </a:cubicBezTo>
                    <a:lnTo>
                      <a:pt x="150387" y="720510"/>
                    </a:lnTo>
                    <a:cubicBezTo>
                      <a:pt x="67331" y="720510"/>
                      <a:pt x="0" y="653179"/>
                      <a:pt x="0" y="570123"/>
                    </a:cubicBezTo>
                    <a:lnTo>
                      <a:pt x="0" y="150387"/>
                    </a:lnTo>
                    <a:cubicBezTo>
                      <a:pt x="0" y="67331"/>
                      <a:pt x="67331" y="0"/>
                      <a:pt x="150387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29" name="TextBox 12">
                <a:extLst>
                  <a:ext uri="{FF2B5EF4-FFF2-40B4-BE49-F238E27FC236}">
                    <a16:creationId xmlns:a16="http://schemas.microsoft.com/office/drawing/2014/main" id="{CF14277D-AABA-75FD-966A-67BE79DCA008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5852" cy="739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pic>
          <p:nvPicPr>
            <p:cNvPr id="27" name="Imagen 26">
              <a:extLst>
                <a:ext uri="{FF2B5EF4-FFF2-40B4-BE49-F238E27FC236}">
                  <a16:creationId xmlns:a16="http://schemas.microsoft.com/office/drawing/2014/main" id="{746946C5-79A1-CA9B-67BA-03B1370B56D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1" y="-375754"/>
              <a:ext cx="1373425" cy="13734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31169402"/>
      </p:ext>
    </p:extLst>
  </p:cSld>
  <p:clrMapOvr>
    <a:masterClrMapping/>
  </p:clrMapOvr>
  <p:transition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6BECF5-70F1-D767-18E6-8DC71B7CE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4E60722-6D10-01E5-92E6-157B542E691A}"/>
              </a:ext>
            </a:extLst>
          </p:cNvPr>
          <p:cNvSpPr/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C39488AC-E5EB-21C9-D82D-540C6450EDC2}"/>
              </a:ext>
            </a:extLst>
          </p:cNvPr>
          <p:cNvSpPr txBox="1"/>
          <p:nvPr/>
        </p:nvSpPr>
        <p:spPr>
          <a:xfrm>
            <a:off x="1028700" y="3162423"/>
            <a:ext cx="11063266" cy="47192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208"/>
              </a:lnSpc>
            </a:pPr>
            <a:r>
              <a:rPr lang="es-MX" sz="9600" b="1" dirty="0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DESHACER CAMBIOS Y RESTAURAR ARCHIVOS</a:t>
            </a:r>
            <a:endParaRPr lang="en-US" sz="9600" b="1" dirty="0">
              <a:solidFill>
                <a:srgbClr val="FFFFFF"/>
              </a:solidFill>
              <a:latin typeface="Lato Bold"/>
              <a:ea typeface="Lato Bold"/>
              <a:cs typeface="Lato Bold"/>
              <a:sym typeface="Lato Bold"/>
            </a:endParaRP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983E3478-8345-22B6-E2A5-F8FF5C7DCCDA}"/>
              </a:ext>
            </a:extLst>
          </p:cNvPr>
          <p:cNvSpPr/>
          <p:nvPr/>
        </p:nvSpPr>
        <p:spPr>
          <a:xfrm>
            <a:off x="16591623" y="4178664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5" y="0"/>
                </a:lnTo>
                <a:lnTo>
                  <a:pt x="2773815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34E0E902-E65A-409C-24D8-7495907D7F52}"/>
              </a:ext>
            </a:extLst>
          </p:cNvPr>
          <p:cNvSpPr/>
          <p:nvPr/>
        </p:nvSpPr>
        <p:spPr>
          <a:xfrm>
            <a:off x="16467377" y="566559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2DDC8D1E-C4C9-3F71-4B03-32CA5BBB39EC}"/>
              </a:ext>
            </a:extLst>
          </p:cNvPr>
          <p:cNvGrpSpPr/>
          <p:nvPr/>
        </p:nvGrpSpPr>
        <p:grpSpPr>
          <a:xfrm>
            <a:off x="10551309" y="5708718"/>
            <a:ext cx="3549582" cy="3549582"/>
            <a:chOff x="0" y="0"/>
            <a:chExt cx="812800" cy="8128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4400EFFB-F3B7-5770-3E93-78D385D23DA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t="-15513" r="-112750" b="-17166"/>
              </a:stretch>
            </a:blipFill>
            <a:ln w="85725" cap="sq">
              <a:solidFill>
                <a:srgbClr val="F15226"/>
              </a:solidFill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DC0CD469-B940-AFFD-7E27-0F7710D0B3C6}"/>
              </a:ext>
            </a:extLst>
          </p:cNvPr>
          <p:cNvGrpSpPr/>
          <p:nvPr/>
        </p:nvGrpSpPr>
        <p:grpSpPr>
          <a:xfrm>
            <a:off x="12091966" y="1971108"/>
            <a:ext cx="5167334" cy="5167334"/>
            <a:chOff x="0" y="0"/>
            <a:chExt cx="812800" cy="81280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390017F1-F36D-3E6E-9EBF-636675A8717B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l="-39285" r="-39285"/>
              </a:stretch>
            </a:blipFill>
            <a:ln w="85725" cap="sq">
              <a:solidFill>
                <a:srgbClr val="F15226"/>
              </a:solidFill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3CCDF4E6-37AC-E0B1-3F46-0C56BD60ACF8}"/>
              </a:ext>
            </a:extLst>
          </p:cNvPr>
          <p:cNvGrpSpPr/>
          <p:nvPr/>
        </p:nvGrpSpPr>
        <p:grpSpPr>
          <a:xfrm>
            <a:off x="10551309" y="1028700"/>
            <a:ext cx="2741950" cy="2741950"/>
            <a:chOff x="0" y="0"/>
            <a:chExt cx="812800" cy="812800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9D8901E-1D7D-1996-4C32-88FECB6DA73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-36513" t="-32862" r="-37426" b="-41077"/>
              </a:stretch>
            </a:blipFill>
            <a:ln w="85725" cap="sq">
              <a:solidFill>
                <a:srgbClr val="F15226"/>
              </a:solidFill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13" name="TextBox 13">
            <a:extLst>
              <a:ext uri="{FF2B5EF4-FFF2-40B4-BE49-F238E27FC236}">
                <a16:creationId xmlns:a16="http://schemas.microsoft.com/office/drawing/2014/main" id="{A3B75F93-051F-A8C1-468A-AEEC2E68E023}"/>
              </a:ext>
            </a:extLst>
          </p:cNvPr>
          <p:cNvSpPr txBox="1"/>
          <p:nvPr/>
        </p:nvSpPr>
        <p:spPr>
          <a:xfrm>
            <a:off x="1028700" y="8132604"/>
            <a:ext cx="8115365" cy="948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40"/>
              </a:lnSpc>
            </a:pPr>
            <a:r>
              <a:rPr lang="en-US" sz="8000" b="1" dirty="0">
                <a:solidFill>
                  <a:srgbClr val="F15226"/>
                </a:solidFill>
                <a:latin typeface="Lato Bold"/>
                <a:ea typeface="Lato Bold"/>
                <a:cs typeface="Lato Bold"/>
                <a:sym typeface="Lato Bold"/>
              </a:rPr>
              <a:t>git restore</a:t>
            </a:r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6A51D488-4603-9CBD-30B5-266AF296360F}"/>
              </a:ext>
            </a:extLst>
          </p:cNvPr>
          <p:cNvGrpSpPr/>
          <p:nvPr/>
        </p:nvGrpSpPr>
        <p:grpSpPr>
          <a:xfrm>
            <a:off x="-228601" y="-478361"/>
            <a:ext cx="2905050" cy="1476032"/>
            <a:chOff x="-228601" y="-478361"/>
            <a:chExt cx="2905050" cy="1476032"/>
          </a:xfrm>
        </p:grpSpPr>
        <p:grpSp>
          <p:nvGrpSpPr>
            <p:cNvPr id="16" name="Group 10">
              <a:extLst>
                <a:ext uri="{FF2B5EF4-FFF2-40B4-BE49-F238E27FC236}">
                  <a16:creationId xmlns:a16="http://schemas.microsoft.com/office/drawing/2014/main" id="{0E9595CE-A257-1AF5-C744-E79F7A669F89}"/>
                </a:ext>
              </a:extLst>
            </p:cNvPr>
            <p:cNvGrpSpPr/>
            <p:nvPr/>
          </p:nvGrpSpPr>
          <p:grpSpPr>
            <a:xfrm>
              <a:off x="-228601" y="-478361"/>
              <a:ext cx="2905050" cy="1221311"/>
              <a:chOff x="0" y="0"/>
              <a:chExt cx="1355852" cy="720510"/>
            </a:xfrm>
          </p:grpSpPr>
          <p:sp>
            <p:nvSpPr>
              <p:cNvPr id="18" name="Freeform 11">
                <a:extLst>
                  <a:ext uri="{FF2B5EF4-FFF2-40B4-BE49-F238E27FC236}">
                    <a16:creationId xmlns:a16="http://schemas.microsoft.com/office/drawing/2014/main" id="{C0E8F957-D315-5CB8-CDCB-86FB1E5B8814}"/>
                  </a:ext>
                </a:extLst>
              </p:cNvPr>
              <p:cNvSpPr/>
              <p:nvPr/>
            </p:nvSpPr>
            <p:spPr>
              <a:xfrm>
                <a:off x="0" y="0"/>
                <a:ext cx="1355852" cy="720510"/>
              </a:xfrm>
              <a:custGeom>
                <a:avLst/>
                <a:gdLst/>
                <a:ahLst/>
                <a:cxnLst/>
                <a:rect l="l" t="t" r="r" b="b"/>
                <a:pathLst>
                  <a:path w="1355852" h="720510">
                    <a:moveTo>
                      <a:pt x="150387" y="0"/>
                    </a:moveTo>
                    <a:lnTo>
                      <a:pt x="1205465" y="0"/>
                    </a:lnTo>
                    <a:cubicBezTo>
                      <a:pt x="1245350" y="0"/>
                      <a:pt x="1283602" y="15844"/>
                      <a:pt x="1311805" y="44047"/>
                    </a:cubicBezTo>
                    <a:cubicBezTo>
                      <a:pt x="1340008" y="72250"/>
                      <a:pt x="1355852" y="110502"/>
                      <a:pt x="1355852" y="150387"/>
                    </a:cubicBezTo>
                    <a:lnTo>
                      <a:pt x="1355852" y="570123"/>
                    </a:lnTo>
                    <a:cubicBezTo>
                      <a:pt x="1355852" y="653179"/>
                      <a:pt x="1288522" y="720510"/>
                      <a:pt x="1205465" y="720510"/>
                    </a:cubicBezTo>
                    <a:lnTo>
                      <a:pt x="150387" y="720510"/>
                    </a:lnTo>
                    <a:cubicBezTo>
                      <a:pt x="67331" y="720510"/>
                      <a:pt x="0" y="653179"/>
                      <a:pt x="0" y="570123"/>
                    </a:cubicBezTo>
                    <a:lnTo>
                      <a:pt x="0" y="150387"/>
                    </a:lnTo>
                    <a:cubicBezTo>
                      <a:pt x="0" y="67331"/>
                      <a:pt x="67331" y="0"/>
                      <a:pt x="150387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19" name="TextBox 12">
                <a:extLst>
                  <a:ext uri="{FF2B5EF4-FFF2-40B4-BE49-F238E27FC236}">
                    <a16:creationId xmlns:a16="http://schemas.microsoft.com/office/drawing/2014/main" id="{CB2999A5-C48D-4DC0-9361-F8D4F6A7B82B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5852" cy="739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pic>
          <p:nvPicPr>
            <p:cNvPr id="17" name="Imagen 16">
              <a:extLst>
                <a:ext uri="{FF2B5EF4-FFF2-40B4-BE49-F238E27FC236}">
                  <a16:creationId xmlns:a16="http://schemas.microsoft.com/office/drawing/2014/main" id="{7F58DA6E-178F-CF53-9418-BB3130A9E33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1" y="-375754"/>
              <a:ext cx="1373425" cy="13734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07047528"/>
      </p:ext>
    </p:extLst>
  </p:cSld>
  <p:clrMapOvr>
    <a:masterClrMapping/>
  </p:clrMapOvr>
  <p:transition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9CF295-88A1-825A-09E0-C42E446BF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85D17B7-9E81-5E1B-EC24-80C40E3EB945}"/>
              </a:ext>
            </a:extLst>
          </p:cNvPr>
          <p:cNvSpPr/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CAB77524-80B5-FE78-17E6-E10169C08A63}"/>
              </a:ext>
            </a:extLst>
          </p:cNvPr>
          <p:cNvGrpSpPr/>
          <p:nvPr/>
        </p:nvGrpSpPr>
        <p:grpSpPr>
          <a:xfrm>
            <a:off x="-698849" y="9575651"/>
            <a:ext cx="19685699" cy="2666805"/>
            <a:chOff x="0" y="0"/>
            <a:chExt cx="5184711" cy="702368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D0D0A6A6-3457-AB2E-6778-B599E372FE89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81D671D1-F290-9161-F932-2DB9F6359559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1923FA13-C9E6-E542-F9A5-24A8EF314B60}"/>
              </a:ext>
            </a:extLst>
          </p:cNvPr>
          <p:cNvSpPr/>
          <p:nvPr/>
        </p:nvSpPr>
        <p:spPr>
          <a:xfrm>
            <a:off x="15872392" y="2091327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97A2DB93-30D5-2D58-9EAA-958F563755A3}"/>
              </a:ext>
            </a:extLst>
          </p:cNvPr>
          <p:cNvSpPr/>
          <p:nvPr/>
        </p:nvSpPr>
        <p:spPr>
          <a:xfrm>
            <a:off x="16901092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5F84E2D8-27AB-FA55-4212-32126A98CDDD}"/>
              </a:ext>
            </a:extLst>
          </p:cNvPr>
          <p:cNvSpPr/>
          <p:nvPr/>
        </p:nvSpPr>
        <p:spPr>
          <a:xfrm flipH="1">
            <a:off x="-1389129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F4DEAAE2-CD21-2C22-931F-C0246B40160F}"/>
              </a:ext>
            </a:extLst>
          </p:cNvPr>
          <p:cNvSpPr/>
          <p:nvPr/>
        </p:nvSpPr>
        <p:spPr>
          <a:xfrm flipH="1">
            <a:off x="-360429" y="2459791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F3C3E69A-5428-67DE-F7DF-C1D509DCCA99}"/>
              </a:ext>
            </a:extLst>
          </p:cNvPr>
          <p:cNvGrpSpPr/>
          <p:nvPr/>
        </p:nvGrpSpPr>
        <p:grpSpPr>
          <a:xfrm>
            <a:off x="-2221" y="927183"/>
            <a:ext cx="4706728" cy="1723876"/>
            <a:chOff x="0" y="-26737"/>
            <a:chExt cx="1239632" cy="454025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EEFB308F-1B79-9B82-3420-B7A1A997BD89}"/>
                </a:ext>
              </a:extLst>
            </p:cNvPr>
            <p:cNvSpPr/>
            <p:nvPr/>
          </p:nvSpPr>
          <p:spPr>
            <a:xfrm>
              <a:off x="0" y="0"/>
              <a:ext cx="1239632" cy="406400"/>
            </a:xfrm>
            <a:custGeom>
              <a:avLst/>
              <a:gdLst/>
              <a:ahLst/>
              <a:cxnLst/>
              <a:rect l="l" t="t" r="r" b="b"/>
              <a:pathLst>
                <a:path w="1239632" h="406400">
                  <a:moveTo>
                    <a:pt x="1036432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1036432" y="406400"/>
                  </a:lnTo>
                  <a:lnTo>
                    <a:pt x="1239632" y="203200"/>
                  </a:lnTo>
                  <a:lnTo>
                    <a:pt x="1036432" y="0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C6F90F78-CCC0-D3C9-854C-1DBBC70C7203}"/>
                </a:ext>
              </a:extLst>
            </p:cNvPr>
            <p:cNvSpPr txBox="1"/>
            <p:nvPr/>
          </p:nvSpPr>
          <p:spPr>
            <a:xfrm>
              <a:off x="0" y="-26737"/>
              <a:ext cx="1125332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418"/>
                </a:lnSpc>
              </a:pPr>
              <a:r>
                <a:rPr lang="en-US" sz="4200" spc="-231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&gt; git restore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F1F547A4-5625-85ED-C28A-39C6CB5C9561}"/>
              </a:ext>
            </a:extLst>
          </p:cNvPr>
          <p:cNvGrpSpPr/>
          <p:nvPr/>
        </p:nvGrpSpPr>
        <p:grpSpPr>
          <a:xfrm>
            <a:off x="-698849" y="-1923855"/>
            <a:ext cx="19685699" cy="2666805"/>
            <a:chOff x="0" y="0"/>
            <a:chExt cx="5184711" cy="702368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69FFF47B-EA42-6045-4C4D-B3515810369D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4E708AC1-B429-8319-312F-3C46B2BD36F3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35" name="TextBox 35">
            <a:extLst>
              <a:ext uri="{FF2B5EF4-FFF2-40B4-BE49-F238E27FC236}">
                <a16:creationId xmlns:a16="http://schemas.microsoft.com/office/drawing/2014/main" id="{10FB1681-1FFC-97D2-A54D-A0074CF1C94C}"/>
              </a:ext>
            </a:extLst>
          </p:cNvPr>
          <p:cNvSpPr txBox="1"/>
          <p:nvPr/>
        </p:nvSpPr>
        <p:spPr>
          <a:xfrm>
            <a:off x="5071158" y="1315235"/>
            <a:ext cx="12658371" cy="1475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 el comando diseñado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para descartar modificaciones no deseadas 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 tu directorio de trabajo o retirar archivos del área de preparación de forma segura.</a:t>
            </a:r>
            <a:endParaRPr lang="en-US" sz="2799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0" name="Grupo 29">
            <a:extLst>
              <a:ext uri="{FF2B5EF4-FFF2-40B4-BE49-F238E27FC236}">
                <a16:creationId xmlns:a16="http://schemas.microsoft.com/office/drawing/2014/main" id="{7C853823-B961-9309-B774-6A1B96AA3BE7}"/>
              </a:ext>
            </a:extLst>
          </p:cNvPr>
          <p:cNvGrpSpPr/>
          <p:nvPr/>
        </p:nvGrpSpPr>
        <p:grpSpPr>
          <a:xfrm>
            <a:off x="-228601" y="-478361"/>
            <a:ext cx="2905050" cy="1476032"/>
            <a:chOff x="-228601" y="-478361"/>
            <a:chExt cx="2905050" cy="1476032"/>
          </a:xfrm>
        </p:grpSpPr>
        <p:grpSp>
          <p:nvGrpSpPr>
            <p:cNvPr id="31" name="Group 10">
              <a:extLst>
                <a:ext uri="{FF2B5EF4-FFF2-40B4-BE49-F238E27FC236}">
                  <a16:creationId xmlns:a16="http://schemas.microsoft.com/office/drawing/2014/main" id="{B925A569-8F2D-7B7E-785B-CC0E440A963B}"/>
                </a:ext>
              </a:extLst>
            </p:cNvPr>
            <p:cNvGrpSpPr/>
            <p:nvPr/>
          </p:nvGrpSpPr>
          <p:grpSpPr>
            <a:xfrm>
              <a:off x="-228601" y="-478361"/>
              <a:ext cx="2905050" cy="1221311"/>
              <a:chOff x="0" y="0"/>
              <a:chExt cx="1355852" cy="720510"/>
            </a:xfrm>
          </p:grpSpPr>
          <p:sp>
            <p:nvSpPr>
              <p:cNvPr id="33" name="Freeform 11">
                <a:extLst>
                  <a:ext uri="{FF2B5EF4-FFF2-40B4-BE49-F238E27FC236}">
                    <a16:creationId xmlns:a16="http://schemas.microsoft.com/office/drawing/2014/main" id="{2FB1F319-038B-29C6-2677-02DB80DEDBC3}"/>
                  </a:ext>
                </a:extLst>
              </p:cNvPr>
              <p:cNvSpPr/>
              <p:nvPr/>
            </p:nvSpPr>
            <p:spPr>
              <a:xfrm>
                <a:off x="0" y="0"/>
                <a:ext cx="1355852" cy="720510"/>
              </a:xfrm>
              <a:custGeom>
                <a:avLst/>
                <a:gdLst/>
                <a:ahLst/>
                <a:cxnLst/>
                <a:rect l="l" t="t" r="r" b="b"/>
                <a:pathLst>
                  <a:path w="1355852" h="720510">
                    <a:moveTo>
                      <a:pt x="150387" y="0"/>
                    </a:moveTo>
                    <a:lnTo>
                      <a:pt x="1205465" y="0"/>
                    </a:lnTo>
                    <a:cubicBezTo>
                      <a:pt x="1245350" y="0"/>
                      <a:pt x="1283602" y="15844"/>
                      <a:pt x="1311805" y="44047"/>
                    </a:cubicBezTo>
                    <a:cubicBezTo>
                      <a:pt x="1340008" y="72250"/>
                      <a:pt x="1355852" y="110502"/>
                      <a:pt x="1355852" y="150387"/>
                    </a:cubicBezTo>
                    <a:lnTo>
                      <a:pt x="1355852" y="570123"/>
                    </a:lnTo>
                    <a:cubicBezTo>
                      <a:pt x="1355852" y="653179"/>
                      <a:pt x="1288522" y="720510"/>
                      <a:pt x="1205465" y="720510"/>
                    </a:cubicBezTo>
                    <a:lnTo>
                      <a:pt x="150387" y="720510"/>
                    </a:lnTo>
                    <a:cubicBezTo>
                      <a:pt x="67331" y="720510"/>
                      <a:pt x="0" y="653179"/>
                      <a:pt x="0" y="570123"/>
                    </a:cubicBezTo>
                    <a:lnTo>
                      <a:pt x="0" y="150387"/>
                    </a:lnTo>
                    <a:cubicBezTo>
                      <a:pt x="0" y="67331"/>
                      <a:pt x="67331" y="0"/>
                      <a:pt x="150387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34" name="TextBox 12">
                <a:extLst>
                  <a:ext uri="{FF2B5EF4-FFF2-40B4-BE49-F238E27FC236}">
                    <a16:creationId xmlns:a16="http://schemas.microsoft.com/office/drawing/2014/main" id="{BA1CD7CB-889B-7D50-C4FE-524C9F041790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5852" cy="739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pic>
          <p:nvPicPr>
            <p:cNvPr id="32" name="Imagen 31">
              <a:extLst>
                <a:ext uri="{FF2B5EF4-FFF2-40B4-BE49-F238E27FC236}">
                  <a16:creationId xmlns:a16="http://schemas.microsoft.com/office/drawing/2014/main" id="{25FE446A-0510-6A42-C27B-39ED992AF72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1" y="-375754"/>
              <a:ext cx="1373425" cy="1373425"/>
            </a:xfrm>
            <a:prstGeom prst="rect">
              <a:avLst/>
            </a:prstGeom>
          </p:spPr>
        </p:pic>
      </p:grpSp>
      <p:grpSp>
        <p:nvGrpSpPr>
          <p:cNvPr id="13" name="Group 52">
            <a:extLst>
              <a:ext uri="{FF2B5EF4-FFF2-40B4-BE49-F238E27FC236}">
                <a16:creationId xmlns:a16="http://schemas.microsoft.com/office/drawing/2014/main" id="{C425A983-8718-ACBA-6D97-1F70799860BC}"/>
              </a:ext>
            </a:extLst>
          </p:cNvPr>
          <p:cNvGrpSpPr/>
          <p:nvPr/>
        </p:nvGrpSpPr>
        <p:grpSpPr>
          <a:xfrm>
            <a:off x="2694034" y="6098046"/>
            <a:ext cx="12479508" cy="1053137"/>
            <a:chOff x="0" y="-19050"/>
            <a:chExt cx="2441105" cy="216695"/>
          </a:xfrm>
        </p:grpSpPr>
        <p:sp>
          <p:nvSpPr>
            <p:cNvPr id="15" name="Freeform 53">
              <a:extLst>
                <a:ext uri="{FF2B5EF4-FFF2-40B4-BE49-F238E27FC236}">
                  <a16:creationId xmlns:a16="http://schemas.microsoft.com/office/drawing/2014/main" id="{652E6A93-278C-F48E-240D-F9654AD9A2D4}"/>
                </a:ext>
              </a:extLst>
            </p:cNvPr>
            <p:cNvSpPr/>
            <p:nvPr/>
          </p:nvSpPr>
          <p:spPr>
            <a:xfrm>
              <a:off x="0" y="0"/>
              <a:ext cx="2441105" cy="197645"/>
            </a:xfrm>
            <a:custGeom>
              <a:avLst/>
              <a:gdLst/>
              <a:ahLst/>
              <a:cxnLst/>
              <a:rect l="l" t="t" r="r" b="b"/>
              <a:pathLst>
                <a:path w="2441105" h="197645">
                  <a:moveTo>
                    <a:pt x="12745" y="0"/>
                  </a:moveTo>
                  <a:lnTo>
                    <a:pt x="2428360" y="0"/>
                  </a:lnTo>
                  <a:cubicBezTo>
                    <a:pt x="2431740" y="0"/>
                    <a:pt x="2434982" y="1343"/>
                    <a:pt x="2437372" y="3733"/>
                  </a:cubicBezTo>
                  <a:cubicBezTo>
                    <a:pt x="2439763" y="6123"/>
                    <a:pt x="2441105" y="9365"/>
                    <a:pt x="2441105" y="12745"/>
                  </a:cubicBezTo>
                  <a:lnTo>
                    <a:pt x="2441105" y="184899"/>
                  </a:lnTo>
                  <a:cubicBezTo>
                    <a:pt x="2441105" y="188280"/>
                    <a:pt x="2439763" y="191522"/>
                    <a:pt x="2437372" y="193912"/>
                  </a:cubicBezTo>
                  <a:cubicBezTo>
                    <a:pt x="2434982" y="196302"/>
                    <a:pt x="2431740" y="197645"/>
                    <a:pt x="2428360" y="197645"/>
                  </a:cubicBezTo>
                  <a:lnTo>
                    <a:pt x="12745" y="197645"/>
                  </a:lnTo>
                  <a:cubicBezTo>
                    <a:pt x="9365" y="197645"/>
                    <a:pt x="6123" y="196302"/>
                    <a:pt x="3733" y="193912"/>
                  </a:cubicBezTo>
                  <a:cubicBezTo>
                    <a:pt x="1343" y="191522"/>
                    <a:pt x="0" y="188280"/>
                    <a:pt x="0" y="184899"/>
                  </a:cubicBezTo>
                  <a:lnTo>
                    <a:pt x="0" y="12745"/>
                  </a:lnTo>
                  <a:cubicBezTo>
                    <a:pt x="0" y="9365"/>
                    <a:pt x="1343" y="6123"/>
                    <a:pt x="3733" y="3733"/>
                  </a:cubicBezTo>
                  <a:cubicBezTo>
                    <a:pt x="6123" y="1343"/>
                    <a:pt x="9365" y="0"/>
                    <a:pt x="12745" y="0"/>
                  </a:cubicBezTo>
                  <a:close/>
                </a:path>
              </a:pathLst>
            </a:custGeom>
            <a:solidFill>
              <a:srgbClr val="0F0E0E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s-MX" dirty="0"/>
            </a:p>
          </p:txBody>
        </p:sp>
        <p:sp>
          <p:nvSpPr>
            <p:cNvPr id="16" name="TextBox 54">
              <a:extLst>
                <a:ext uri="{FF2B5EF4-FFF2-40B4-BE49-F238E27FC236}">
                  <a16:creationId xmlns:a16="http://schemas.microsoft.com/office/drawing/2014/main" id="{B52AFB7E-D7D8-C47B-D8A2-475F819F7A7F}"/>
                </a:ext>
              </a:extLst>
            </p:cNvPr>
            <p:cNvSpPr txBox="1"/>
            <p:nvPr/>
          </p:nvSpPr>
          <p:spPr>
            <a:xfrm>
              <a:off x="0" y="-19050"/>
              <a:ext cx="2441105" cy="2166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22" name="TextBox 56">
            <a:extLst>
              <a:ext uri="{FF2B5EF4-FFF2-40B4-BE49-F238E27FC236}">
                <a16:creationId xmlns:a16="http://schemas.microsoft.com/office/drawing/2014/main" id="{C25FB9B0-EC61-C060-F1DF-FACA8E74F6B5}"/>
              </a:ext>
            </a:extLst>
          </p:cNvPr>
          <p:cNvSpPr txBox="1"/>
          <p:nvPr/>
        </p:nvSpPr>
        <p:spPr>
          <a:xfrm>
            <a:off x="2928305" y="6441806"/>
            <a:ext cx="7693972" cy="4131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359"/>
              </a:lnSpc>
            </a:pPr>
            <a:r>
              <a:rPr lang="en-US" sz="2400" spc="-6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&gt; git restore </a:t>
            </a:r>
            <a:r>
              <a:rPr lang="en-US" sz="2400" spc="-64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nombre-archivo</a:t>
            </a:r>
            <a:endParaRPr lang="en-US" sz="2400" spc="-64" dirty="0">
              <a:solidFill>
                <a:srgbClr val="D9D9D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" name="TextBox 35">
            <a:extLst>
              <a:ext uri="{FF2B5EF4-FFF2-40B4-BE49-F238E27FC236}">
                <a16:creationId xmlns:a16="http://schemas.microsoft.com/office/drawing/2014/main" id="{B7F70BEA-A4F6-20D6-D734-E4FDB9F50481}"/>
              </a:ext>
            </a:extLst>
          </p:cNvPr>
          <p:cNvSpPr txBox="1"/>
          <p:nvPr/>
        </p:nvSpPr>
        <p:spPr>
          <a:xfrm>
            <a:off x="1978154" y="4205944"/>
            <a:ext cx="13860763" cy="9757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>
              <a:lnSpc>
                <a:spcPts val="3919"/>
              </a:lnSpc>
            </a:pP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Descarta los cambios locales no guardados o recupera un archivo eliminado en tu computadora, regresándolo a su última versión guardada en el historial</a:t>
            </a:r>
          </a:p>
        </p:txBody>
      </p:sp>
      <p:sp>
        <p:nvSpPr>
          <p:cNvPr id="24" name="TextBox 35">
            <a:extLst>
              <a:ext uri="{FF2B5EF4-FFF2-40B4-BE49-F238E27FC236}">
                <a16:creationId xmlns:a16="http://schemas.microsoft.com/office/drawing/2014/main" id="{33312138-8F71-F3CD-F302-24DC3635DCD5}"/>
              </a:ext>
            </a:extLst>
          </p:cNvPr>
          <p:cNvSpPr txBox="1"/>
          <p:nvPr/>
        </p:nvSpPr>
        <p:spPr>
          <a:xfrm>
            <a:off x="1910636" y="3496940"/>
            <a:ext cx="5796896" cy="4755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s-MX" sz="2799" b="1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1. ANTES de </a:t>
            </a:r>
            <a:r>
              <a:rPr lang="es-MX" sz="2799" b="1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git</a:t>
            </a:r>
            <a:r>
              <a:rPr lang="es-MX" sz="2799" b="1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MX" sz="2799" b="1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add</a:t>
            </a:r>
            <a:endParaRPr lang="en-US" sz="2799" b="1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9" name="Group 52">
            <a:extLst>
              <a:ext uri="{FF2B5EF4-FFF2-40B4-BE49-F238E27FC236}">
                <a16:creationId xmlns:a16="http://schemas.microsoft.com/office/drawing/2014/main" id="{F6B40385-52A7-5D9E-0816-EF505383250B}"/>
              </a:ext>
            </a:extLst>
          </p:cNvPr>
          <p:cNvGrpSpPr/>
          <p:nvPr/>
        </p:nvGrpSpPr>
        <p:grpSpPr>
          <a:xfrm>
            <a:off x="2694034" y="7967683"/>
            <a:ext cx="12479508" cy="1053137"/>
            <a:chOff x="0" y="-19050"/>
            <a:chExt cx="2441105" cy="216695"/>
          </a:xfrm>
        </p:grpSpPr>
        <p:sp>
          <p:nvSpPr>
            <p:cNvPr id="36" name="Freeform 53">
              <a:extLst>
                <a:ext uri="{FF2B5EF4-FFF2-40B4-BE49-F238E27FC236}">
                  <a16:creationId xmlns:a16="http://schemas.microsoft.com/office/drawing/2014/main" id="{1FA31F32-B366-033F-96BF-EB5B7D451AA6}"/>
                </a:ext>
              </a:extLst>
            </p:cNvPr>
            <p:cNvSpPr/>
            <p:nvPr/>
          </p:nvSpPr>
          <p:spPr>
            <a:xfrm>
              <a:off x="0" y="0"/>
              <a:ext cx="2441105" cy="197645"/>
            </a:xfrm>
            <a:custGeom>
              <a:avLst/>
              <a:gdLst/>
              <a:ahLst/>
              <a:cxnLst/>
              <a:rect l="l" t="t" r="r" b="b"/>
              <a:pathLst>
                <a:path w="2441105" h="197645">
                  <a:moveTo>
                    <a:pt x="12745" y="0"/>
                  </a:moveTo>
                  <a:lnTo>
                    <a:pt x="2428360" y="0"/>
                  </a:lnTo>
                  <a:cubicBezTo>
                    <a:pt x="2431740" y="0"/>
                    <a:pt x="2434982" y="1343"/>
                    <a:pt x="2437372" y="3733"/>
                  </a:cubicBezTo>
                  <a:cubicBezTo>
                    <a:pt x="2439763" y="6123"/>
                    <a:pt x="2441105" y="9365"/>
                    <a:pt x="2441105" y="12745"/>
                  </a:cubicBezTo>
                  <a:lnTo>
                    <a:pt x="2441105" y="184899"/>
                  </a:lnTo>
                  <a:cubicBezTo>
                    <a:pt x="2441105" y="188280"/>
                    <a:pt x="2439763" y="191522"/>
                    <a:pt x="2437372" y="193912"/>
                  </a:cubicBezTo>
                  <a:cubicBezTo>
                    <a:pt x="2434982" y="196302"/>
                    <a:pt x="2431740" y="197645"/>
                    <a:pt x="2428360" y="197645"/>
                  </a:cubicBezTo>
                  <a:lnTo>
                    <a:pt x="12745" y="197645"/>
                  </a:lnTo>
                  <a:cubicBezTo>
                    <a:pt x="9365" y="197645"/>
                    <a:pt x="6123" y="196302"/>
                    <a:pt x="3733" y="193912"/>
                  </a:cubicBezTo>
                  <a:cubicBezTo>
                    <a:pt x="1343" y="191522"/>
                    <a:pt x="0" y="188280"/>
                    <a:pt x="0" y="184899"/>
                  </a:cubicBezTo>
                  <a:lnTo>
                    <a:pt x="0" y="12745"/>
                  </a:lnTo>
                  <a:cubicBezTo>
                    <a:pt x="0" y="9365"/>
                    <a:pt x="1343" y="6123"/>
                    <a:pt x="3733" y="3733"/>
                  </a:cubicBezTo>
                  <a:cubicBezTo>
                    <a:pt x="6123" y="1343"/>
                    <a:pt x="9365" y="0"/>
                    <a:pt x="12745" y="0"/>
                  </a:cubicBezTo>
                  <a:close/>
                </a:path>
              </a:pathLst>
            </a:custGeom>
            <a:solidFill>
              <a:srgbClr val="0F0E0E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s-MX" dirty="0"/>
            </a:p>
          </p:txBody>
        </p:sp>
        <p:sp>
          <p:nvSpPr>
            <p:cNvPr id="37" name="TextBox 54">
              <a:extLst>
                <a:ext uri="{FF2B5EF4-FFF2-40B4-BE49-F238E27FC236}">
                  <a16:creationId xmlns:a16="http://schemas.microsoft.com/office/drawing/2014/main" id="{818A667B-7092-9E59-4FE0-2425E980F8C5}"/>
                </a:ext>
              </a:extLst>
            </p:cNvPr>
            <p:cNvSpPr txBox="1"/>
            <p:nvPr/>
          </p:nvSpPr>
          <p:spPr>
            <a:xfrm>
              <a:off x="0" y="-19050"/>
              <a:ext cx="2441105" cy="2166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38" name="TextBox 56">
            <a:extLst>
              <a:ext uri="{FF2B5EF4-FFF2-40B4-BE49-F238E27FC236}">
                <a16:creationId xmlns:a16="http://schemas.microsoft.com/office/drawing/2014/main" id="{947E5E4F-09FF-6127-5F10-643BF0211205}"/>
              </a:ext>
            </a:extLst>
          </p:cNvPr>
          <p:cNvSpPr txBox="1"/>
          <p:nvPr/>
        </p:nvSpPr>
        <p:spPr>
          <a:xfrm>
            <a:off x="2928305" y="8311443"/>
            <a:ext cx="7693972" cy="4131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359"/>
              </a:lnSpc>
            </a:pPr>
            <a:r>
              <a:rPr lang="en-US" sz="2400" spc="-6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&gt; git restore .</a:t>
            </a:r>
            <a:endParaRPr lang="en-US" sz="2400" spc="-64" dirty="0">
              <a:solidFill>
                <a:srgbClr val="D9D9D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" name="TextBox 35">
            <a:extLst>
              <a:ext uri="{FF2B5EF4-FFF2-40B4-BE49-F238E27FC236}">
                <a16:creationId xmlns:a16="http://schemas.microsoft.com/office/drawing/2014/main" id="{D1C5B717-4981-FF62-798F-38FC12925095}"/>
              </a:ext>
            </a:extLst>
          </p:cNvPr>
          <p:cNvSpPr txBox="1"/>
          <p:nvPr/>
        </p:nvSpPr>
        <p:spPr>
          <a:xfrm>
            <a:off x="2647850" y="5454522"/>
            <a:ext cx="5796896" cy="4755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Archivo por archivo</a:t>
            </a:r>
            <a:endParaRPr lang="en-US" sz="2799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0" name="TextBox 35">
            <a:extLst>
              <a:ext uri="{FF2B5EF4-FFF2-40B4-BE49-F238E27FC236}">
                <a16:creationId xmlns:a16="http://schemas.microsoft.com/office/drawing/2014/main" id="{140801F5-68DF-A7A7-2258-10AE6AF5EBFB}"/>
              </a:ext>
            </a:extLst>
          </p:cNvPr>
          <p:cNvSpPr txBox="1"/>
          <p:nvPr/>
        </p:nvSpPr>
        <p:spPr>
          <a:xfrm>
            <a:off x="2800250" y="7388485"/>
            <a:ext cx="5796896" cy="4755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Todos los archivos/cambios</a:t>
            </a:r>
            <a:endParaRPr lang="en-US" sz="2799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53181810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/>
      <p:bldP spid="38" grpId="0"/>
      <p:bldP spid="39" grpId="0"/>
      <p:bldP spid="40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1149CE-7ECE-FFE6-13AA-B6460BF70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2CFFDE8-8804-6610-C50F-F540B8802256}"/>
              </a:ext>
            </a:extLst>
          </p:cNvPr>
          <p:cNvSpPr/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48501774-077E-9186-9EA0-5BCE01D15EE2}"/>
              </a:ext>
            </a:extLst>
          </p:cNvPr>
          <p:cNvGrpSpPr/>
          <p:nvPr/>
        </p:nvGrpSpPr>
        <p:grpSpPr>
          <a:xfrm>
            <a:off x="-698849" y="9575651"/>
            <a:ext cx="19685699" cy="2666805"/>
            <a:chOff x="0" y="0"/>
            <a:chExt cx="5184711" cy="702368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5E1C508D-52A1-0E82-2BB9-5803FE081B3C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931F3AD9-EDCE-B469-F028-FDE4186331DF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929A7D3E-7E79-B8CB-50E3-0D49A72DAE9C}"/>
              </a:ext>
            </a:extLst>
          </p:cNvPr>
          <p:cNvSpPr/>
          <p:nvPr/>
        </p:nvSpPr>
        <p:spPr>
          <a:xfrm>
            <a:off x="15872392" y="2091327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84866812-3EC0-FC44-2D4D-E8EE1BF594D2}"/>
              </a:ext>
            </a:extLst>
          </p:cNvPr>
          <p:cNvSpPr/>
          <p:nvPr/>
        </p:nvSpPr>
        <p:spPr>
          <a:xfrm>
            <a:off x="16901092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55C3C5D9-8F0C-BD82-BEB2-069C7CE03280}"/>
              </a:ext>
            </a:extLst>
          </p:cNvPr>
          <p:cNvSpPr/>
          <p:nvPr/>
        </p:nvSpPr>
        <p:spPr>
          <a:xfrm flipH="1">
            <a:off x="-1389129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D4BCA8BF-C423-179B-F0E5-86A4066630A4}"/>
              </a:ext>
            </a:extLst>
          </p:cNvPr>
          <p:cNvSpPr/>
          <p:nvPr/>
        </p:nvSpPr>
        <p:spPr>
          <a:xfrm flipH="1">
            <a:off x="-360429" y="2459791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092E9A00-970C-016B-B86E-98329D5C5CAF}"/>
              </a:ext>
            </a:extLst>
          </p:cNvPr>
          <p:cNvGrpSpPr/>
          <p:nvPr/>
        </p:nvGrpSpPr>
        <p:grpSpPr>
          <a:xfrm>
            <a:off x="-2221" y="927183"/>
            <a:ext cx="4706728" cy="1723876"/>
            <a:chOff x="0" y="-26737"/>
            <a:chExt cx="1239632" cy="454025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EC8139F7-992D-C11A-79EC-B43340139652}"/>
                </a:ext>
              </a:extLst>
            </p:cNvPr>
            <p:cNvSpPr/>
            <p:nvPr/>
          </p:nvSpPr>
          <p:spPr>
            <a:xfrm>
              <a:off x="0" y="0"/>
              <a:ext cx="1239632" cy="406400"/>
            </a:xfrm>
            <a:custGeom>
              <a:avLst/>
              <a:gdLst/>
              <a:ahLst/>
              <a:cxnLst/>
              <a:rect l="l" t="t" r="r" b="b"/>
              <a:pathLst>
                <a:path w="1239632" h="406400">
                  <a:moveTo>
                    <a:pt x="1036432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1036432" y="406400"/>
                  </a:lnTo>
                  <a:lnTo>
                    <a:pt x="1239632" y="203200"/>
                  </a:lnTo>
                  <a:lnTo>
                    <a:pt x="1036432" y="0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904CD5B-1BB0-7CDB-7BB2-6C75AECE6645}"/>
                </a:ext>
              </a:extLst>
            </p:cNvPr>
            <p:cNvSpPr txBox="1"/>
            <p:nvPr/>
          </p:nvSpPr>
          <p:spPr>
            <a:xfrm>
              <a:off x="0" y="-26737"/>
              <a:ext cx="1125332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418"/>
                </a:lnSpc>
              </a:pPr>
              <a:r>
                <a:rPr lang="en-US" sz="4200" spc="-231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&gt; git restore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F792112E-4F5C-DB60-0C45-6BF34ADA13B9}"/>
              </a:ext>
            </a:extLst>
          </p:cNvPr>
          <p:cNvGrpSpPr/>
          <p:nvPr/>
        </p:nvGrpSpPr>
        <p:grpSpPr>
          <a:xfrm>
            <a:off x="-698849" y="-1923855"/>
            <a:ext cx="19685699" cy="2666805"/>
            <a:chOff x="0" y="0"/>
            <a:chExt cx="5184711" cy="702368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D474D91A-C777-5D0E-278F-BC29017C155E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A90DBF47-981D-0BC3-E8AD-C7815848BA16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35" name="TextBox 35">
            <a:extLst>
              <a:ext uri="{FF2B5EF4-FFF2-40B4-BE49-F238E27FC236}">
                <a16:creationId xmlns:a16="http://schemas.microsoft.com/office/drawing/2014/main" id="{67041B56-DD11-8BA0-2C2D-32DA8B6BCDBB}"/>
              </a:ext>
            </a:extLst>
          </p:cNvPr>
          <p:cNvSpPr txBox="1"/>
          <p:nvPr/>
        </p:nvSpPr>
        <p:spPr>
          <a:xfrm>
            <a:off x="5071158" y="1315235"/>
            <a:ext cx="12658371" cy="1475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 el comando diseñado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para descartar modificaciones no deseadas 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 tu directorio de trabajo o retirar archivos del área de preparación de forma segura.</a:t>
            </a:r>
            <a:endParaRPr lang="en-US" sz="2799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0" name="Grupo 29">
            <a:extLst>
              <a:ext uri="{FF2B5EF4-FFF2-40B4-BE49-F238E27FC236}">
                <a16:creationId xmlns:a16="http://schemas.microsoft.com/office/drawing/2014/main" id="{A400C336-A150-C448-A53D-8A2BA67A77AB}"/>
              </a:ext>
            </a:extLst>
          </p:cNvPr>
          <p:cNvGrpSpPr/>
          <p:nvPr/>
        </p:nvGrpSpPr>
        <p:grpSpPr>
          <a:xfrm>
            <a:off x="-228601" y="-478361"/>
            <a:ext cx="2905050" cy="1476032"/>
            <a:chOff x="-228601" y="-478361"/>
            <a:chExt cx="2905050" cy="1476032"/>
          </a:xfrm>
        </p:grpSpPr>
        <p:grpSp>
          <p:nvGrpSpPr>
            <p:cNvPr id="31" name="Group 10">
              <a:extLst>
                <a:ext uri="{FF2B5EF4-FFF2-40B4-BE49-F238E27FC236}">
                  <a16:creationId xmlns:a16="http://schemas.microsoft.com/office/drawing/2014/main" id="{21638BC2-5624-34C8-852C-0745D965AE9A}"/>
                </a:ext>
              </a:extLst>
            </p:cNvPr>
            <p:cNvGrpSpPr/>
            <p:nvPr/>
          </p:nvGrpSpPr>
          <p:grpSpPr>
            <a:xfrm>
              <a:off x="-228601" y="-478361"/>
              <a:ext cx="2905050" cy="1221311"/>
              <a:chOff x="0" y="0"/>
              <a:chExt cx="1355852" cy="720510"/>
            </a:xfrm>
          </p:grpSpPr>
          <p:sp>
            <p:nvSpPr>
              <p:cNvPr id="33" name="Freeform 11">
                <a:extLst>
                  <a:ext uri="{FF2B5EF4-FFF2-40B4-BE49-F238E27FC236}">
                    <a16:creationId xmlns:a16="http://schemas.microsoft.com/office/drawing/2014/main" id="{962F1B21-74B0-13C6-7681-D37F814BE333}"/>
                  </a:ext>
                </a:extLst>
              </p:cNvPr>
              <p:cNvSpPr/>
              <p:nvPr/>
            </p:nvSpPr>
            <p:spPr>
              <a:xfrm>
                <a:off x="0" y="0"/>
                <a:ext cx="1355852" cy="720510"/>
              </a:xfrm>
              <a:custGeom>
                <a:avLst/>
                <a:gdLst/>
                <a:ahLst/>
                <a:cxnLst/>
                <a:rect l="l" t="t" r="r" b="b"/>
                <a:pathLst>
                  <a:path w="1355852" h="720510">
                    <a:moveTo>
                      <a:pt x="150387" y="0"/>
                    </a:moveTo>
                    <a:lnTo>
                      <a:pt x="1205465" y="0"/>
                    </a:lnTo>
                    <a:cubicBezTo>
                      <a:pt x="1245350" y="0"/>
                      <a:pt x="1283602" y="15844"/>
                      <a:pt x="1311805" y="44047"/>
                    </a:cubicBezTo>
                    <a:cubicBezTo>
                      <a:pt x="1340008" y="72250"/>
                      <a:pt x="1355852" y="110502"/>
                      <a:pt x="1355852" y="150387"/>
                    </a:cubicBezTo>
                    <a:lnTo>
                      <a:pt x="1355852" y="570123"/>
                    </a:lnTo>
                    <a:cubicBezTo>
                      <a:pt x="1355852" y="653179"/>
                      <a:pt x="1288522" y="720510"/>
                      <a:pt x="1205465" y="720510"/>
                    </a:cubicBezTo>
                    <a:lnTo>
                      <a:pt x="150387" y="720510"/>
                    </a:lnTo>
                    <a:cubicBezTo>
                      <a:pt x="67331" y="720510"/>
                      <a:pt x="0" y="653179"/>
                      <a:pt x="0" y="570123"/>
                    </a:cubicBezTo>
                    <a:lnTo>
                      <a:pt x="0" y="150387"/>
                    </a:lnTo>
                    <a:cubicBezTo>
                      <a:pt x="0" y="67331"/>
                      <a:pt x="67331" y="0"/>
                      <a:pt x="150387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34" name="TextBox 12">
                <a:extLst>
                  <a:ext uri="{FF2B5EF4-FFF2-40B4-BE49-F238E27FC236}">
                    <a16:creationId xmlns:a16="http://schemas.microsoft.com/office/drawing/2014/main" id="{A74586C7-21D3-C6DC-ADD1-11A6EC50BD64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5852" cy="739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pic>
          <p:nvPicPr>
            <p:cNvPr id="32" name="Imagen 31">
              <a:extLst>
                <a:ext uri="{FF2B5EF4-FFF2-40B4-BE49-F238E27FC236}">
                  <a16:creationId xmlns:a16="http://schemas.microsoft.com/office/drawing/2014/main" id="{08BE0F44-2E70-505A-79B1-989369D63C7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1" y="-375754"/>
              <a:ext cx="1373425" cy="1373425"/>
            </a:xfrm>
            <a:prstGeom prst="rect">
              <a:avLst/>
            </a:prstGeom>
          </p:spPr>
        </p:pic>
      </p:grpSp>
      <p:sp>
        <p:nvSpPr>
          <p:cNvPr id="23" name="TextBox 35">
            <a:extLst>
              <a:ext uri="{FF2B5EF4-FFF2-40B4-BE49-F238E27FC236}">
                <a16:creationId xmlns:a16="http://schemas.microsoft.com/office/drawing/2014/main" id="{E9F6A435-242F-E7DC-5C9E-261FE31D2D0A}"/>
              </a:ext>
            </a:extLst>
          </p:cNvPr>
          <p:cNvSpPr txBox="1"/>
          <p:nvPr/>
        </p:nvSpPr>
        <p:spPr>
          <a:xfrm>
            <a:off x="1978154" y="4205944"/>
            <a:ext cx="13860763" cy="9757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>
              <a:lnSpc>
                <a:spcPts val="3919"/>
              </a:lnSpc>
            </a:pP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Descarta los cambios locales no guardados o recupera un archivo eliminado en tu computadora, regresándolo a su última versión guardada en el historial</a:t>
            </a:r>
          </a:p>
        </p:txBody>
      </p:sp>
      <p:sp>
        <p:nvSpPr>
          <p:cNvPr id="24" name="TextBox 35">
            <a:extLst>
              <a:ext uri="{FF2B5EF4-FFF2-40B4-BE49-F238E27FC236}">
                <a16:creationId xmlns:a16="http://schemas.microsoft.com/office/drawing/2014/main" id="{253022FC-9CA2-F84B-036B-D5EEDC29BF00}"/>
              </a:ext>
            </a:extLst>
          </p:cNvPr>
          <p:cNvSpPr txBox="1"/>
          <p:nvPr/>
        </p:nvSpPr>
        <p:spPr>
          <a:xfrm>
            <a:off x="1910636" y="3496940"/>
            <a:ext cx="5796896" cy="4755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s-MX" sz="2799" b="1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1. ANTES de </a:t>
            </a:r>
            <a:r>
              <a:rPr lang="es-MX" sz="2799" b="1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git</a:t>
            </a:r>
            <a:r>
              <a:rPr lang="es-MX" sz="2799" b="1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MX" sz="2799" b="1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add</a:t>
            </a:r>
            <a:endParaRPr lang="en-US" sz="2799" b="1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BF7B2A60-E3FA-B2E1-A324-7D0ECC4866C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29037" y="5503349"/>
            <a:ext cx="12009880" cy="388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95453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2A4B41-FA0D-4CA5-963F-71D87DCAC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1D1EBD8-4657-39D7-4FFD-A45F3354905E}"/>
              </a:ext>
            </a:extLst>
          </p:cNvPr>
          <p:cNvSpPr/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02783CC5-A809-3400-0ED9-E53E390496BD}"/>
              </a:ext>
            </a:extLst>
          </p:cNvPr>
          <p:cNvGrpSpPr/>
          <p:nvPr/>
        </p:nvGrpSpPr>
        <p:grpSpPr>
          <a:xfrm>
            <a:off x="-698849" y="9575651"/>
            <a:ext cx="19685699" cy="2666805"/>
            <a:chOff x="0" y="0"/>
            <a:chExt cx="5184711" cy="702368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C77AB894-B222-9704-BE54-A9CFFF0A7790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99813CA5-B239-C9A4-6AC9-FC0ACF1AEF77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60D4D5DC-AAD8-7569-673F-FE330CE3CB67}"/>
              </a:ext>
            </a:extLst>
          </p:cNvPr>
          <p:cNvSpPr/>
          <p:nvPr/>
        </p:nvSpPr>
        <p:spPr>
          <a:xfrm>
            <a:off x="15872392" y="2091327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0C353FDD-CFAE-9CF6-43F8-CAC894E79568}"/>
              </a:ext>
            </a:extLst>
          </p:cNvPr>
          <p:cNvSpPr/>
          <p:nvPr/>
        </p:nvSpPr>
        <p:spPr>
          <a:xfrm>
            <a:off x="16901092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66759047-DFF3-AEC2-0EB1-1823A44655FA}"/>
              </a:ext>
            </a:extLst>
          </p:cNvPr>
          <p:cNvSpPr/>
          <p:nvPr/>
        </p:nvSpPr>
        <p:spPr>
          <a:xfrm flipH="1">
            <a:off x="-1389129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739742C1-A84C-676F-60C0-4F2BBC466BB2}"/>
              </a:ext>
            </a:extLst>
          </p:cNvPr>
          <p:cNvSpPr/>
          <p:nvPr/>
        </p:nvSpPr>
        <p:spPr>
          <a:xfrm flipH="1">
            <a:off x="-360429" y="2459791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1D05C86-2697-1D3F-4C97-F5A3CADC3B59}"/>
              </a:ext>
            </a:extLst>
          </p:cNvPr>
          <p:cNvGrpSpPr/>
          <p:nvPr/>
        </p:nvGrpSpPr>
        <p:grpSpPr>
          <a:xfrm>
            <a:off x="-2221" y="927183"/>
            <a:ext cx="4706728" cy="1723876"/>
            <a:chOff x="0" y="-26737"/>
            <a:chExt cx="1239632" cy="454025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0FF4515-EAA0-7586-6D69-5435F496CDAE}"/>
                </a:ext>
              </a:extLst>
            </p:cNvPr>
            <p:cNvSpPr/>
            <p:nvPr/>
          </p:nvSpPr>
          <p:spPr>
            <a:xfrm>
              <a:off x="0" y="0"/>
              <a:ext cx="1239632" cy="406400"/>
            </a:xfrm>
            <a:custGeom>
              <a:avLst/>
              <a:gdLst/>
              <a:ahLst/>
              <a:cxnLst/>
              <a:rect l="l" t="t" r="r" b="b"/>
              <a:pathLst>
                <a:path w="1239632" h="406400">
                  <a:moveTo>
                    <a:pt x="1036432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1036432" y="406400"/>
                  </a:lnTo>
                  <a:lnTo>
                    <a:pt x="1239632" y="203200"/>
                  </a:lnTo>
                  <a:lnTo>
                    <a:pt x="1036432" y="0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2342CFB9-46D6-BBF8-91B6-88081303FD78}"/>
                </a:ext>
              </a:extLst>
            </p:cNvPr>
            <p:cNvSpPr txBox="1"/>
            <p:nvPr/>
          </p:nvSpPr>
          <p:spPr>
            <a:xfrm>
              <a:off x="0" y="-26737"/>
              <a:ext cx="1125332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418"/>
                </a:lnSpc>
              </a:pPr>
              <a:r>
                <a:rPr lang="en-US" sz="4200" spc="-231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&gt; git restore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A56616B1-96E0-DC17-F33A-E13A1A2C617E}"/>
              </a:ext>
            </a:extLst>
          </p:cNvPr>
          <p:cNvGrpSpPr/>
          <p:nvPr/>
        </p:nvGrpSpPr>
        <p:grpSpPr>
          <a:xfrm>
            <a:off x="-698849" y="-1923855"/>
            <a:ext cx="19685699" cy="2666805"/>
            <a:chOff x="0" y="0"/>
            <a:chExt cx="5184711" cy="702368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CB2C8433-E2DD-3253-0217-DEED097E09A5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6427AD4E-3A58-6627-193C-3B23BFC250F1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35" name="TextBox 35">
            <a:extLst>
              <a:ext uri="{FF2B5EF4-FFF2-40B4-BE49-F238E27FC236}">
                <a16:creationId xmlns:a16="http://schemas.microsoft.com/office/drawing/2014/main" id="{A6BF71D0-F47B-07F3-68F9-1036D609AD06}"/>
              </a:ext>
            </a:extLst>
          </p:cNvPr>
          <p:cNvSpPr txBox="1"/>
          <p:nvPr/>
        </p:nvSpPr>
        <p:spPr>
          <a:xfrm>
            <a:off x="5071158" y="1315235"/>
            <a:ext cx="12658371" cy="1475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 el comando diseñado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para descartar modificaciones no deseadas 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 tu directorio de trabajo o retirar archivos del área de preparación de forma segura.</a:t>
            </a:r>
            <a:endParaRPr lang="en-US" sz="2799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0" name="Grupo 29">
            <a:extLst>
              <a:ext uri="{FF2B5EF4-FFF2-40B4-BE49-F238E27FC236}">
                <a16:creationId xmlns:a16="http://schemas.microsoft.com/office/drawing/2014/main" id="{0B2E4BA4-375E-7F95-3886-690FD36A3883}"/>
              </a:ext>
            </a:extLst>
          </p:cNvPr>
          <p:cNvGrpSpPr/>
          <p:nvPr/>
        </p:nvGrpSpPr>
        <p:grpSpPr>
          <a:xfrm>
            <a:off x="-228601" y="-478361"/>
            <a:ext cx="2905050" cy="1476032"/>
            <a:chOff x="-228601" y="-478361"/>
            <a:chExt cx="2905050" cy="1476032"/>
          </a:xfrm>
        </p:grpSpPr>
        <p:grpSp>
          <p:nvGrpSpPr>
            <p:cNvPr id="31" name="Group 10">
              <a:extLst>
                <a:ext uri="{FF2B5EF4-FFF2-40B4-BE49-F238E27FC236}">
                  <a16:creationId xmlns:a16="http://schemas.microsoft.com/office/drawing/2014/main" id="{CD9E385C-1E30-BBCA-E209-99BF98C82EBD}"/>
                </a:ext>
              </a:extLst>
            </p:cNvPr>
            <p:cNvGrpSpPr/>
            <p:nvPr/>
          </p:nvGrpSpPr>
          <p:grpSpPr>
            <a:xfrm>
              <a:off x="-228601" y="-478361"/>
              <a:ext cx="2905050" cy="1221311"/>
              <a:chOff x="0" y="0"/>
              <a:chExt cx="1355852" cy="720510"/>
            </a:xfrm>
          </p:grpSpPr>
          <p:sp>
            <p:nvSpPr>
              <p:cNvPr id="33" name="Freeform 11">
                <a:extLst>
                  <a:ext uri="{FF2B5EF4-FFF2-40B4-BE49-F238E27FC236}">
                    <a16:creationId xmlns:a16="http://schemas.microsoft.com/office/drawing/2014/main" id="{C7352A86-44AF-E93B-1C67-293412266D76}"/>
                  </a:ext>
                </a:extLst>
              </p:cNvPr>
              <p:cNvSpPr/>
              <p:nvPr/>
            </p:nvSpPr>
            <p:spPr>
              <a:xfrm>
                <a:off x="0" y="0"/>
                <a:ext cx="1355852" cy="720510"/>
              </a:xfrm>
              <a:custGeom>
                <a:avLst/>
                <a:gdLst/>
                <a:ahLst/>
                <a:cxnLst/>
                <a:rect l="l" t="t" r="r" b="b"/>
                <a:pathLst>
                  <a:path w="1355852" h="720510">
                    <a:moveTo>
                      <a:pt x="150387" y="0"/>
                    </a:moveTo>
                    <a:lnTo>
                      <a:pt x="1205465" y="0"/>
                    </a:lnTo>
                    <a:cubicBezTo>
                      <a:pt x="1245350" y="0"/>
                      <a:pt x="1283602" y="15844"/>
                      <a:pt x="1311805" y="44047"/>
                    </a:cubicBezTo>
                    <a:cubicBezTo>
                      <a:pt x="1340008" y="72250"/>
                      <a:pt x="1355852" y="110502"/>
                      <a:pt x="1355852" y="150387"/>
                    </a:cubicBezTo>
                    <a:lnTo>
                      <a:pt x="1355852" y="570123"/>
                    </a:lnTo>
                    <a:cubicBezTo>
                      <a:pt x="1355852" y="653179"/>
                      <a:pt x="1288522" y="720510"/>
                      <a:pt x="1205465" y="720510"/>
                    </a:cubicBezTo>
                    <a:lnTo>
                      <a:pt x="150387" y="720510"/>
                    </a:lnTo>
                    <a:cubicBezTo>
                      <a:pt x="67331" y="720510"/>
                      <a:pt x="0" y="653179"/>
                      <a:pt x="0" y="570123"/>
                    </a:cubicBezTo>
                    <a:lnTo>
                      <a:pt x="0" y="150387"/>
                    </a:lnTo>
                    <a:cubicBezTo>
                      <a:pt x="0" y="67331"/>
                      <a:pt x="67331" y="0"/>
                      <a:pt x="150387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34" name="TextBox 12">
                <a:extLst>
                  <a:ext uri="{FF2B5EF4-FFF2-40B4-BE49-F238E27FC236}">
                    <a16:creationId xmlns:a16="http://schemas.microsoft.com/office/drawing/2014/main" id="{064B5BE3-46F6-CBE7-AF21-E2A13680F383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5852" cy="739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pic>
          <p:nvPicPr>
            <p:cNvPr id="32" name="Imagen 31">
              <a:extLst>
                <a:ext uri="{FF2B5EF4-FFF2-40B4-BE49-F238E27FC236}">
                  <a16:creationId xmlns:a16="http://schemas.microsoft.com/office/drawing/2014/main" id="{E850D821-1383-D4E2-3366-C20A34372E2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1" y="-375754"/>
              <a:ext cx="1373425" cy="1373425"/>
            </a:xfrm>
            <a:prstGeom prst="rect">
              <a:avLst/>
            </a:prstGeom>
          </p:spPr>
        </p:pic>
      </p:grpSp>
      <p:sp>
        <p:nvSpPr>
          <p:cNvPr id="23" name="TextBox 35">
            <a:extLst>
              <a:ext uri="{FF2B5EF4-FFF2-40B4-BE49-F238E27FC236}">
                <a16:creationId xmlns:a16="http://schemas.microsoft.com/office/drawing/2014/main" id="{5AD3A18B-7D3B-5A3D-54AE-D27793E74D70}"/>
              </a:ext>
            </a:extLst>
          </p:cNvPr>
          <p:cNvSpPr txBox="1"/>
          <p:nvPr/>
        </p:nvSpPr>
        <p:spPr>
          <a:xfrm>
            <a:off x="1978154" y="4205944"/>
            <a:ext cx="13860763" cy="9757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>
              <a:lnSpc>
                <a:spcPts val="3919"/>
              </a:lnSpc>
            </a:pP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Descarta los cambios locales no guardados o recupera un archivo eliminado en tu computadora, regresándolo a su última versión guardada en el historial</a:t>
            </a:r>
          </a:p>
        </p:txBody>
      </p:sp>
      <p:sp>
        <p:nvSpPr>
          <p:cNvPr id="24" name="TextBox 35">
            <a:extLst>
              <a:ext uri="{FF2B5EF4-FFF2-40B4-BE49-F238E27FC236}">
                <a16:creationId xmlns:a16="http://schemas.microsoft.com/office/drawing/2014/main" id="{57A839FA-B7F5-CB29-B512-73FB7B844CC4}"/>
              </a:ext>
            </a:extLst>
          </p:cNvPr>
          <p:cNvSpPr txBox="1"/>
          <p:nvPr/>
        </p:nvSpPr>
        <p:spPr>
          <a:xfrm>
            <a:off x="1910636" y="3496940"/>
            <a:ext cx="5796896" cy="4755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s-MX" sz="2799" b="1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1. ANTES de </a:t>
            </a:r>
            <a:r>
              <a:rPr lang="es-MX" sz="2799" b="1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git</a:t>
            </a:r>
            <a:r>
              <a:rPr lang="es-MX" sz="2799" b="1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MX" sz="2799" b="1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add</a:t>
            </a:r>
            <a:endParaRPr lang="en-US" sz="2799" b="1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103D2660-2E0D-982A-415E-CFE5D38C616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922487" y="5446849"/>
            <a:ext cx="11251055" cy="3865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914610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24095A-D311-4F6A-F165-782DD78E2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26907FE-0775-942C-06B2-7553BA984DCE}"/>
              </a:ext>
            </a:extLst>
          </p:cNvPr>
          <p:cNvSpPr/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D9D08D39-64C9-8B18-84A6-945BD086C846}"/>
              </a:ext>
            </a:extLst>
          </p:cNvPr>
          <p:cNvGrpSpPr/>
          <p:nvPr/>
        </p:nvGrpSpPr>
        <p:grpSpPr>
          <a:xfrm>
            <a:off x="-698849" y="9575651"/>
            <a:ext cx="19685699" cy="2666805"/>
            <a:chOff x="0" y="0"/>
            <a:chExt cx="5184711" cy="702368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A894667C-96A9-0445-1109-3F0A8121A16C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9243D693-9C4A-BD52-8A33-5B78E87CAF45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C27792E7-CD96-2C9E-196B-96A15C1E7AC4}"/>
              </a:ext>
            </a:extLst>
          </p:cNvPr>
          <p:cNvSpPr/>
          <p:nvPr/>
        </p:nvSpPr>
        <p:spPr>
          <a:xfrm>
            <a:off x="15872392" y="2091327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657D4ADE-13F3-EA4B-77AC-FD13D63869EE}"/>
              </a:ext>
            </a:extLst>
          </p:cNvPr>
          <p:cNvSpPr/>
          <p:nvPr/>
        </p:nvSpPr>
        <p:spPr>
          <a:xfrm>
            <a:off x="16901092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64F127BE-EE16-311B-C76B-D2C52F5FC69B}"/>
              </a:ext>
            </a:extLst>
          </p:cNvPr>
          <p:cNvSpPr/>
          <p:nvPr/>
        </p:nvSpPr>
        <p:spPr>
          <a:xfrm flipH="1">
            <a:off x="-1389129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260EF22F-4233-A255-03D1-DD693BE6AF4E}"/>
              </a:ext>
            </a:extLst>
          </p:cNvPr>
          <p:cNvSpPr/>
          <p:nvPr/>
        </p:nvSpPr>
        <p:spPr>
          <a:xfrm flipH="1">
            <a:off x="-360429" y="2459791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6BFD2B99-3063-55C0-0E8A-CA0B840813DB}"/>
              </a:ext>
            </a:extLst>
          </p:cNvPr>
          <p:cNvGrpSpPr/>
          <p:nvPr/>
        </p:nvGrpSpPr>
        <p:grpSpPr>
          <a:xfrm>
            <a:off x="-2221" y="927183"/>
            <a:ext cx="4706728" cy="1723876"/>
            <a:chOff x="0" y="-26737"/>
            <a:chExt cx="1239632" cy="454025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783E457A-3737-7C58-FD5A-0975F146BF99}"/>
                </a:ext>
              </a:extLst>
            </p:cNvPr>
            <p:cNvSpPr/>
            <p:nvPr/>
          </p:nvSpPr>
          <p:spPr>
            <a:xfrm>
              <a:off x="0" y="0"/>
              <a:ext cx="1239632" cy="406400"/>
            </a:xfrm>
            <a:custGeom>
              <a:avLst/>
              <a:gdLst/>
              <a:ahLst/>
              <a:cxnLst/>
              <a:rect l="l" t="t" r="r" b="b"/>
              <a:pathLst>
                <a:path w="1239632" h="406400">
                  <a:moveTo>
                    <a:pt x="1036432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1036432" y="406400"/>
                  </a:lnTo>
                  <a:lnTo>
                    <a:pt x="1239632" y="203200"/>
                  </a:lnTo>
                  <a:lnTo>
                    <a:pt x="1036432" y="0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79889BD5-5030-B7DE-4847-696DC15B8357}"/>
                </a:ext>
              </a:extLst>
            </p:cNvPr>
            <p:cNvSpPr txBox="1"/>
            <p:nvPr/>
          </p:nvSpPr>
          <p:spPr>
            <a:xfrm>
              <a:off x="0" y="-26737"/>
              <a:ext cx="1125332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418"/>
                </a:lnSpc>
              </a:pPr>
              <a:r>
                <a:rPr lang="en-US" sz="4200" spc="-231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&gt; git restore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4E5353A1-6D87-D3BF-846C-132016007047}"/>
              </a:ext>
            </a:extLst>
          </p:cNvPr>
          <p:cNvGrpSpPr/>
          <p:nvPr/>
        </p:nvGrpSpPr>
        <p:grpSpPr>
          <a:xfrm>
            <a:off x="-698849" y="-1923855"/>
            <a:ext cx="19685699" cy="2666805"/>
            <a:chOff x="0" y="0"/>
            <a:chExt cx="5184711" cy="702368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A1A2B4C0-9D95-DB83-B7DE-CE32187F1732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3C24133-7C0F-B708-7905-733DC83E7C3B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35" name="TextBox 35">
            <a:extLst>
              <a:ext uri="{FF2B5EF4-FFF2-40B4-BE49-F238E27FC236}">
                <a16:creationId xmlns:a16="http://schemas.microsoft.com/office/drawing/2014/main" id="{B21D5804-748C-98A8-8D1E-1B42BC0759E8}"/>
              </a:ext>
            </a:extLst>
          </p:cNvPr>
          <p:cNvSpPr txBox="1"/>
          <p:nvPr/>
        </p:nvSpPr>
        <p:spPr>
          <a:xfrm>
            <a:off x="5071158" y="1315235"/>
            <a:ext cx="12658371" cy="1475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 el comando diseñado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para descartar modificaciones no deseadas 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 tu directorio de trabajo o retirar archivos del área de preparación de forma segura.</a:t>
            </a:r>
            <a:endParaRPr lang="en-US" sz="2799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0" name="Grupo 29">
            <a:extLst>
              <a:ext uri="{FF2B5EF4-FFF2-40B4-BE49-F238E27FC236}">
                <a16:creationId xmlns:a16="http://schemas.microsoft.com/office/drawing/2014/main" id="{E34A2463-5D36-EA3E-9B1E-23ACB1961737}"/>
              </a:ext>
            </a:extLst>
          </p:cNvPr>
          <p:cNvGrpSpPr/>
          <p:nvPr/>
        </p:nvGrpSpPr>
        <p:grpSpPr>
          <a:xfrm>
            <a:off x="-228601" y="-478361"/>
            <a:ext cx="2905050" cy="1476032"/>
            <a:chOff x="-228601" y="-478361"/>
            <a:chExt cx="2905050" cy="1476032"/>
          </a:xfrm>
        </p:grpSpPr>
        <p:grpSp>
          <p:nvGrpSpPr>
            <p:cNvPr id="31" name="Group 10">
              <a:extLst>
                <a:ext uri="{FF2B5EF4-FFF2-40B4-BE49-F238E27FC236}">
                  <a16:creationId xmlns:a16="http://schemas.microsoft.com/office/drawing/2014/main" id="{2A70880E-DAD5-2614-9B23-D9EFA7F096D4}"/>
                </a:ext>
              </a:extLst>
            </p:cNvPr>
            <p:cNvGrpSpPr/>
            <p:nvPr/>
          </p:nvGrpSpPr>
          <p:grpSpPr>
            <a:xfrm>
              <a:off x="-228601" y="-478361"/>
              <a:ext cx="2905050" cy="1221311"/>
              <a:chOff x="0" y="0"/>
              <a:chExt cx="1355852" cy="720510"/>
            </a:xfrm>
          </p:grpSpPr>
          <p:sp>
            <p:nvSpPr>
              <p:cNvPr id="33" name="Freeform 11">
                <a:extLst>
                  <a:ext uri="{FF2B5EF4-FFF2-40B4-BE49-F238E27FC236}">
                    <a16:creationId xmlns:a16="http://schemas.microsoft.com/office/drawing/2014/main" id="{3A651F04-4F62-1C30-C656-89E674289B61}"/>
                  </a:ext>
                </a:extLst>
              </p:cNvPr>
              <p:cNvSpPr/>
              <p:nvPr/>
            </p:nvSpPr>
            <p:spPr>
              <a:xfrm>
                <a:off x="0" y="0"/>
                <a:ext cx="1355852" cy="720510"/>
              </a:xfrm>
              <a:custGeom>
                <a:avLst/>
                <a:gdLst/>
                <a:ahLst/>
                <a:cxnLst/>
                <a:rect l="l" t="t" r="r" b="b"/>
                <a:pathLst>
                  <a:path w="1355852" h="720510">
                    <a:moveTo>
                      <a:pt x="150387" y="0"/>
                    </a:moveTo>
                    <a:lnTo>
                      <a:pt x="1205465" y="0"/>
                    </a:lnTo>
                    <a:cubicBezTo>
                      <a:pt x="1245350" y="0"/>
                      <a:pt x="1283602" y="15844"/>
                      <a:pt x="1311805" y="44047"/>
                    </a:cubicBezTo>
                    <a:cubicBezTo>
                      <a:pt x="1340008" y="72250"/>
                      <a:pt x="1355852" y="110502"/>
                      <a:pt x="1355852" y="150387"/>
                    </a:cubicBezTo>
                    <a:lnTo>
                      <a:pt x="1355852" y="570123"/>
                    </a:lnTo>
                    <a:cubicBezTo>
                      <a:pt x="1355852" y="653179"/>
                      <a:pt x="1288522" y="720510"/>
                      <a:pt x="1205465" y="720510"/>
                    </a:cubicBezTo>
                    <a:lnTo>
                      <a:pt x="150387" y="720510"/>
                    </a:lnTo>
                    <a:cubicBezTo>
                      <a:pt x="67331" y="720510"/>
                      <a:pt x="0" y="653179"/>
                      <a:pt x="0" y="570123"/>
                    </a:cubicBezTo>
                    <a:lnTo>
                      <a:pt x="0" y="150387"/>
                    </a:lnTo>
                    <a:cubicBezTo>
                      <a:pt x="0" y="67331"/>
                      <a:pt x="67331" y="0"/>
                      <a:pt x="150387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34" name="TextBox 12">
                <a:extLst>
                  <a:ext uri="{FF2B5EF4-FFF2-40B4-BE49-F238E27FC236}">
                    <a16:creationId xmlns:a16="http://schemas.microsoft.com/office/drawing/2014/main" id="{689FEF82-86EF-15FF-78AF-20BD81242FD9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5852" cy="739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pic>
          <p:nvPicPr>
            <p:cNvPr id="32" name="Imagen 31">
              <a:extLst>
                <a:ext uri="{FF2B5EF4-FFF2-40B4-BE49-F238E27FC236}">
                  <a16:creationId xmlns:a16="http://schemas.microsoft.com/office/drawing/2014/main" id="{02206ABD-5490-0C33-135A-1721F5C59FB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1" y="-375754"/>
              <a:ext cx="1373425" cy="1373425"/>
            </a:xfrm>
            <a:prstGeom prst="rect">
              <a:avLst/>
            </a:prstGeom>
          </p:spPr>
        </p:pic>
      </p:grpSp>
      <p:sp>
        <p:nvSpPr>
          <p:cNvPr id="23" name="TextBox 35">
            <a:extLst>
              <a:ext uri="{FF2B5EF4-FFF2-40B4-BE49-F238E27FC236}">
                <a16:creationId xmlns:a16="http://schemas.microsoft.com/office/drawing/2014/main" id="{693FB18F-3DA9-60BA-BD83-953A1C55CC0E}"/>
              </a:ext>
            </a:extLst>
          </p:cNvPr>
          <p:cNvSpPr txBox="1"/>
          <p:nvPr/>
        </p:nvSpPr>
        <p:spPr>
          <a:xfrm>
            <a:off x="1978154" y="4205944"/>
            <a:ext cx="13860763" cy="9757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>
              <a:lnSpc>
                <a:spcPts val="3919"/>
              </a:lnSpc>
            </a:pP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Descarta los cambios locales no guardados o recupera un archivo eliminado en tu computadora, regresándolo a su última versión guardada en el historial</a:t>
            </a:r>
          </a:p>
        </p:txBody>
      </p:sp>
      <p:sp>
        <p:nvSpPr>
          <p:cNvPr id="24" name="TextBox 35">
            <a:extLst>
              <a:ext uri="{FF2B5EF4-FFF2-40B4-BE49-F238E27FC236}">
                <a16:creationId xmlns:a16="http://schemas.microsoft.com/office/drawing/2014/main" id="{305D4D02-3EFD-8DDC-56EF-32B70FD7C89C}"/>
              </a:ext>
            </a:extLst>
          </p:cNvPr>
          <p:cNvSpPr txBox="1"/>
          <p:nvPr/>
        </p:nvSpPr>
        <p:spPr>
          <a:xfrm>
            <a:off x="1910636" y="3496940"/>
            <a:ext cx="5796896" cy="4755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s-MX" sz="2799" b="1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1. ANTES de </a:t>
            </a:r>
            <a:r>
              <a:rPr lang="es-MX" sz="2799" b="1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git</a:t>
            </a:r>
            <a:r>
              <a:rPr lang="es-MX" sz="2799" b="1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MX" sz="2799" b="1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add</a:t>
            </a:r>
            <a:endParaRPr lang="en-US" sz="2799" b="1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CC304A64-4863-D5E0-FD62-155D6C09219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99130" y="5412794"/>
            <a:ext cx="9287518" cy="4126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83317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BCB0C4-0DC2-7DEB-0269-50B85863C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97FE7C5-8C1D-9E42-E997-2976ED2AC322}"/>
              </a:ext>
            </a:extLst>
          </p:cNvPr>
          <p:cNvSpPr/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4EC18BA4-2637-CC11-28DC-1B5C38EBE52B}"/>
              </a:ext>
            </a:extLst>
          </p:cNvPr>
          <p:cNvGrpSpPr/>
          <p:nvPr/>
        </p:nvGrpSpPr>
        <p:grpSpPr>
          <a:xfrm>
            <a:off x="-698849" y="9575651"/>
            <a:ext cx="19685699" cy="2666805"/>
            <a:chOff x="0" y="0"/>
            <a:chExt cx="5184711" cy="702368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BDD34ED6-A751-EB72-2A59-0F6A11D6A8F4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8D602A74-9679-9649-87DF-3EBB6457999C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C7EE1FF1-46A8-8C44-CDEB-581B78EBB1CB}"/>
              </a:ext>
            </a:extLst>
          </p:cNvPr>
          <p:cNvSpPr/>
          <p:nvPr/>
        </p:nvSpPr>
        <p:spPr>
          <a:xfrm>
            <a:off x="15872392" y="2091327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56D8EABB-09AA-5F16-E04B-C9B503D9D145}"/>
              </a:ext>
            </a:extLst>
          </p:cNvPr>
          <p:cNvSpPr/>
          <p:nvPr/>
        </p:nvSpPr>
        <p:spPr>
          <a:xfrm>
            <a:off x="16901092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B12850BB-1B2E-CB4C-A250-3E2321B4B4FC}"/>
              </a:ext>
            </a:extLst>
          </p:cNvPr>
          <p:cNvSpPr/>
          <p:nvPr/>
        </p:nvSpPr>
        <p:spPr>
          <a:xfrm flipH="1">
            <a:off x="-1389129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FAFF9E87-03D0-4E86-2DDE-2EAB5392FC4D}"/>
              </a:ext>
            </a:extLst>
          </p:cNvPr>
          <p:cNvSpPr/>
          <p:nvPr/>
        </p:nvSpPr>
        <p:spPr>
          <a:xfrm flipH="1">
            <a:off x="-360429" y="2459791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EB4C6AFD-E474-5E62-A01D-2916EE6A0235}"/>
              </a:ext>
            </a:extLst>
          </p:cNvPr>
          <p:cNvGrpSpPr/>
          <p:nvPr/>
        </p:nvGrpSpPr>
        <p:grpSpPr>
          <a:xfrm>
            <a:off x="-2221" y="927183"/>
            <a:ext cx="4706728" cy="1723876"/>
            <a:chOff x="0" y="-26737"/>
            <a:chExt cx="1239632" cy="454025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A298123-6D44-F039-938C-B13A4451395D}"/>
                </a:ext>
              </a:extLst>
            </p:cNvPr>
            <p:cNvSpPr/>
            <p:nvPr/>
          </p:nvSpPr>
          <p:spPr>
            <a:xfrm>
              <a:off x="0" y="0"/>
              <a:ext cx="1239632" cy="406400"/>
            </a:xfrm>
            <a:custGeom>
              <a:avLst/>
              <a:gdLst/>
              <a:ahLst/>
              <a:cxnLst/>
              <a:rect l="l" t="t" r="r" b="b"/>
              <a:pathLst>
                <a:path w="1239632" h="406400">
                  <a:moveTo>
                    <a:pt x="1036432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1036432" y="406400"/>
                  </a:lnTo>
                  <a:lnTo>
                    <a:pt x="1239632" y="203200"/>
                  </a:lnTo>
                  <a:lnTo>
                    <a:pt x="1036432" y="0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84741F0-214D-B2D8-BC1B-589202AAEFA4}"/>
                </a:ext>
              </a:extLst>
            </p:cNvPr>
            <p:cNvSpPr txBox="1"/>
            <p:nvPr/>
          </p:nvSpPr>
          <p:spPr>
            <a:xfrm>
              <a:off x="0" y="-26737"/>
              <a:ext cx="1125332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418"/>
                </a:lnSpc>
              </a:pPr>
              <a:r>
                <a:rPr lang="en-US" sz="4200" spc="-231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&gt; git restore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14EBBB17-1F9E-C33C-5D77-616E8AF734C5}"/>
              </a:ext>
            </a:extLst>
          </p:cNvPr>
          <p:cNvGrpSpPr/>
          <p:nvPr/>
        </p:nvGrpSpPr>
        <p:grpSpPr>
          <a:xfrm>
            <a:off x="-698849" y="-1923855"/>
            <a:ext cx="19685699" cy="2666805"/>
            <a:chOff x="0" y="0"/>
            <a:chExt cx="5184711" cy="702368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0B2A183B-BA8F-6E3D-7836-B3F558951940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015098E9-A6FA-3173-6315-82DEDFF50136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35" name="TextBox 35">
            <a:extLst>
              <a:ext uri="{FF2B5EF4-FFF2-40B4-BE49-F238E27FC236}">
                <a16:creationId xmlns:a16="http://schemas.microsoft.com/office/drawing/2014/main" id="{7AAB9487-26C3-8358-6B9A-C03F8C045365}"/>
              </a:ext>
            </a:extLst>
          </p:cNvPr>
          <p:cNvSpPr txBox="1"/>
          <p:nvPr/>
        </p:nvSpPr>
        <p:spPr>
          <a:xfrm>
            <a:off x="5071158" y="1315235"/>
            <a:ext cx="12658371" cy="1475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 el comando diseñado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para descartar modificaciones no deseadas 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 tu directorio de trabajo o retirar archivos del área de preparación de forma segura.</a:t>
            </a:r>
            <a:endParaRPr lang="en-US" sz="2799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0" name="Grupo 29">
            <a:extLst>
              <a:ext uri="{FF2B5EF4-FFF2-40B4-BE49-F238E27FC236}">
                <a16:creationId xmlns:a16="http://schemas.microsoft.com/office/drawing/2014/main" id="{220D484B-A3C1-89B7-167D-BE727C8228F0}"/>
              </a:ext>
            </a:extLst>
          </p:cNvPr>
          <p:cNvGrpSpPr/>
          <p:nvPr/>
        </p:nvGrpSpPr>
        <p:grpSpPr>
          <a:xfrm>
            <a:off x="-228601" y="-478361"/>
            <a:ext cx="2905050" cy="1476032"/>
            <a:chOff x="-228601" y="-478361"/>
            <a:chExt cx="2905050" cy="1476032"/>
          </a:xfrm>
        </p:grpSpPr>
        <p:grpSp>
          <p:nvGrpSpPr>
            <p:cNvPr id="31" name="Group 10">
              <a:extLst>
                <a:ext uri="{FF2B5EF4-FFF2-40B4-BE49-F238E27FC236}">
                  <a16:creationId xmlns:a16="http://schemas.microsoft.com/office/drawing/2014/main" id="{D4AEBFB7-5450-F798-32F3-A43B0540BB33}"/>
                </a:ext>
              </a:extLst>
            </p:cNvPr>
            <p:cNvGrpSpPr/>
            <p:nvPr/>
          </p:nvGrpSpPr>
          <p:grpSpPr>
            <a:xfrm>
              <a:off x="-228601" y="-478361"/>
              <a:ext cx="2905050" cy="1221311"/>
              <a:chOff x="0" y="0"/>
              <a:chExt cx="1355852" cy="720510"/>
            </a:xfrm>
          </p:grpSpPr>
          <p:sp>
            <p:nvSpPr>
              <p:cNvPr id="33" name="Freeform 11">
                <a:extLst>
                  <a:ext uri="{FF2B5EF4-FFF2-40B4-BE49-F238E27FC236}">
                    <a16:creationId xmlns:a16="http://schemas.microsoft.com/office/drawing/2014/main" id="{34B5A928-6B18-905F-9EEE-47C177E6546B}"/>
                  </a:ext>
                </a:extLst>
              </p:cNvPr>
              <p:cNvSpPr/>
              <p:nvPr/>
            </p:nvSpPr>
            <p:spPr>
              <a:xfrm>
                <a:off x="0" y="0"/>
                <a:ext cx="1355852" cy="720510"/>
              </a:xfrm>
              <a:custGeom>
                <a:avLst/>
                <a:gdLst/>
                <a:ahLst/>
                <a:cxnLst/>
                <a:rect l="l" t="t" r="r" b="b"/>
                <a:pathLst>
                  <a:path w="1355852" h="720510">
                    <a:moveTo>
                      <a:pt x="150387" y="0"/>
                    </a:moveTo>
                    <a:lnTo>
                      <a:pt x="1205465" y="0"/>
                    </a:lnTo>
                    <a:cubicBezTo>
                      <a:pt x="1245350" y="0"/>
                      <a:pt x="1283602" y="15844"/>
                      <a:pt x="1311805" y="44047"/>
                    </a:cubicBezTo>
                    <a:cubicBezTo>
                      <a:pt x="1340008" y="72250"/>
                      <a:pt x="1355852" y="110502"/>
                      <a:pt x="1355852" y="150387"/>
                    </a:cubicBezTo>
                    <a:lnTo>
                      <a:pt x="1355852" y="570123"/>
                    </a:lnTo>
                    <a:cubicBezTo>
                      <a:pt x="1355852" y="653179"/>
                      <a:pt x="1288522" y="720510"/>
                      <a:pt x="1205465" y="720510"/>
                    </a:cubicBezTo>
                    <a:lnTo>
                      <a:pt x="150387" y="720510"/>
                    </a:lnTo>
                    <a:cubicBezTo>
                      <a:pt x="67331" y="720510"/>
                      <a:pt x="0" y="653179"/>
                      <a:pt x="0" y="570123"/>
                    </a:cubicBezTo>
                    <a:lnTo>
                      <a:pt x="0" y="150387"/>
                    </a:lnTo>
                    <a:cubicBezTo>
                      <a:pt x="0" y="67331"/>
                      <a:pt x="67331" y="0"/>
                      <a:pt x="150387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34" name="TextBox 12">
                <a:extLst>
                  <a:ext uri="{FF2B5EF4-FFF2-40B4-BE49-F238E27FC236}">
                    <a16:creationId xmlns:a16="http://schemas.microsoft.com/office/drawing/2014/main" id="{ED6E8336-62A3-E81E-5E7A-55CA9468B098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5852" cy="739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pic>
          <p:nvPicPr>
            <p:cNvPr id="32" name="Imagen 31">
              <a:extLst>
                <a:ext uri="{FF2B5EF4-FFF2-40B4-BE49-F238E27FC236}">
                  <a16:creationId xmlns:a16="http://schemas.microsoft.com/office/drawing/2014/main" id="{837C1A5D-309B-5490-CCEC-0D8A3F4928C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1" y="-375754"/>
              <a:ext cx="1373425" cy="1373425"/>
            </a:xfrm>
            <a:prstGeom prst="rect">
              <a:avLst/>
            </a:prstGeom>
          </p:spPr>
        </p:pic>
      </p:grpSp>
      <p:grpSp>
        <p:nvGrpSpPr>
          <p:cNvPr id="13" name="Group 52">
            <a:extLst>
              <a:ext uri="{FF2B5EF4-FFF2-40B4-BE49-F238E27FC236}">
                <a16:creationId xmlns:a16="http://schemas.microsoft.com/office/drawing/2014/main" id="{242D4521-2AFA-A403-A279-FE85C6A4DF33}"/>
              </a:ext>
            </a:extLst>
          </p:cNvPr>
          <p:cNvGrpSpPr/>
          <p:nvPr/>
        </p:nvGrpSpPr>
        <p:grpSpPr>
          <a:xfrm>
            <a:off x="2694034" y="6098046"/>
            <a:ext cx="12479508" cy="1053137"/>
            <a:chOff x="0" y="-19050"/>
            <a:chExt cx="2441105" cy="216695"/>
          </a:xfrm>
        </p:grpSpPr>
        <p:sp>
          <p:nvSpPr>
            <p:cNvPr id="15" name="Freeform 53">
              <a:extLst>
                <a:ext uri="{FF2B5EF4-FFF2-40B4-BE49-F238E27FC236}">
                  <a16:creationId xmlns:a16="http://schemas.microsoft.com/office/drawing/2014/main" id="{8A385CBD-8E1C-C56B-443A-498123C80FDC}"/>
                </a:ext>
              </a:extLst>
            </p:cNvPr>
            <p:cNvSpPr/>
            <p:nvPr/>
          </p:nvSpPr>
          <p:spPr>
            <a:xfrm>
              <a:off x="0" y="0"/>
              <a:ext cx="2441105" cy="197645"/>
            </a:xfrm>
            <a:custGeom>
              <a:avLst/>
              <a:gdLst/>
              <a:ahLst/>
              <a:cxnLst/>
              <a:rect l="l" t="t" r="r" b="b"/>
              <a:pathLst>
                <a:path w="2441105" h="197645">
                  <a:moveTo>
                    <a:pt x="12745" y="0"/>
                  </a:moveTo>
                  <a:lnTo>
                    <a:pt x="2428360" y="0"/>
                  </a:lnTo>
                  <a:cubicBezTo>
                    <a:pt x="2431740" y="0"/>
                    <a:pt x="2434982" y="1343"/>
                    <a:pt x="2437372" y="3733"/>
                  </a:cubicBezTo>
                  <a:cubicBezTo>
                    <a:pt x="2439763" y="6123"/>
                    <a:pt x="2441105" y="9365"/>
                    <a:pt x="2441105" y="12745"/>
                  </a:cubicBezTo>
                  <a:lnTo>
                    <a:pt x="2441105" y="184899"/>
                  </a:lnTo>
                  <a:cubicBezTo>
                    <a:pt x="2441105" y="188280"/>
                    <a:pt x="2439763" y="191522"/>
                    <a:pt x="2437372" y="193912"/>
                  </a:cubicBezTo>
                  <a:cubicBezTo>
                    <a:pt x="2434982" y="196302"/>
                    <a:pt x="2431740" y="197645"/>
                    <a:pt x="2428360" y="197645"/>
                  </a:cubicBezTo>
                  <a:lnTo>
                    <a:pt x="12745" y="197645"/>
                  </a:lnTo>
                  <a:cubicBezTo>
                    <a:pt x="9365" y="197645"/>
                    <a:pt x="6123" y="196302"/>
                    <a:pt x="3733" y="193912"/>
                  </a:cubicBezTo>
                  <a:cubicBezTo>
                    <a:pt x="1343" y="191522"/>
                    <a:pt x="0" y="188280"/>
                    <a:pt x="0" y="184899"/>
                  </a:cubicBezTo>
                  <a:lnTo>
                    <a:pt x="0" y="12745"/>
                  </a:lnTo>
                  <a:cubicBezTo>
                    <a:pt x="0" y="9365"/>
                    <a:pt x="1343" y="6123"/>
                    <a:pt x="3733" y="3733"/>
                  </a:cubicBezTo>
                  <a:cubicBezTo>
                    <a:pt x="6123" y="1343"/>
                    <a:pt x="9365" y="0"/>
                    <a:pt x="12745" y="0"/>
                  </a:cubicBezTo>
                  <a:close/>
                </a:path>
              </a:pathLst>
            </a:custGeom>
            <a:solidFill>
              <a:srgbClr val="0F0E0E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s-MX" dirty="0"/>
            </a:p>
          </p:txBody>
        </p:sp>
        <p:sp>
          <p:nvSpPr>
            <p:cNvPr id="16" name="TextBox 54">
              <a:extLst>
                <a:ext uri="{FF2B5EF4-FFF2-40B4-BE49-F238E27FC236}">
                  <a16:creationId xmlns:a16="http://schemas.microsoft.com/office/drawing/2014/main" id="{D14B1412-5039-8C3B-FDD5-877ABE459FC8}"/>
                </a:ext>
              </a:extLst>
            </p:cNvPr>
            <p:cNvSpPr txBox="1"/>
            <p:nvPr/>
          </p:nvSpPr>
          <p:spPr>
            <a:xfrm>
              <a:off x="0" y="-19050"/>
              <a:ext cx="2441105" cy="2166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22" name="TextBox 56">
            <a:extLst>
              <a:ext uri="{FF2B5EF4-FFF2-40B4-BE49-F238E27FC236}">
                <a16:creationId xmlns:a16="http://schemas.microsoft.com/office/drawing/2014/main" id="{096172D6-B11C-A0A1-F27D-124D83723005}"/>
              </a:ext>
            </a:extLst>
          </p:cNvPr>
          <p:cNvSpPr txBox="1"/>
          <p:nvPr/>
        </p:nvSpPr>
        <p:spPr>
          <a:xfrm>
            <a:off x="2928305" y="6441806"/>
            <a:ext cx="7693972" cy="4131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359"/>
              </a:lnSpc>
            </a:pPr>
            <a:r>
              <a:rPr lang="en-US" sz="2400" spc="-6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&gt; git restore -–staged </a:t>
            </a:r>
            <a:r>
              <a:rPr lang="en-US" sz="2400" spc="-64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nombre-archivo</a:t>
            </a:r>
            <a:endParaRPr lang="en-US" sz="2400" spc="-64" dirty="0">
              <a:solidFill>
                <a:srgbClr val="D9D9D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" name="TextBox 35">
            <a:extLst>
              <a:ext uri="{FF2B5EF4-FFF2-40B4-BE49-F238E27FC236}">
                <a16:creationId xmlns:a16="http://schemas.microsoft.com/office/drawing/2014/main" id="{289B603E-3658-8EFA-3546-38BC57353A92}"/>
              </a:ext>
            </a:extLst>
          </p:cNvPr>
          <p:cNvSpPr txBox="1"/>
          <p:nvPr/>
        </p:nvSpPr>
        <p:spPr>
          <a:xfrm>
            <a:off x="1978154" y="4205944"/>
            <a:ext cx="13860763" cy="9757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>
              <a:lnSpc>
                <a:spcPts val="3919"/>
              </a:lnSpc>
            </a:pP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Si por error hiciste </a:t>
            </a:r>
            <a:r>
              <a:rPr lang="es-MX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git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MX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add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archivo.txt y se puso en verde, pero te arrepientes y ya no quieres que entre el </a:t>
            </a:r>
            <a:r>
              <a:rPr lang="es-MX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commit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, usa la opción --</a:t>
            </a:r>
            <a:r>
              <a:rPr lang="es-MX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staged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sp>
        <p:nvSpPr>
          <p:cNvPr id="24" name="TextBox 35">
            <a:extLst>
              <a:ext uri="{FF2B5EF4-FFF2-40B4-BE49-F238E27FC236}">
                <a16:creationId xmlns:a16="http://schemas.microsoft.com/office/drawing/2014/main" id="{471C6E77-E782-8CE8-62EF-88D9EFFEC225}"/>
              </a:ext>
            </a:extLst>
          </p:cNvPr>
          <p:cNvSpPr txBox="1"/>
          <p:nvPr/>
        </p:nvSpPr>
        <p:spPr>
          <a:xfrm>
            <a:off x="1910636" y="3496940"/>
            <a:ext cx="5796896" cy="4755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s-MX" sz="2799" b="1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2. Si ya hicimos </a:t>
            </a:r>
            <a:r>
              <a:rPr lang="es-MX" sz="2799" b="1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git</a:t>
            </a:r>
            <a:r>
              <a:rPr lang="es-MX" sz="2799" b="1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MX" sz="2799" b="1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add</a:t>
            </a:r>
            <a:endParaRPr lang="en-US" sz="2799" b="1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" name="TextBox 35">
            <a:extLst>
              <a:ext uri="{FF2B5EF4-FFF2-40B4-BE49-F238E27FC236}">
                <a16:creationId xmlns:a16="http://schemas.microsoft.com/office/drawing/2014/main" id="{457A0532-F4A6-B57B-A11E-46FF9F022E4D}"/>
              </a:ext>
            </a:extLst>
          </p:cNvPr>
          <p:cNvSpPr txBox="1"/>
          <p:nvPr/>
        </p:nvSpPr>
        <p:spPr>
          <a:xfrm>
            <a:off x="2647850" y="5454522"/>
            <a:ext cx="5796896" cy="4755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Archivo por archivo</a:t>
            </a:r>
            <a:endParaRPr lang="en-US" sz="2799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4" name="Group 52">
            <a:extLst>
              <a:ext uri="{FF2B5EF4-FFF2-40B4-BE49-F238E27FC236}">
                <a16:creationId xmlns:a16="http://schemas.microsoft.com/office/drawing/2014/main" id="{BC102E1B-8983-0CB6-F2E6-1766302AD0E4}"/>
              </a:ext>
            </a:extLst>
          </p:cNvPr>
          <p:cNvGrpSpPr/>
          <p:nvPr/>
        </p:nvGrpSpPr>
        <p:grpSpPr>
          <a:xfrm>
            <a:off x="2694034" y="7967683"/>
            <a:ext cx="12479508" cy="1053137"/>
            <a:chOff x="0" y="-19050"/>
            <a:chExt cx="2441105" cy="216695"/>
          </a:xfrm>
        </p:grpSpPr>
        <p:sp>
          <p:nvSpPr>
            <p:cNvPr id="20" name="Freeform 53">
              <a:extLst>
                <a:ext uri="{FF2B5EF4-FFF2-40B4-BE49-F238E27FC236}">
                  <a16:creationId xmlns:a16="http://schemas.microsoft.com/office/drawing/2014/main" id="{C0947E4A-2416-53D6-CAB1-C6B473F05FD7}"/>
                </a:ext>
              </a:extLst>
            </p:cNvPr>
            <p:cNvSpPr/>
            <p:nvPr/>
          </p:nvSpPr>
          <p:spPr>
            <a:xfrm>
              <a:off x="0" y="0"/>
              <a:ext cx="2441105" cy="197645"/>
            </a:xfrm>
            <a:custGeom>
              <a:avLst/>
              <a:gdLst/>
              <a:ahLst/>
              <a:cxnLst/>
              <a:rect l="l" t="t" r="r" b="b"/>
              <a:pathLst>
                <a:path w="2441105" h="197645">
                  <a:moveTo>
                    <a:pt x="12745" y="0"/>
                  </a:moveTo>
                  <a:lnTo>
                    <a:pt x="2428360" y="0"/>
                  </a:lnTo>
                  <a:cubicBezTo>
                    <a:pt x="2431740" y="0"/>
                    <a:pt x="2434982" y="1343"/>
                    <a:pt x="2437372" y="3733"/>
                  </a:cubicBezTo>
                  <a:cubicBezTo>
                    <a:pt x="2439763" y="6123"/>
                    <a:pt x="2441105" y="9365"/>
                    <a:pt x="2441105" y="12745"/>
                  </a:cubicBezTo>
                  <a:lnTo>
                    <a:pt x="2441105" y="184899"/>
                  </a:lnTo>
                  <a:cubicBezTo>
                    <a:pt x="2441105" y="188280"/>
                    <a:pt x="2439763" y="191522"/>
                    <a:pt x="2437372" y="193912"/>
                  </a:cubicBezTo>
                  <a:cubicBezTo>
                    <a:pt x="2434982" y="196302"/>
                    <a:pt x="2431740" y="197645"/>
                    <a:pt x="2428360" y="197645"/>
                  </a:cubicBezTo>
                  <a:lnTo>
                    <a:pt x="12745" y="197645"/>
                  </a:lnTo>
                  <a:cubicBezTo>
                    <a:pt x="9365" y="197645"/>
                    <a:pt x="6123" y="196302"/>
                    <a:pt x="3733" y="193912"/>
                  </a:cubicBezTo>
                  <a:cubicBezTo>
                    <a:pt x="1343" y="191522"/>
                    <a:pt x="0" y="188280"/>
                    <a:pt x="0" y="184899"/>
                  </a:cubicBezTo>
                  <a:lnTo>
                    <a:pt x="0" y="12745"/>
                  </a:lnTo>
                  <a:cubicBezTo>
                    <a:pt x="0" y="9365"/>
                    <a:pt x="1343" y="6123"/>
                    <a:pt x="3733" y="3733"/>
                  </a:cubicBezTo>
                  <a:cubicBezTo>
                    <a:pt x="6123" y="1343"/>
                    <a:pt x="9365" y="0"/>
                    <a:pt x="12745" y="0"/>
                  </a:cubicBezTo>
                  <a:close/>
                </a:path>
              </a:pathLst>
            </a:custGeom>
            <a:solidFill>
              <a:srgbClr val="0F0E0E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s-MX" dirty="0"/>
            </a:p>
          </p:txBody>
        </p:sp>
        <p:sp>
          <p:nvSpPr>
            <p:cNvPr id="21" name="TextBox 54">
              <a:extLst>
                <a:ext uri="{FF2B5EF4-FFF2-40B4-BE49-F238E27FC236}">
                  <a16:creationId xmlns:a16="http://schemas.microsoft.com/office/drawing/2014/main" id="{4CD5A029-AE53-1CEB-ADF3-E29AB1A415AB}"/>
                </a:ext>
              </a:extLst>
            </p:cNvPr>
            <p:cNvSpPr txBox="1"/>
            <p:nvPr/>
          </p:nvSpPr>
          <p:spPr>
            <a:xfrm>
              <a:off x="0" y="-19050"/>
              <a:ext cx="2441105" cy="2166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25" name="TextBox 56">
            <a:extLst>
              <a:ext uri="{FF2B5EF4-FFF2-40B4-BE49-F238E27FC236}">
                <a16:creationId xmlns:a16="http://schemas.microsoft.com/office/drawing/2014/main" id="{B3BB3893-DF41-5612-DB84-EB94802BAEE8}"/>
              </a:ext>
            </a:extLst>
          </p:cNvPr>
          <p:cNvSpPr txBox="1"/>
          <p:nvPr/>
        </p:nvSpPr>
        <p:spPr>
          <a:xfrm>
            <a:off x="2928305" y="8311443"/>
            <a:ext cx="7693972" cy="4131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>
              <a:lnSpc>
                <a:spcPts val="3359"/>
              </a:lnSpc>
            </a:pPr>
            <a:r>
              <a:rPr lang="en-US" sz="2400" spc="-6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&gt; git restore -–staged .</a:t>
            </a:r>
            <a:endParaRPr lang="en-US" sz="2400" spc="-64" dirty="0">
              <a:solidFill>
                <a:srgbClr val="D9D9D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" name="TextBox 35">
            <a:extLst>
              <a:ext uri="{FF2B5EF4-FFF2-40B4-BE49-F238E27FC236}">
                <a16:creationId xmlns:a16="http://schemas.microsoft.com/office/drawing/2014/main" id="{D83324E2-DFBE-2670-0699-BB0B12B2A6C1}"/>
              </a:ext>
            </a:extLst>
          </p:cNvPr>
          <p:cNvSpPr txBox="1"/>
          <p:nvPr/>
        </p:nvSpPr>
        <p:spPr>
          <a:xfrm>
            <a:off x="2800250" y="7388485"/>
            <a:ext cx="5796896" cy="4755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Todos los archivos/cambios</a:t>
            </a:r>
            <a:endParaRPr lang="en-US" sz="2799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99718421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/>
      <p:bldP spid="39" grpId="0"/>
      <p:bldP spid="25" grpId="0"/>
      <p:bldP spid="26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6006DA-46CD-B879-9430-CDBE0481B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17A124E-C27A-45A1-56A6-292C9724CA33}"/>
              </a:ext>
            </a:extLst>
          </p:cNvPr>
          <p:cNvSpPr/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42A6A6D0-8D89-3942-A91A-7D3B124EBDC0}"/>
              </a:ext>
            </a:extLst>
          </p:cNvPr>
          <p:cNvGrpSpPr/>
          <p:nvPr/>
        </p:nvGrpSpPr>
        <p:grpSpPr>
          <a:xfrm>
            <a:off x="-698849" y="9575651"/>
            <a:ext cx="19685699" cy="2666805"/>
            <a:chOff x="0" y="0"/>
            <a:chExt cx="5184711" cy="702368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F39D09BA-A844-B90D-E2EC-E28150EE47DF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213DBFC8-2684-F0D9-F5F5-5581774BA82B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76028D0B-6BAA-47F4-6222-FA9B1215327F}"/>
              </a:ext>
            </a:extLst>
          </p:cNvPr>
          <p:cNvSpPr/>
          <p:nvPr/>
        </p:nvSpPr>
        <p:spPr>
          <a:xfrm>
            <a:off x="15872392" y="2091327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EC8CA763-0387-FF86-2205-FC43448A2508}"/>
              </a:ext>
            </a:extLst>
          </p:cNvPr>
          <p:cNvSpPr/>
          <p:nvPr/>
        </p:nvSpPr>
        <p:spPr>
          <a:xfrm>
            <a:off x="16901092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B6B73EBE-B1C4-A509-4DFE-A82447ABA8A6}"/>
              </a:ext>
            </a:extLst>
          </p:cNvPr>
          <p:cNvSpPr/>
          <p:nvPr/>
        </p:nvSpPr>
        <p:spPr>
          <a:xfrm flipH="1">
            <a:off x="-1389129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270D373F-D8B7-948D-2F0C-D7353BF43EF6}"/>
              </a:ext>
            </a:extLst>
          </p:cNvPr>
          <p:cNvSpPr/>
          <p:nvPr/>
        </p:nvSpPr>
        <p:spPr>
          <a:xfrm flipH="1">
            <a:off x="-360429" y="2459791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43EDF99-E25D-1356-E11F-12D841486DAC}"/>
              </a:ext>
            </a:extLst>
          </p:cNvPr>
          <p:cNvGrpSpPr/>
          <p:nvPr/>
        </p:nvGrpSpPr>
        <p:grpSpPr>
          <a:xfrm>
            <a:off x="-2221" y="927183"/>
            <a:ext cx="4706728" cy="1723876"/>
            <a:chOff x="0" y="-26737"/>
            <a:chExt cx="1239632" cy="454025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5511F36A-698B-B70C-152C-A8BC1F2D6671}"/>
                </a:ext>
              </a:extLst>
            </p:cNvPr>
            <p:cNvSpPr/>
            <p:nvPr/>
          </p:nvSpPr>
          <p:spPr>
            <a:xfrm>
              <a:off x="0" y="0"/>
              <a:ext cx="1239632" cy="406400"/>
            </a:xfrm>
            <a:custGeom>
              <a:avLst/>
              <a:gdLst/>
              <a:ahLst/>
              <a:cxnLst/>
              <a:rect l="l" t="t" r="r" b="b"/>
              <a:pathLst>
                <a:path w="1239632" h="406400">
                  <a:moveTo>
                    <a:pt x="1036432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1036432" y="406400"/>
                  </a:lnTo>
                  <a:lnTo>
                    <a:pt x="1239632" y="203200"/>
                  </a:lnTo>
                  <a:lnTo>
                    <a:pt x="1036432" y="0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99D27E07-4DE4-99BC-C492-F70EDF9B3D61}"/>
                </a:ext>
              </a:extLst>
            </p:cNvPr>
            <p:cNvSpPr txBox="1"/>
            <p:nvPr/>
          </p:nvSpPr>
          <p:spPr>
            <a:xfrm>
              <a:off x="0" y="-26737"/>
              <a:ext cx="1125332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418"/>
                </a:lnSpc>
              </a:pPr>
              <a:r>
                <a:rPr lang="en-US" sz="4200" spc="-231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&gt; git restore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B5A0256F-2D23-F8CD-60FC-EC5D9B91174E}"/>
              </a:ext>
            </a:extLst>
          </p:cNvPr>
          <p:cNvGrpSpPr/>
          <p:nvPr/>
        </p:nvGrpSpPr>
        <p:grpSpPr>
          <a:xfrm>
            <a:off x="-698849" y="-1923855"/>
            <a:ext cx="19685699" cy="2666805"/>
            <a:chOff x="0" y="0"/>
            <a:chExt cx="5184711" cy="702368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02D867E-A4DD-B312-99A9-82DBFA9AA939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85D18DBD-CC08-F480-AAA0-50FD9DF778E6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35" name="TextBox 35">
            <a:extLst>
              <a:ext uri="{FF2B5EF4-FFF2-40B4-BE49-F238E27FC236}">
                <a16:creationId xmlns:a16="http://schemas.microsoft.com/office/drawing/2014/main" id="{D4A4CA24-63EA-B18A-7B6F-017E714F23A3}"/>
              </a:ext>
            </a:extLst>
          </p:cNvPr>
          <p:cNvSpPr txBox="1"/>
          <p:nvPr/>
        </p:nvSpPr>
        <p:spPr>
          <a:xfrm>
            <a:off x="5071158" y="1315235"/>
            <a:ext cx="12658371" cy="1475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 el comando diseñado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para descartar modificaciones no deseadas 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 tu directorio de trabajo o retirar archivos del área de preparación de forma segura.</a:t>
            </a:r>
            <a:endParaRPr lang="en-US" sz="2799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0" name="Grupo 29">
            <a:extLst>
              <a:ext uri="{FF2B5EF4-FFF2-40B4-BE49-F238E27FC236}">
                <a16:creationId xmlns:a16="http://schemas.microsoft.com/office/drawing/2014/main" id="{DFD4F3CA-036E-9FD7-ADE3-4BFB26279E22}"/>
              </a:ext>
            </a:extLst>
          </p:cNvPr>
          <p:cNvGrpSpPr/>
          <p:nvPr/>
        </p:nvGrpSpPr>
        <p:grpSpPr>
          <a:xfrm>
            <a:off x="-228601" y="-478361"/>
            <a:ext cx="2905050" cy="1476032"/>
            <a:chOff x="-228601" y="-478361"/>
            <a:chExt cx="2905050" cy="1476032"/>
          </a:xfrm>
        </p:grpSpPr>
        <p:grpSp>
          <p:nvGrpSpPr>
            <p:cNvPr id="31" name="Group 10">
              <a:extLst>
                <a:ext uri="{FF2B5EF4-FFF2-40B4-BE49-F238E27FC236}">
                  <a16:creationId xmlns:a16="http://schemas.microsoft.com/office/drawing/2014/main" id="{E008BE27-6957-5A0F-8A5F-F20A75C63490}"/>
                </a:ext>
              </a:extLst>
            </p:cNvPr>
            <p:cNvGrpSpPr/>
            <p:nvPr/>
          </p:nvGrpSpPr>
          <p:grpSpPr>
            <a:xfrm>
              <a:off x="-228601" y="-478361"/>
              <a:ext cx="2905050" cy="1221311"/>
              <a:chOff x="0" y="0"/>
              <a:chExt cx="1355852" cy="720510"/>
            </a:xfrm>
          </p:grpSpPr>
          <p:sp>
            <p:nvSpPr>
              <p:cNvPr id="33" name="Freeform 11">
                <a:extLst>
                  <a:ext uri="{FF2B5EF4-FFF2-40B4-BE49-F238E27FC236}">
                    <a16:creationId xmlns:a16="http://schemas.microsoft.com/office/drawing/2014/main" id="{D1E70AE5-677D-03C2-EF43-C49616796A41}"/>
                  </a:ext>
                </a:extLst>
              </p:cNvPr>
              <p:cNvSpPr/>
              <p:nvPr/>
            </p:nvSpPr>
            <p:spPr>
              <a:xfrm>
                <a:off x="0" y="0"/>
                <a:ext cx="1355852" cy="720510"/>
              </a:xfrm>
              <a:custGeom>
                <a:avLst/>
                <a:gdLst/>
                <a:ahLst/>
                <a:cxnLst/>
                <a:rect l="l" t="t" r="r" b="b"/>
                <a:pathLst>
                  <a:path w="1355852" h="720510">
                    <a:moveTo>
                      <a:pt x="150387" y="0"/>
                    </a:moveTo>
                    <a:lnTo>
                      <a:pt x="1205465" y="0"/>
                    </a:lnTo>
                    <a:cubicBezTo>
                      <a:pt x="1245350" y="0"/>
                      <a:pt x="1283602" y="15844"/>
                      <a:pt x="1311805" y="44047"/>
                    </a:cubicBezTo>
                    <a:cubicBezTo>
                      <a:pt x="1340008" y="72250"/>
                      <a:pt x="1355852" y="110502"/>
                      <a:pt x="1355852" y="150387"/>
                    </a:cubicBezTo>
                    <a:lnTo>
                      <a:pt x="1355852" y="570123"/>
                    </a:lnTo>
                    <a:cubicBezTo>
                      <a:pt x="1355852" y="653179"/>
                      <a:pt x="1288522" y="720510"/>
                      <a:pt x="1205465" y="720510"/>
                    </a:cubicBezTo>
                    <a:lnTo>
                      <a:pt x="150387" y="720510"/>
                    </a:lnTo>
                    <a:cubicBezTo>
                      <a:pt x="67331" y="720510"/>
                      <a:pt x="0" y="653179"/>
                      <a:pt x="0" y="570123"/>
                    </a:cubicBezTo>
                    <a:lnTo>
                      <a:pt x="0" y="150387"/>
                    </a:lnTo>
                    <a:cubicBezTo>
                      <a:pt x="0" y="67331"/>
                      <a:pt x="67331" y="0"/>
                      <a:pt x="150387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34" name="TextBox 12">
                <a:extLst>
                  <a:ext uri="{FF2B5EF4-FFF2-40B4-BE49-F238E27FC236}">
                    <a16:creationId xmlns:a16="http://schemas.microsoft.com/office/drawing/2014/main" id="{E4647C82-38A7-C418-95C2-F1EE77F76AC9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5852" cy="739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pic>
          <p:nvPicPr>
            <p:cNvPr id="32" name="Imagen 31">
              <a:extLst>
                <a:ext uri="{FF2B5EF4-FFF2-40B4-BE49-F238E27FC236}">
                  <a16:creationId xmlns:a16="http://schemas.microsoft.com/office/drawing/2014/main" id="{463B4C3A-BBC2-55FF-90F5-7CF30D2F06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1" y="-375754"/>
              <a:ext cx="1373425" cy="1373425"/>
            </a:xfrm>
            <a:prstGeom prst="rect">
              <a:avLst/>
            </a:prstGeom>
          </p:spPr>
        </p:pic>
      </p:grpSp>
      <p:sp>
        <p:nvSpPr>
          <p:cNvPr id="23" name="TextBox 35">
            <a:extLst>
              <a:ext uri="{FF2B5EF4-FFF2-40B4-BE49-F238E27FC236}">
                <a16:creationId xmlns:a16="http://schemas.microsoft.com/office/drawing/2014/main" id="{0A517140-E517-B726-8824-92F6AEBCF321}"/>
              </a:ext>
            </a:extLst>
          </p:cNvPr>
          <p:cNvSpPr txBox="1"/>
          <p:nvPr/>
        </p:nvSpPr>
        <p:spPr>
          <a:xfrm>
            <a:off x="1978154" y="4205944"/>
            <a:ext cx="13860763" cy="9757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>
              <a:lnSpc>
                <a:spcPts val="3919"/>
              </a:lnSpc>
            </a:pP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Si por error hiciste </a:t>
            </a:r>
            <a:r>
              <a:rPr lang="es-MX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git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MX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add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archivo.txt y se puso en verde, pero te arrepientes y ya no quieres que entre el </a:t>
            </a:r>
            <a:r>
              <a:rPr lang="es-MX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commit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, usa la opción --</a:t>
            </a:r>
            <a:r>
              <a:rPr lang="es-MX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staged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sp>
        <p:nvSpPr>
          <p:cNvPr id="24" name="TextBox 35">
            <a:extLst>
              <a:ext uri="{FF2B5EF4-FFF2-40B4-BE49-F238E27FC236}">
                <a16:creationId xmlns:a16="http://schemas.microsoft.com/office/drawing/2014/main" id="{F6A6E0AE-1344-1EE8-13B3-F31C56B0AA1B}"/>
              </a:ext>
            </a:extLst>
          </p:cNvPr>
          <p:cNvSpPr txBox="1"/>
          <p:nvPr/>
        </p:nvSpPr>
        <p:spPr>
          <a:xfrm>
            <a:off x="1910636" y="3496940"/>
            <a:ext cx="5796896" cy="4755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s-MX" sz="2799" b="1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2. Si ya hicimos </a:t>
            </a:r>
            <a:r>
              <a:rPr lang="es-MX" sz="2799" b="1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git</a:t>
            </a:r>
            <a:r>
              <a:rPr lang="es-MX" sz="2799" b="1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MX" sz="2799" b="1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add</a:t>
            </a:r>
            <a:endParaRPr lang="en-US" sz="2799" b="1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8" name="Imagen 27">
            <a:extLst>
              <a:ext uri="{FF2B5EF4-FFF2-40B4-BE49-F238E27FC236}">
                <a16:creationId xmlns:a16="http://schemas.microsoft.com/office/drawing/2014/main" id="{626BB32A-05A2-30A2-0CF9-E98E0AF8B04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45233"/>
          <a:stretch>
            <a:fillRect/>
          </a:stretch>
        </p:blipFill>
        <p:spPr>
          <a:xfrm>
            <a:off x="2576111" y="5387375"/>
            <a:ext cx="13810631" cy="3817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547929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F386B6-31AA-E8A3-AF0D-9EADDCEA4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BC1D8F0-BFA5-1B4F-FB72-43C7C5884506}"/>
              </a:ext>
            </a:extLst>
          </p:cNvPr>
          <p:cNvSpPr/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322F307B-8AF6-D10D-A70C-F560834A69A1}"/>
              </a:ext>
            </a:extLst>
          </p:cNvPr>
          <p:cNvGrpSpPr/>
          <p:nvPr/>
        </p:nvGrpSpPr>
        <p:grpSpPr>
          <a:xfrm>
            <a:off x="-698849" y="9575651"/>
            <a:ext cx="19685699" cy="2666805"/>
            <a:chOff x="0" y="0"/>
            <a:chExt cx="5184711" cy="702368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B6C72455-AD82-EB3B-0BF2-EE71C7D378E3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9064F72C-AF91-E61E-442C-CCA4C351A734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C07E3F47-CFD9-7871-D064-4E821DF7DE59}"/>
              </a:ext>
            </a:extLst>
          </p:cNvPr>
          <p:cNvSpPr/>
          <p:nvPr/>
        </p:nvSpPr>
        <p:spPr>
          <a:xfrm>
            <a:off x="15872392" y="2091327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9E1C95D4-36CD-D494-1002-956AC35AE29E}"/>
              </a:ext>
            </a:extLst>
          </p:cNvPr>
          <p:cNvSpPr/>
          <p:nvPr/>
        </p:nvSpPr>
        <p:spPr>
          <a:xfrm>
            <a:off x="16901092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D273E415-A68C-9A73-C648-58925AF298A6}"/>
              </a:ext>
            </a:extLst>
          </p:cNvPr>
          <p:cNvSpPr/>
          <p:nvPr/>
        </p:nvSpPr>
        <p:spPr>
          <a:xfrm flipH="1">
            <a:off x="-1389129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E02852B6-24B1-2C19-96EE-A9AFF0363AB6}"/>
              </a:ext>
            </a:extLst>
          </p:cNvPr>
          <p:cNvSpPr/>
          <p:nvPr/>
        </p:nvSpPr>
        <p:spPr>
          <a:xfrm flipH="1">
            <a:off x="-360429" y="2459791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AEB10C25-2FFD-95CE-0B81-8B20976673D8}"/>
              </a:ext>
            </a:extLst>
          </p:cNvPr>
          <p:cNvGrpSpPr/>
          <p:nvPr/>
        </p:nvGrpSpPr>
        <p:grpSpPr>
          <a:xfrm>
            <a:off x="-2221" y="927183"/>
            <a:ext cx="4706728" cy="1723876"/>
            <a:chOff x="0" y="-26737"/>
            <a:chExt cx="1239632" cy="454025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D9660520-6BCA-EF0E-6D3D-A5A3E371BB93}"/>
                </a:ext>
              </a:extLst>
            </p:cNvPr>
            <p:cNvSpPr/>
            <p:nvPr/>
          </p:nvSpPr>
          <p:spPr>
            <a:xfrm>
              <a:off x="0" y="0"/>
              <a:ext cx="1239632" cy="406400"/>
            </a:xfrm>
            <a:custGeom>
              <a:avLst/>
              <a:gdLst/>
              <a:ahLst/>
              <a:cxnLst/>
              <a:rect l="l" t="t" r="r" b="b"/>
              <a:pathLst>
                <a:path w="1239632" h="406400">
                  <a:moveTo>
                    <a:pt x="1036432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1036432" y="406400"/>
                  </a:lnTo>
                  <a:lnTo>
                    <a:pt x="1239632" y="203200"/>
                  </a:lnTo>
                  <a:lnTo>
                    <a:pt x="1036432" y="0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665009D-D4DA-7FB5-AF8C-28B941D79729}"/>
                </a:ext>
              </a:extLst>
            </p:cNvPr>
            <p:cNvSpPr txBox="1"/>
            <p:nvPr/>
          </p:nvSpPr>
          <p:spPr>
            <a:xfrm>
              <a:off x="0" y="-26737"/>
              <a:ext cx="1125332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418"/>
                </a:lnSpc>
              </a:pPr>
              <a:r>
                <a:rPr lang="en-US" sz="4200" spc="-231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&gt; git restore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1EDEBEC9-2874-B319-5C34-4E34929AC58C}"/>
              </a:ext>
            </a:extLst>
          </p:cNvPr>
          <p:cNvGrpSpPr/>
          <p:nvPr/>
        </p:nvGrpSpPr>
        <p:grpSpPr>
          <a:xfrm>
            <a:off x="-698849" y="-1923855"/>
            <a:ext cx="19685699" cy="2666805"/>
            <a:chOff x="0" y="0"/>
            <a:chExt cx="5184711" cy="702368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6D2DDEE4-DA6F-41DE-1DBA-8A1729F4DB21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167BC70D-D9FA-4F2D-0C47-419C8FA7E82F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35" name="TextBox 35">
            <a:extLst>
              <a:ext uri="{FF2B5EF4-FFF2-40B4-BE49-F238E27FC236}">
                <a16:creationId xmlns:a16="http://schemas.microsoft.com/office/drawing/2014/main" id="{3732AC7E-7467-F990-5DEB-1017E7EF47A4}"/>
              </a:ext>
            </a:extLst>
          </p:cNvPr>
          <p:cNvSpPr txBox="1"/>
          <p:nvPr/>
        </p:nvSpPr>
        <p:spPr>
          <a:xfrm>
            <a:off x="5071158" y="1315235"/>
            <a:ext cx="12658371" cy="1475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 el comando diseñado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para descartar modificaciones no deseadas 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 tu directorio de trabajo o retirar archivos del área de preparación de forma segura.</a:t>
            </a:r>
            <a:endParaRPr lang="en-US" sz="2799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0" name="Grupo 29">
            <a:extLst>
              <a:ext uri="{FF2B5EF4-FFF2-40B4-BE49-F238E27FC236}">
                <a16:creationId xmlns:a16="http://schemas.microsoft.com/office/drawing/2014/main" id="{02033DE4-8785-7C0F-6A79-19A63AC17CFD}"/>
              </a:ext>
            </a:extLst>
          </p:cNvPr>
          <p:cNvGrpSpPr/>
          <p:nvPr/>
        </p:nvGrpSpPr>
        <p:grpSpPr>
          <a:xfrm>
            <a:off x="-228601" y="-478361"/>
            <a:ext cx="2905050" cy="1476032"/>
            <a:chOff x="-228601" y="-478361"/>
            <a:chExt cx="2905050" cy="1476032"/>
          </a:xfrm>
        </p:grpSpPr>
        <p:grpSp>
          <p:nvGrpSpPr>
            <p:cNvPr id="31" name="Group 10">
              <a:extLst>
                <a:ext uri="{FF2B5EF4-FFF2-40B4-BE49-F238E27FC236}">
                  <a16:creationId xmlns:a16="http://schemas.microsoft.com/office/drawing/2014/main" id="{09AA9B6D-41A6-3FA8-316B-D1584354BC29}"/>
                </a:ext>
              </a:extLst>
            </p:cNvPr>
            <p:cNvGrpSpPr/>
            <p:nvPr/>
          </p:nvGrpSpPr>
          <p:grpSpPr>
            <a:xfrm>
              <a:off x="-228601" y="-478361"/>
              <a:ext cx="2905050" cy="1221311"/>
              <a:chOff x="0" y="0"/>
              <a:chExt cx="1355852" cy="720510"/>
            </a:xfrm>
          </p:grpSpPr>
          <p:sp>
            <p:nvSpPr>
              <p:cNvPr id="33" name="Freeform 11">
                <a:extLst>
                  <a:ext uri="{FF2B5EF4-FFF2-40B4-BE49-F238E27FC236}">
                    <a16:creationId xmlns:a16="http://schemas.microsoft.com/office/drawing/2014/main" id="{F3FA1153-340E-8168-EDA4-F87C2F6A9CE3}"/>
                  </a:ext>
                </a:extLst>
              </p:cNvPr>
              <p:cNvSpPr/>
              <p:nvPr/>
            </p:nvSpPr>
            <p:spPr>
              <a:xfrm>
                <a:off x="0" y="0"/>
                <a:ext cx="1355852" cy="720510"/>
              </a:xfrm>
              <a:custGeom>
                <a:avLst/>
                <a:gdLst/>
                <a:ahLst/>
                <a:cxnLst/>
                <a:rect l="l" t="t" r="r" b="b"/>
                <a:pathLst>
                  <a:path w="1355852" h="720510">
                    <a:moveTo>
                      <a:pt x="150387" y="0"/>
                    </a:moveTo>
                    <a:lnTo>
                      <a:pt x="1205465" y="0"/>
                    </a:lnTo>
                    <a:cubicBezTo>
                      <a:pt x="1245350" y="0"/>
                      <a:pt x="1283602" y="15844"/>
                      <a:pt x="1311805" y="44047"/>
                    </a:cubicBezTo>
                    <a:cubicBezTo>
                      <a:pt x="1340008" y="72250"/>
                      <a:pt x="1355852" y="110502"/>
                      <a:pt x="1355852" y="150387"/>
                    </a:cubicBezTo>
                    <a:lnTo>
                      <a:pt x="1355852" y="570123"/>
                    </a:lnTo>
                    <a:cubicBezTo>
                      <a:pt x="1355852" y="653179"/>
                      <a:pt x="1288522" y="720510"/>
                      <a:pt x="1205465" y="720510"/>
                    </a:cubicBezTo>
                    <a:lnTo>
                      <a:pt x="150387" y="720510"/>
                    </a:lnTo>
                    <a:cubicBezTo>
                      <a:pt x="67331" y="720510"/>
                      <a:pt x="0" y="653179"/>
                      <a:pt x="0" y="570123"/>
                    </a:cubicBezTo>
                    <a:lnTo>
                      <a:pt x="0" y="150387"/>
                    </a:lnTo>
                    <a:cubicBezTo>
                      <a:pt x="0" y="67331"/>
                      <a:pt x="67331" y="0"/>
                      <a:pt x="150387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34" name="TextBox 12">
                <a:extLst>
                  <a:ext uri="{FF2B5EF4-FFF2-40B4-BE49-F238E27FC236}">
                    <a16:creationId xmlns:a16="http://schemas.microsoft.com/office/drawing/2014/main" id="{6895A2F9-9F2F-4EE7-918E-7F798C1FB066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5852" cy="739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pic>
          <p:nvPicPr>
            <p:cNvPr id="32" name="Imagen 31">
              <a:extLst>
                <a:ext uri="{FF2B5EF4-FFF2-40B4-BE49-F238E27FC236}">
                  <a16:creationId xmlns:a16="http://schemas.microsoft.com/office/drawing/2014/main" id="{FE485AFC-EF39-AA28-17C8-8ADE1F1A776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1" y="-375754"/>
              <a:ext cx="1373425" cy="1373425"/>
            </a:xfrm>
            <a:prstGeom prst="rect">
              <a:avLst/>
            </a:prstGeom>
          </p:spPr>
        </p:pic>
      </p:grpSp>
      <p:sp>
        <p:nvSpPr>
          <p:cNvPr id="23" name="TextBox 35">
            <a:extLst>
              <a:ext uri="{FF2B5EF4-FFF2-40B4-BE49-F238E27FC236}">
                <a16:creationId xmlns:a16="http://schemas.microsoft.com/office/drawing/2014/main" id="{40DF51D5-CC73-9FC3-EE1B-DBE652DA53FA}"/>
              </a:ext>
            </a:extLst>
          </p:cNvPr>
          <p:cNvSpPr txBox="1"/>
          <p:nvPr/>
        </p:nvSpPr>
        <p:spPr>
          <a:xfrm>
            <a:off x="1978154" y="4205944"/>
            <a:ext cx="13860763" cy="9757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>
              <a:lnSpc>
                <a:spcPts val="3919"/>
              </a:lnSpc>
            </a:pP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Si por error hiciste </a:t>
            </a:r>
            <a:r>
              <a:rPr lang="es-MX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git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MX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add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archivo.txt y se puso en verde, pero te arrepientes y ya no quieres que entre el </a:t>
            </a:r>
            <a:r>
              <a:rPr lang="es-MX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commit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, usa la opción --</a:t>
            </a:r>
            <a:r>
              <a:rPr lang="es-MX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staged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sp>
        <p:nvSpPr>
          <p:cNvPr id="24" name="TextBox 35">
            <a:extLst>
              <a:ext uri="{FF2B5EF4-FFF2-40B4-BE49-F238E27FC236}">
                <a16:creationId xmlns:a16="http://schemas.microsoft.com/office/drawing/2014/main" id="{B32C973E-20CA-4C15-2F5D-53A8E3E0D762}"/>
              </a:ext>
            </a:extLst>
          </p:cNvPr>
          <p:cNvSpPr txBox="1"/>
          <p:nvPr/>
        </p:nvSpPr>
        <p:spPr>
          <a:xfrm>
            <a:off x="1910636" y="3496940"/>
            <a:ext cx="5796896" cy="4755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s-MX" sz="2799" b="1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2. Si ya hicimos </a:t>
            </a:r>
            <a:r>
              <a:rPr lang="es-MX" sz="2799" b="1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git</a:t>
            </a:r>
            <a:r>
              <a:rPr lang="es-MX" sz="2799" b="1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MX" sz="2799" b="1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add</a:t>
            </a:r>
            <a:endParaRPr lang="en-US" sz="2799" b="1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4C4A5C32-7836-1FF9-8B0A-7C709C9C4B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38647" y="5225558"/>
            <a:ext cx="12809808" cy="3626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40043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F8C81C-6F8D-5957-A7CF-A0A69F2BD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4B98C8B-6672-B6ED-DDDE-C7E42DD9E5BD}"/>
              </a:ext>
            </a:extLst>
          </p:cNvPr>
          <p:cNvSpPr/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8A442A5A-ED08-15BA-1D6D-4ECDEE18AE55}"/>
              </a:ext>
            </a:extLst>
          </p:cNvPr>
          <p:cNvGrpSpPr/>
          <p:nvPr/>
        </p:nvGrpSpPr>
        <p:grpSpPr>
          <a:xfrm>
            <a:off x="-698849" y="9575651"/>
            <a:ext cx="19685699" cy="2666805"/>
            <a:chOff x="0" y="0"/>
            <a:chExt cx="5184711" cy="702368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087C105B-3975-1973-87DC-E6CB2CE1C2E6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447D6064-6789-0BC5-9064-1F3C35C70242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7810913F-B42B-5695-2F2C-5D6301B6284E}"/>
              </a:ext>
            </a:extLst>
          </p:cNvPr>
          <p:cNvSpPr/>
          <p:nvPr/>
        </p:nvSpPr>
        <p:spPr>
          <a:xfrm>
            <a:off x="15872392" y="2091327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03A14DD2-CDB6-1800-8DA5-E388FF68FF83}"/>
              </a:ext>
            </a:extLst>
          </p:cNvPr>
          <p:cNvSpPr/>
          <p:nvPr/>
        </p:nvSpPr>
        <p:spPr>
          <a:xfrm>
            <a:off x="16901092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B3F3B003-46CC-9ED2-574F-A83ED7920777}"/>
              </a:ext>
            </a:extLst>
          </p:cNvPr>
          <p:cNvSpPr/>
          <p:nvPr/>
        </p:nvSpPr>
        <p:spPr>
          <a:xfrm flipH="1">
            <a:off x="-1389129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98A4219E-14E8-D974-4048-B92F16964724}"/>
              </a:ext>
            </a:extLst>
          </p:cNvPr>
          <p:cNvSpPr/>
          <p:nvPr/>
        </p:nvSpPr>
        <p:spPr>
          <a:xfrm flipH="1">
            <a:off x="-360429" y="2459791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8B96568-286E-2002-792F-45DE6D863FF2}"/>
              </a:ext>
            </a:extLst>
          </p:cNvPr>
          <p:cNvGrpSpPr/>
          <p:nvPr/>
        </p:nvGrpSpPr>
        <p:grpSpPr>
          <a:xfrm>
            <a:off x="-2221" y="927183"/>
            <a:ext cx="4706728" cy="1723876"/>
            <a:chOff x="0" y="-26737"/>
            <a:chExt cx="1239632" cy="454025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A579335-5BDF-B010-CC79-66F8DE7BBEE9}"/>
                </a:ext>
              </a:extLst>
            </p:cNvPr>
            <p:cNvSpPr/>
            <p:nvPr/>
          </p:nvSpPr>
          <p:spPr>
            <a:xfrm>
              <a:off x="0" y="0"/>
              <a:ext cx="1239632" cy="406400"/>
            </a:xfrm>
            <a:custGeom>
              <a:avLst/>
              <a:gdLst/>
              <a:ahLst/>
              <a:cxnLst/>
              <a:rect l="l" t="t" r="r" b="b"/>
              <a:pathLst>
                <a:path w="1239632" h="406400">
                  <a:moveTo>
                    <a:pt x="1036432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1036432" y="406400"/>
                  </a:lnTo>
                  <a:lnTo>
                    <a:pt x="1239632" y="203200"/>
                  </a:lnTo>
                  <a:lnTo>
                    <a:pt x="1036432" y="0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CBE03731-1C10-162F-481C-58EF5B976B85}"/>
                </a:ext>
              </a:extLst>
            </p:cNvPr>
            <p:cNvSpPr txBox="1"/>
            <p:nvPr/>
          </p:nvSpPr>
          <p:spPr>
            <a:xfrm>
              <a:off x="0" y="-26737"/>
              <a:ext cx="1125332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418"/>
                </a:lnSpc>
              </a:pPr>
              <a:r>
                <a:rPr lang="en-US" sz="4200" spc="-231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&gt; git restore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3AB1C07B-2B60-F690-9816-1B824EB1D00D}"/>
              </a:ext>
            </a:extLst>
          </p:cNvPr>
          <p:cNvGrpSpPr/>
          <p:nvPr/>
        </p:nvGrpSpPr>
        <p:grpSpPr>
          <a:xfrm>
            <a:off x="-698849" y="-1923855"/>
            <a:ext cx="19685699" cy="2666805"/>
            <a:chOff x="0" y="0"/>
            <a:chExt cx="5184711" cy="702368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63FC0BF8-DC74-36A6-CC21-6821168928F9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E9DB9A65-9631-BA37-4C22-2B8E1BD15B7F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35" name="TextBox 35">
            <a:extLst>
              <a:ext uri="{FF2B5EF4-FFF2-40B4-BE49-F238E27FC236}">
                <a16:creationId xmlns:a16="http://schemas.microsoft.com/office/drawing/2014/main" id="{206E72A5-7B51-2562-F2A6-244F5BDE4C72}"/>
              </a:ext>
            </a:extLst>
          </p:cNvPr>
          <p:cNvSpPr txBox="1"/>
          <p:nvPr/>
        </p:nvSpPr>
        <p:spPr>
          <a:xfrm>
            <a:off x="5071158" y="1315235"/>
            <a:ext cx="12658371" cy="1475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 el comando diseñado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para descartar modificaciones no deseadas 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 tu directorio de trabajo o retirar archivos del área de preparación de forma segura.</a:t>
            </a:r>
            <a:endParaRPr lang="en-US" sz="2799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0" name="Grupo 29">
            <a:extLst>
              <a:ext uri="{FF2B5EF4-FFF2-40B4-BE49-F238E27FC236}">
                <a16:creationId xmlns:a16="http://schemas.microsoft.com/office/drawing/2014/main" id="{09ACE057-F4F4-1C1C-5601-F011A82F3F3A}"/>
              </a:ext>
            </a:extLst>
          </p:cNvPr>
          <p:cNvGrpSpPr/>
          <p:nvPr/>
        </p:nvGrpSpPr>
        <p:grpSpPr>
          <a:xfrm>
            <a:off x="-228601" y="-478361"/>
            <a:ext cx="2905050" cy="1476032"/>
            <a:chOff x="-228601" y="-478361"/>
            <a:chExt cx="2905050" cy="1476032"/>
          </a:xfrm>
        </p:grpSpPr>
        <p:grpSp>
          <p:nvGrpSpPr>
            <p:cNvPr id="31" name="Group 10">
              <a:extLst>
                <a:ext uri="{FF2B5EF4-FFF2-40B4-BE49-F238E27FC236}">
                  <a16:creationId xmlns:a16="http://schemas.microsoft.com/office/drawing/2014/main" id="{FFC64A56-3268-3A04-B875-A6D8345BF8A4}"/>
                </a:ext>
              </a:extLst>
            </p:cNvPr>
            <p:cNvGrpSpPr/>
            <p:nvPr/>
          </p:nvGrpSpPr>
          <p:grpSpPr>
            <a:xfrm>
              <a:off x="-228601" y="-478361"/>
              <a:ext cx="2905050" cy="1221311"/>
              <a:chOff x="0" y="0"/>
              <a:chExt cx="1355852" cy="720510"/>
            </a:xfrm>
          </p:grpSpPr>
          <p:sp>
            <p:nvSpPr>
              <p:cNvPr id="33" name="Freeform 11">
                <a:extLst>
                  <a:ext uri="{FF2B5EF4-FFF2-40B4-BE49-F238E27FC236}">
                    <a16:creationId xmlns:a16="http://schemas.microsoft.com/office/drawing/2014/main" id="{8584915C-7139-6488-365B-E5E8128E1F21}"/>
                  </a:ext>
                </a:extLst>
              </p:cNvPr>
              <p:cNvSpPr/>
              <p:nvPr/>
            </p:nvSpPr>
            <p:spPr>
              <a:xfrm>
                <a:off x="0" y="0"/>
                <a:ext cx="1355852" cy="720510"/>
              </a:xfrm>
              <a:custGeom>
                <a:avLst/>
                <a:gdLst/>
                <a:ahLst/>
                <a:cxnLst/>
                <a:rect l="l" t="t" r="r" b="b"/>
                <a:pathLst>
                  <a:path w="1355852" h="720510">
                    <a:moveTo>
                      <a:pt x="150387" y="0"/>
                    </a:moveTo>
                    <a:lnTo>
                      <a:pt x="1205465" y="0"/>
                    </a:lnTo>
                    <a:cubicBezTo>
                      <a:pt x="1245350" y="0"/>
                      <a:pt x="1283602" y="15844"/>
                      <a:pt x="1311805" y="44047"/>
                    </a:cubicBezTo>
                    <a:cubicBezTo>
                      <a:pt x="1340008" y="72250"/>
                      <a:pt x="1355852" y="110502"/>
                      <a:pt x="1355852" y="150387"/>
                    </a:cubicBezTo>
                    <a:lnTo>
                      <a:pt x="1355852" y="570123"/>
                    </a:lnTo>
                    <a:cubicBezTo>
                      <a:pt x="1355852" y="653179"/>
                      <a:pt x="1288522" y="720510"/>
                      <a:pt x="1205465" y="720510"/>
                    </a:cubicBezTo>
                    <a:lnTo>
                      <a:pt x="150387" y="720510"/>
                    </a:lnTo>
                    <a:cubicBezTo>
                      <a:pt x="67331" y="720510"/>
                      <a:pt x="0" y="653179"/>
                      <a:pt x="0" y="570123"/>
                    </a:cubicBezTo>
                    <a:lnTo>
                      <a:pt x="0" y="150387"/>
                    </a:lnTo>
                    <a:cubicBezTo>
                      <a:pt x="0" y="67331"/>
                      <a:pt x="67331" y="0"/>
                      <a:pt x="150387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34" name="TextBox 12">
                <a:extLst>
                  <a:ext uri="{FF2B5EF4-FFF2-40B4-BE49-F238E27FC236}">
                    <a16:creationId xmlns:a16="http://schemas.microsoft.com/office/drawing/2014/main" id="{F3873D3D-EE4F-0F71-700E-D0391946836F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5852" cy="739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pic>
          <p:nvPicPr>
            <p:cNvPr id="32" name="Imagen 31">
              <a:extLst>
                <a:ext uri="{FF2B5EF4-FFF2-40B4-BE49-F238E27FC236}">
                  <a16:creationId xmlns:a16="http://schemas.microsoft.com/office/drawing/2014/main" id="{D285BB77-0BD7-8A82-1E31-02581AA2954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1" y="-375754"/>
              <a:ext cx="1373425" cy="1373425"/>
            </a:xfrm>
            <a:prstGeom prst="rect">
              <a:avLst/>
            </a:prstGeom>
          </p:spPr>
        </p:pic>
      </p:grpSp>
      <p:sp>
        <p:nvSpPr>
          <p:cNvPr id="23" name="TextBox 35">
            <a:extLst>
              <a:ext uri="{FF2B5EF4-FFF2-40B4-BE49-F238E27FC236}">
                <a16:creationId xmlns:a16="http://schemas.microsoft.com/office/drawing/2014/main" id="{103ED737-567F-B9B2-588B-DDEC1423133A}"/>
              </a:ext>
            </a:extLst>
          </p:cNvPr>
          <p:cNvSpPr txBox="1"/>
          <p:nvPr/>
        </p:nvSpPr>
        <p:spPr>
          <a:xfrm>
            <a:off x="1978154" y="4205944"/>
            <a:ext cx="13860763" cy="9757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>
              <a:lnSpc>
                <a:spcPts val="3919"/>
              </a:lnSpc>
            </a:pP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Si por error hiciste </a:t>
            </a:r>
            <a:r>
              <a:rPr lang="es-MX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git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MX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add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archivo.txt y se puso en verde, pero te arrepientes y ya no quieres que entre el </a:t>
            </a:r>
            <a:r>
              <a:rPr lang="es-MX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commit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, usa la opción --</a:t>
            </a:r>
            <a:r>
              <a:rPr lang="es-MX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staged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sp>
        <p:nvSpPr>
          <p:cNvPr id="24" name="TextBox 35">
            <a:extLst>
              <a:ext uri="{FF2B5EF4-FFF2-40B4-BE49-F238E27FC236}">
                <a16:creationId xmlns:a16="http://schemas.microsoft.com/office/drawing/2014/main" id="{9C05F1B3-9F5E-FD26-785B-D18D9DEBDF49}"/>
              </a:ext>
            </a:extLst>
          </p:cNvPr>
          <p:cNvSpPr txBox="1"/>
          <p:nvPr/>
        </p:nvSpPr>
        <p:spPr>
          <a:xfrm>
            <a:off x="1910636" y="3496940"/>
            <a:ext cx="5796896" cy="4755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s-MX" sz="2799" b="1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2. Si ya hicimos </a:t>
            </a:r>
            <a:r>
              <a:rPr lang="es-MX" sz="2799" b="1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git</a:t>
            </a:r>
            <a:r>
              <a:rPr lang="es-MX" sz="2799" b="1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MX" sz="2799" b="1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add</a:t>
            </a:r>
            <a:endParaRPr lang="en-US" sz="2799" b="1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D956BA72-1787-EF3A-FD91-62696E866A2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07307" y="5225558"/>
            <a:ext cx="12066235" cy="4145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86255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DB06B6-4E8E-8738-78EB-E7F6615B2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C9B8A96-8678-7AD3-7687-F9B85B875B9E}"/>
              </a:ext>
            </a:extLst>
          </p:cNvPr>
          <p:cNvSpPr/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F289CDE4-E35A-6A20-EA22-1063227A91C9}"/>
              </a:ext>
            </a:extLst>
          </p:cNvPr>
          <p:cNvSpPr txBox="1"/>
          <p:nvPr/>
        </p:nvSpPr>
        <p:spPr>
          <a:xfrm>
            <a:off x="1028700" y="4059309"/>
            <a:ext cx="10893584" cy="2359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208"/>
              </a:lnSpc>
            </a:pPr>
            <a:r>
              <a:rPr lang="en-US" sz="9901" b="1" dirty="0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GUARDAR CAMBIOS</a:t>
            </a: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2E335482-6C24-0BD3-D916-4C20D6AE3AB6}"/>
              </a:ext>
            </a:extLst>
          </p:cNvPr>
          <p:cNvSpPr/>
          <p:nvPr/>
        </p:nvSpPr>
        <p:spPr>
          <a:xfrm>
            <a:off x="16591623" y="4178664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5" y="0"/>
                </a:lnTo>
                <a:lnTo>
                  <a:pt x="2773815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8F6F77BC-E281-0006-7A47-1B9F17DAA154}"/>
              </a:ext>
            </a:extLst>
          </p:cNvPr>
          <p:cNvSpPr/>
          <p:nvPr/>
        </p:nvSpPr>
        <p:spPr>
          <a:xfrm>
            <a:off x="16467377" y="566559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45740EF0-7954-51F9-23E3-C365A7DFCD26}"/>
              </a:ext>
            </a:extLst>
          </p:cNvPr>
          <p:cNvGrpSpPr/>
          <p:nvPr/>
        </p:nvGrpSpPr>
        <p:grpSpPr>
          <a:xfrm>
            <a:off x="10551309" y="5708718"/>
            <a:ext cx="3549582" cy="3549582"/>
            <a:chOff x="0" y="0"/>
            <a:chExt cx="812800" cy="8128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B1A3D21F-3064-9167-FF1E-61F32C8D5A8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t="-15513" r="-112750" b="-17166"/>
              </a:stretch>
            </a:blipFill>
            <a:ln w="85725" cap="sq">
              <a:solidFill>
                <a:srgbClr val="F15226"/>
              </a:solidFill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63E931C5-7DEC-5CA3-A313-112AC8E7DCA6}"/>
              </a:ext>
            </a:extLst>
          </p:cNvPr>
          <p:cNvGrpSpPr/>
          <p:nvPr/>
        </p:nvGrpSpPr>
        <p:grpSpPr>
          <a:xfrm>
            <a:off x="12091966" y="1971108"/>
            <a:ext cx="5167334" cy="5167334"/>
            <a:chOff x="0" y="0"/>
            <a:chExt cx="812800" cy="81280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045DAC45-BF84-EE65-C805-F5F28C939CE4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l="-39285" r="-39285"/>
              </a:stretch>
            </a:blipFill>
            <a:ln w="85725" cap="sq">
              <a:solidFill>
                <a:srgbClr val="F15226"/>
              </a:solidFill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CBDCDD57-1449-0E37-441A-F6B96FB3145F}"/>
              </a:ext>
            </a:extLst>
          </p:cNvPr>
          <p:cNvGrpSpPr/>
          <p:nvPr/>
        </p:nvGrpSpPr>
        <p:grpSpPr>
          <a:xfrm>
            <a:off x="10551309" y="1028700"/>
            <a:ext cx="2741950" cy="2741950"/>
            <a:chOff x="0" y="0"/>
            <a:chExt cx="812800" cy="812800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0D636302-B1EE-EAAC-A072-D3C1F78255F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-36513" t="-32862" r="-37426" b="-41077"/>
              </a:stretch>
            </a:blipFill>
            <a:ln w="85725" cap="sq">
              <a:solidFill>
                <a:srgbClr val="F15226"/>
              </a:solidFill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13" name="TextBox 13">
            <a:extLst>
              <a:ext uri="{FF2B5EF4-FFF2-40B4-BE49-F238E27FC236}">
                <a16:creationId xmlns:a16="http://schemas.microsoft.com/office/drawing/2014/main" id="{4A1F192D-2AEF-0C1C-94A0-01FC142A053E}"/>
              </a:ext>
            </a:extLst>
          </p:cNvPr>
          <p:cNvSpPr txBox="1"/>
          <p:nvPr/>
        </p:nvSpPr>
        <p:spPr>
          <a:xfrm>
            <a:off x="1028700" y="6897290"/>
            <a:ext cx="8115365" cy="948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40"/>
              </a:lnSpc>
            </a:pPr>
            <a:r>
              <a:rPr lang="en-US" sz="8000" b="1" dirty="0">
                <a:solidFill>
                  <a:srgbClr val="F15226"/>
                </a:solidFill>
                <a:latin typeface="Lato Bold"/>
                <a:ea typeface="Lato Bold"/>
                <a:cs typeface="Lato Bold"/>
                <a:sym typeface="Lato Bold"/>
              </a:rPr>
              <a:t>git commit</a:t>
            </a:r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B117FFD5-252B-7044-B4D2-184BD5DCD4E2}"/>
              </a:ext>
            </a:extLst>
          </p:cNvPr>
          <p:cNvGrpSpPr/>
          <p:nvPr/>
        </p:nvGrpSpPr>
        <p:grpSpPr>
          <a:xfrm>
            <a:off x="-228601" y="-478361"/>
            <a:ext cx="2905050" cy="1476032"/>
            <a:chOff x="-228601" y="-478361"/>
            <a:chExt cx="2905050" cy="1476032"/>
          </a:xfrm>
        </p:grpSpPr>
        <p:grpSp>
          <p:nvGrpSpPr>
            <p:cNvPr id="16" name="Group 10">
              <a:extLst>
                <a:ext uri="{FF2B5EF4-FFF2-40B4-BE49-F238E27FC236}">
                  <a16:creationId xmlns:a16="http://schemas.microsoft.com/office/drawing/2014/main" id="{868354F4-8F45-3863-1818-3F74A6495627}"/>
                </a:ext>
              </a:extLst>
            </p:cNvPr>
            <p:cNvGrpSpPr/>
            <p:nvPr/>
          </p:nvGrpSpPr>
          <p:grpSpPr>
            <a:xfrm>
              <a:off x="-228601" y="-478361"/>
              <a:ext cx="2905050" cy="1221311"/>
              <a:chOff x="0" y="0"/>
              <a:chExt cx="1355852" cy="720510"/>
            </a:xfrm>
          </p:grpSpPr>
          <p:sp>
            <p:nvSpPr>
              <p:cNvPr id="18" name="Freeform 11">
                <a:extLst>
                  <a:ext uri="{FF2B5EF4-FFF2-40B4-BE49-F238E27FC236}">
                    <a16:creationId xmlns:a16="http://schemas.microsoft.com/office/drawing/2014/main" id="{D74A8D4D-911D-649D-0813-2B8878BD22CC}"/>
                  </a:ext>
                </a:extLst>
              </p:cNvPr>
              <p:cNvSpPr/>
              <p:nvPr/>
            </p:nvSpPr>
            <p:spPr>
              <a:xfrm>
                <a:off x="0" y="0"/>
                <a:ext cx="1355852" cy="720510"/>
              </a:xfrm>
              <a:custGeom>
                <a:avLst/>
                <a:gdLst/>
                <a:ahLst/>
                <a:cxnLst/>
                <a:rect l="l" t="t" r="r" b="b"/>
                <a:pathLst>
                  <a:path w="1355852" h="720510">
                    <a:moveTo>
                      <a:pt x="150387" y="0"/>
                    </a:moveTo>
                    <a:lnTo>
                      <a:pt x="1205465" y="0"/>
                    </a:lnTo>
                    <a:cubicBezTo>
                      <a:pt x="1245350" y="0"/>
                      <a:pt x="1283602" y="15844"/>
                      <a:pt x="1311805" y="44047"/>
                    </a:cubicBezTo>
                    <a:cubicBezTo>
                      <a:pt x="1340008" y="72250"/>
                      <a:pt x="1355852" y="110502"/>
                      <a:pt x="1355852" y="150387"/>
                    </a:cubicBezTo>
                    <a:lnTo>
                      <a:pt x="1355852" y="570123"/>
                    </a:lnTo>
                    <a:cubicBezTo>
                      <a:pt x="1355852" y="653179"/>
                      <a:pt x="1288522" y="720510"/>
                      <a:pt x="1205465" y="720510"/>
                    </a:cubicBezTo>
                    <a:lnTo>
                      <a:pt x="150387" y="720510"/>
                    </a:lnTo>
                    <a:cubicBezTo>
                      <a:pt x="67331" y="720510"/>
                      <a:pt x="0" y="653179"/>
                      <a:pt x="0" y="570123"/>
                    </a:cubicBezTo>
                    <a:lnTo>
                      <a:pt x="0" y="150387"/>
                    </a:lnTo>
                    <a:cubicBezTo>
                      <a:pt x="0" y="67331"/>
                      <a:pt x="67331" y="0"/>
                      <a:pt x="150387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19" name="TextBox 12">
                <a:extLst>
                  <a:ext uri="{FF2B5EF4-FFF2-40B4-BE49-F238E27FC236}">
                    <a16:creationId xmlns:a16="http://schemas.microsoft.com/office/drawing/2014/main" id="{1E305A17-6F9F-F6B3-ECDD-4FAFD9936FF5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5852" cy="739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pic>
          <p:nvPicPr>
            <p:cNvPr id="17" name="Imagen 16">
              <a:extLst>
                <a:ext uri="{FF2B5EF4-FFF2-40B4-BE49-F238E27FC236}">
                  <a16:creationId xmlns:a16="http://schemas.microsoft.com/office/drawing/2014/main" id="{50B0D359-9CFB-3907-7102-EC3B2609C82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1" y="-375754"/>
              <a:ext cx="1373425" cy="13734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12529308"/>
      </p:ext>
    </p:extLst>
  </p:cSld>
  <p:clrMapOvr>
    <a:masterClrMapping/>
  </p:clrMapOvr>
  <p:transition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/>
          <p:cNvGrpSpPr/>
          <p:nvPr/>
        </p:nvGrpSpPr>
        <p:grpSpPr>
          <a:xfrm>
            <a:off x="-698849" y="9575651"/>
            <a:ext cx="19685699" cy="2666805"/>
            <a:chOff x="0" y="0"/>
            <a:chExt cx="5184711" cy="70236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698849" y="-1923855"/>
            <a:ext cx="19685699" cy="2666805"/>
            <a:chOff x="0" y="0"/>
            <a:chExt cx="5184711" cy="70236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5872392" y="2091327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0" name="Freeform 10"/>
          <p:cNvSpPr/>
          <p:nvPr/>
        </p:nvSpPr>
        <p:spPr>
          <a:xfrm>
            <a:off x="16901092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1" name="Freeform 11"/>
          <p:cNvSpPr/>
          <p:nvPr/>
        </p:nvSpPr>
        <p:spPr>
          <a:xfrm flipH="1">
            <a:off x="-1389129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2" name="Freeform 12"/>
          <p:cNvSpPr/>
          <p:nvPr/>
        </p:nvSpPr>
        <p:spPr>
          <a:xfrm flipH="1">
            <a:off x="-360429" y="2459791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24" name="TextBox 24"/>
          <p:cNvSpPr txBox="1"/>
          <p:nvPr/>
        </p:nvSpPr>
        <p:spPr>
          <a:xfrm>
            <a:off x="6361397" y="1270305"/>
            <a:ext cx="12006734" cy="1005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Cada </a:t>
            </a:r>
            <a:r>
              <a:rPr lang="en-US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vez</a:t>
            </a: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que</a:t>
            </a: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haces</a:t>
            </a: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un </a:t>
            </a:r>
            <a:r>
              <a:rPr lang="en-US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cambio</a:t>
            </a: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importante</a:t>
            </a: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, Git </a:t>
            </a:r>
            <a:r>
              <a:rPr lang="en-US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toma</a:t>
            </a: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una</a:t>
            </a: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“</a:t>
            </a:r>
            <a:r>
              <a:rPr lang="en-US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foto</a:t>
            </a: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” de TODO el </a:t>
            </a:r>
            <a:r>
              <a:rPr lang="en-US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código</a:t>
            </a: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preparado</a:t>
            </a: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anteriormente</a:t>
            </a: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 Esa </a:t>
            </a:r>
            <a:r>
              <a:rPr lang="en-US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foto</a:t>
            </a: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se llama </a:t>
            </a:r>
            <a:r>
              <a:rPr lang="en-US" sz="2799" b="1" spc="-75" dirty="0">
                <a:solidFill>
                  <a:srgbClr val="0CC0DF"/>
                </a:solidFill>
                <a:latin typeface="Poppins Bold"/>
                <a:ea typeface="Poppins Bold"/>
                <a:cs typeface="Poppins Bold"/>
                <a:sym typeface="Poppins Bold"/>
              </a:rPr>
              <a:t>Commit</a:t>
            </a:r>
          </a:p>
        </p:txBody>
      </p:sp>
      <p:grpSp>
        <p:nvGrpSpPr>
          <p:cNvPr id="25" name="Group 10">
            <a:extLst>
              <a:ext uri="{FF2B5EF4-FFF2-40B4-BE49-F238E27FC236}">
                <a16:creationId xmlns:a16="http://schemas.microsoft.com/office/drawing/2014/main" id="{6851298F-9DEF-69F9-BD5F-9C1E39A800E1}"/>
              </a:ext>
            </a:extLst>
          </p:cNvPr>
          <p:cNvGrpSpPr/>
          <p:nvPr/>
        </p:nvGrpSpPr>
        <p:grpSpPr>
          <a:xfrm>
            <a:off x="-2222" y="927183"/>
            <a:ext cx="5820765" cy="1723876"/>
            <a:chOff x="0" y="-26737"/>
            <a:chExt cx="1239632" cy="454025"/>
          </a:xfrm>
        </p:grpSpPr>
        <p:sp>
          <p:nvSpPr>
            <p:cNvPr id="26" name="Freeform 11">
              <a:extLst>
                <a:ext uri="{FF2B5EF4-FFF2-40B4-BE49-F238E27FC236}">
                  <a16:creationId xmlns:a16="http://schemas.microsoft.com/office/drawing/2014/main" id="{FD14951A-3936-33BF-8307-746F83D09C71}"/>
                </a:ext>
              </a:extLst>
            </p:cNvPr>
            <p:cNvSpPr/>
            <p:nvPr/>
          </p:nvSpPr>
          <p:spPr>
            <a:xfrm>
              <a:off x="0" y="0"/>
              <a:ext cx="1239632" cy="406400"/>
            </a:xfrm>
            <a:custGeom>
              <a:avLst/>
              <a:gdLst/>
              <a:ahLst/>
              <a:cxnLst/>
              <a:rect l="l" t="t" r="r" b="b"/>
              <a:pathLst>
                <a:path w="1239632" h="406400">
                  <a:moveTo>
                    <a:pt x="1036432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1036432" y="406400"/>
                  </a:lnTo>
                  <a:lnTo>
                    <a:pt x="1239632" y="203200"/>
                  </a:lnTo>
                  <a:lnTo>
                    <a:pt x="1036432" y="0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7" name="TextBox 12">
              <a:extLst>
                <a:ext uri="{FF2B5EF4-FFF2-40B4-BE49-F238E27FC236}">
                  <a16:creationId xmlns:a16="http://schemas.microsoft.com/office/drawing/2014/main" id="{ED88EBD5-4197-A4C4-A0CC-16D83FB275EE}"/>
                </a:ext>
              </a:extLst>
            </p:cNvPr>
            <p:cNvSpPr txBox="1"/>
            <p:nvPr/>
          </p:nvSpPr>
          <p:spPr>
            <a:xfrm>
              <a:off x="0" y="-26737"/>
              <a:ext cx="1125332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418"/>
                </a:lnSpc>
              </a:pPr>
              <a:r>
                <a:rPr lang="en-US" sz="4200" spc="-231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&gt; git commit –m “ ”</a:t>
              </a:r>
            </a:p>
          </p:txBody>
        </p:sp>
      </p:grpSp>
      <p:grpSp>
        <p:nvGrpSpPr>
          <p:cNvPr id="28" name="Grupo 27">
            <a:extLst>
              <a:ext uri="{FF2B5EF4-FFF2-40B4-BE49-F238E27FC236}">
                <a16:creationId xmlns:a16="http://schemas.microsoft.com/office/drawing/2014/main" id="{04AFBFEF-91C1-C4EB-73DD-EBD5F48596EA}"/>
              </a:ext>
            </a:extLst>
          </p:cNvPr>
          <p:cNvGrpSpPr/>
          <p:nvPr/>
        </p:nvGrpSpPr>
        <p:grpSpPr>
          <a:xfrm>
            <a:off x="-228601" y="-478361"/>
            <a:ext cx="2905050" cy="1476032"/>
            <a:chOff x="-228601" y="-478361"/>
            <a:chExt cx="2905050" cy="1476032"/>
          </a:xfrm>
        </p:grpSpPr>
        <p:grpSp>
          <p:nvGrpSpPr>
            <p:cNvPr id="29" name="Group 10">
              <a:extLst>
                <a:ext uri="{FF2B5EF4-FFF2-40B4-BE49-F238E27FC236}">
                  <a16:creationId xmlns:a16="http://schemas.microsoft.com/office/drawing/2014/main" id="{A251D2F6-746F-5F68-07DD-802A7BCA0E7E}"/>
                </a:ext>
              </a:extLst>
            </p:cNvPr>
            <p:cNvGrpSpPr/>
            <p:nvPr/>
          </p:nvGrpSpPr>
          <p:grpSpPr>
            <a:xfrm>
              <a:off x="-228601" y="-478361"/>
              <a:ext cx="2905050" cy="1221311"/>
              <a:chOff x="0" y="0"/>
              <a:chExt cx="1355852" cy="720510"/>
            </a:xfrm>
          </p:grpSpPr>
          <p:sp>
            <p:nvSpPr>
              <p:cNvPr id="31" name="Freeform 11">
                <a:extLst>
                  <a:ext uri="{FF2B5EF4-FFF2-40B4-BE49-F238E27FC236}">
                    <a16:creationId xmlns:a16="http://schemas.microsoft.com/office/drawing/2014/main" id="{086299AC-FE9E-8D6D-87C7-650ABF7682EE}"/>
                  </a:ext>
                </a:extLst>
              </p:cNvPr>
              <p:cNvSpPr/>
              <p:nvPr/>
            </p:nvSpPr>
            <p:spPr>
              <a:xfrm>
                <a:off x="0" y="0"/>
                <a:ext cx="1355852" cy="720510"/>
              </a:xfrm>
              <a:custGeom>
                <a:avLst/>
                <a:gdLst/>
                <a:ahLst/>
                <a:cxnLst/>
                <a:rect l="l" t="t" r="r" b="b"/>
                <a:pathLst>
                  <a:path w="1355852" h="720510">
                    <a:moveTo>
                      <a:pt x="150387" y="0"/>
                    </a:moveTo>
                    <a:lnTo>
                      <a:pt x="1205465" y="0"/>
                    </a:lnTo>
                    <a:cubicBezTo>
                      <a:pt x="1245350" y="0"/>
                      <a:pt x="1283602" y="15844"/>
                      <a:pt x="1311805" y="44047"/>
                    </a:cubicBezTo>
                    <a:cubicBezTo>
                      <a:pt x="1340008" y="72250"/>
                      <a:pt x="1355852" y="110502"/>
                      <a:pt x="1355852" y="150387"/>
                    </a:cubicBezTo>
                    <a:lnTo>
                      <a:pt x="1355852" y="570123"/>
                    </a:lnTo>
                    <a:cubicBezTo>
                      <a:pt x="1355852" y="653179"/>
                      <a:pt x="1288522" y="720510"/>
                      <a:pt x="1205465" y="720510"/>
                    </a:cubicBezTo>
                    <a:lnTo>
                      <a:pt x="150387" y="720510"/>
                    </a:lnTo>
                    <a:cubicBezTo>
                      <a:pt x="67331" y="720510"/>
                      <a:pt x="0" y="653179"/>
                      <a:pt x="0" y="570123"/>
                    </a:cubicBezTo>
                    <a:lnTo>
                      <a:pt x="0" y="150387"/>
                    </a:lnTo>
                    <a:cubicBezTo>
                      <a:pt x="0" y="67331"/>
                      <a:pt x="67331" y="0"/>
                      <a:pt x="150387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32" name="TextBox 12">
                <a:extLst>
                  <a:ext uri="{FF2B5EF4-FFF2-40B4-BE49-F238E27FC236}">
                    <a16:creationId xmlns:a16="http://schemas.microsoft.com/office/drawing/2014/main" id="{49CAA50D-E7F0-5386-FBAF-534EFDB281E6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5852" cy="739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pic>
          <p:nvPicPr>
            <p:cNvPr id="30" name="Imagen 29">
              <a:extLst>
                <a:ext uri="{FF2B5EF4-FFF2-40B4-BE49-F238E27FC236}">
                  <a16:creationId xmlns:a16="http://schemas.microsoft.com/office/drawing/2014/main" id="{D8181F71-562B-CC26-0D95-AC0DF906E22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1" y="-375754"/>
              <a:ext cx="1373425" cy="1373425"/>
            </a:xfrm>
            <a:prstGeom prst="rect">
              <a:avLst/>
            </a:prstGeom>
          </p:spPr>
        </p:pic>
      </p:grpSp>
      <p:grpSp>
        <p:nvGrpSpPr>
          <p:cNvPr id="56" name="Group 52">
            <a:extLst>
              <a:ext uri="{FF2B5EF4-FFF2-40B4-BE49-F238E27FC236}">
                <a16:creationId xmlns:a16="http://schemas.microsoft.com/office/drawing/2014/main" id="{C1D9E17C-5B87-29BA-DC66-D26081224CA5}"/>
              </a:ext>
            </a:extLst>
          </p:cNvPr>
          <p:cNvGrpSpPr/>
          <p:nvPr/>
        </p:nvGrpSpPr>
        <p:grpSpPr>
          <a:xfrm>
            <a:off x="3158416" y="4428784"/>
            <a:ext cx="11685276" cy="960554"/>
            <a:chOff x="0" y="0"/>
            <a:chExt cx="2441105" cy="197645"/>
          </a:xfrm>
        </p:grpSpPr>
        <p:sp>
          <p:nvSpPr>
            <p:cNvPr id="57" name="Freeform 53">
              <a:extLst>
                <a:ext uri="{FF2B5EF4-FFF2-40B4-BE49-F238E27FC236}">
                  <a16:creationId xmlns:a16="http://schemas.microsoft.com/office/drawing/2014/main" id="{F4155043-222D-B0A0-9900-26C528CD3F8E}"/>
                </a:ext>
              </a:extLst>
            </p:cNvPr>
            <p:cNvSpPr/>
            <p:nvPr/>
          </p:nvSpPr>
          <p:spPr>
            <a:xfrm>
              <a:off x="0" y="0"/>
              <a:ext cx="2441105" cy="197645"/>
            </a:xfrm>
            <a:custGeom>
              <a:avLst/>
              <a:gdLst/>
              <a:ahLst/>
              <a:cxnLst/>
              <a:rect l="l" t="t" r="r" b="b"/>
              <a:pathLst>
                <a:path w="2441105" h="197645">
                  <a:moveTo>
                    <a:pt x="12745" y="0"/>
                  </a:moveTo>
                  <a:lnTo>
                    <a:pt x="2428360" y="0"/>
                  </a:lnTo>
                  <a:cubicBezTo>
                    <a:pt x="2431740" y="0"/>
                    <a:pt x="2434982" y="1343"/>
                    <a:pt x="2437372" y="3733"/>
                  </a:cubicBezTo>
                  <a:cubicBezTo>
                    <a:pt x="2439763" y="6123"/>
                    <a:pt x="2441105" y="9365"/>
                    <a:pt x="2441105" y="12745"/>
                  </a:cubicBezTo>
                  <a:lnTo>
                    <a:pt x="2441105" y="184899"/>
                  </a:lnTo>
                  <a:cubicBezTo>
                    <a:pt x="2441105" y="188280"/>
                    <a:pt x="2439763" y="191522"/>
                    <a:pt x="2437372" y="193912"/>
                  </a:cubicBezTo>
                  <a:cubicBezTo>
                    <a:pt x="2434982" y="196302"/>
                    <a:pt x="2431740" y="197645"/>
                    <a:pt x="2428360" y="197645"/>
                  </a:cubicBezTo>
                  <a:lnTo>
                    <a:pt x="12745" y="197645"/>
                  </a:lnTo>
                  <a:cubicBezTo>
                    <a:pt x="9365" y="197645"/>
                    <a:pt x="6123" y="196302"/>
                    <a:pt x="3733" y="193912"/>
                  </a:cubicBezTo>
                  <a:cubicBezTo>
                    <a:pt x="1343" y="191522"/>
                    <a:pt x="0" y="188280"/>
                    <a:pt x="0" y="184899"/>
                  </a:cubicBezTo>
                  <a:lnTo>
                    <a:pt x="0" y="12745"/>
                  </a:lnTo>
                  <a:cubicBezTo>
                    <a:pt x="0" y="9365"/>
                    <a:pt x="1343" y="6123"/>
                    <a:pt x="3733" y="3733"/>
                  </a:cubicBezTo>
                  <a:cubicBezTo>
                    <a:pt x="6123" y="1343"/>
                    <a:pt x="9365" y="0"/>
                    <a:pt x="12745" y="0"/>
                  </a:cubicBezTo>
                  <a:close/>
                </a:path>
              </a:pathLst>
            </a:custGeom>
            <a:solidFill>
              <a:srgbClr val="0F0E0E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58" name="TextBox 54">
              <a:extLst>
                <a:ext uri="{FF2B5EF4-FFF2-40B4-BE49-F238E27FC236}">
                  <a16:creationId xmlns:a16="http://schemas.microsoft.com/office/drawing/2014/main" id="{B7C9B2BC-2875-2C3A-8FFD-300FC2D24913}"/>
                </a:ext>
              </a:extLst>
            </p:cNvPr>
            <p:cNvSpPr txBox="1"/>
            <p:nvPr/>
          </p:nvSpPr>
          <p:spPr>
            <a:xfrm>
              <a:off x="0" y="-19050"/>
              <a:ext cx="2441105" cy="2166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59" name="TextBox 56">
            <a:extLst>
              <a:ext uri="{FF2B5EF4-FFF2-40B4-BE49-F238E27FC236}">
                <a16:creationId xmlns:a16="http://schemas.microsoft.com/office/drawing/2014/main" id="{F91014AF-E202-4018-2AC5-57AF39723516}"/>
              </a:ext>
            </a:extLst>
          </p:cNvPr>
          <p:cNvSpPr txBox="1"/>
          <p:nvPr/>
        </p:nvSpPr>
        <p:spPr>
          <a:xfrm>
            <a:off x="3348781" y="4679961"/>
            <a:ext cx="11097862" cy="4131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359"/>
              </a:lnSpc>
            </a:pPr>
            <a:r>
              <a:rPr lang="en-US" sz="2400" spc="-6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&gt; git commit –m “</a:t>
            </a:r>
            <a:r>
              <a:rPr lang="en-US" sz="2400" spc="-64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título</a:t>
            </a:r>
            <a:r>
              <a:rPr lang="en-US" sz="2400" spc="-6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spc="-64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descriptivo</a:t>
            </a:r>
            <a:r>
              <a:rPr lang="en-US" sz="2400" spc="-6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”</a:t>
            </a:r>
            <a:endParaRPr lang="en-US" sz="2400" spc="-64" dirty="0">
              <a:solidFill>
                <a:srgbClr val="D9D9D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60" name="Group 52">
            <a:extLst>
              <a:ext uri="{FF2B5EF4-FFF2-40B4-BE49-F238E27FC236}">
                <a16:creationId xmlns:a16="http://schemas.microsoft.com/office/drawing/2014/main" id="{A25DCE22-92F9-90E5-FA6A-F299F0ABF2BD}"/>
              </a:ext>
            </a:extLst>
          </p:cNvPr>
          <p:cNvGrpSpPr/>
          <p:nvPr/>
        </p:nvGrpSpPr>
        <p:grpSpPr>
          <a:xfrm>
            <a:off x="3158416" y="6864104"/>
            <a:ext cx="11685276" cy="960554"/>
            <a:chOff x="0" y="0"/>
            <a:chExt cx="2441105" cy="197645"/>
          </a:xfrm>
        </p:grpSpPr>
        <p:sp>
          <p:nvSpPr>
            <p:cNvPr id="61" name="Freeform 53">
              <a:extLst>
                <a:ext uri="{FF2B5EF4-FFF2-40B4-BE49-F238E27FC236}">
                  <a16:creationId xmlns:a16="http://schemas.microsoft.com/office/drawing/2014/main" id="{8AB798D3-5788-D8EB-BFC7-9027291963AD}"/>
                </a:ext>
              </a:extLst>
            </p:cNvPr>
            <p:cNvSpPr/>
            <p:nvPr/>
          </p:nvSpPr>
          <p:spPr>
            <a:xfrm>
              <a:off x="0" y="0"/>
              <a:ext cx="2441105" cy="197645"/>
            </a:xfrm>
            <a:custGeom>
              <a:avLst/>
              <a:gdLst/>
              <a:ahLst/>
              <a:cxnLst/>
              <a:rect l="l" t="t" r="r" b="b"/>
              <a:pathLst>
                <a:path w="2441105" h="197645">
                  <a:moveTo>
                    <a:pt x="12745" y="0"/>
                  </a:moveTo>
                  <a:lnTo>
                    <a:pt x="2428360" y="0"/>
                  </a:lnTo>
                  <a:cubicBezTo>
                    <a:pt x="2431740" y="0"/>
                    <a:pt x="2434982" y="1343"/>
                    <a:pt x="2437372" y="3733"/>
                  </a:cubicBezTo>
                  <a:cubicBezTo>
                    <a:pt x="2439763" y="6123"/>
                    <a:pt x="2441105" y="9365"/>
                    <a:pt x="2441105" y="12745"/>
                  </a:cubicBezTo>
                  <a:lnTo>
                    <a:pt x="2441105" y="184899"/>
                  </a:lnTo>
                  <a:cubicBezTo>
                    <a:pt x="2441105" y="188280"/>
                    <a:pt x="2439763" y="191522"/>
                    <a:pt x="2437372" y="193912"/>
                  </a:cubicBezTo>
                  <a:cubicBezTo>
                    <a:pt x="2434982" y="196302"/>
                    <a:pt x="2431740" y="197645"/>
                    <a:pt x="2428360" y="197645"/>
                  </a:cubicBezTo>
                  <a:lnTo>
                    <a:pt x="12745" y="197645"/>
                  </a:lnTo>
                  <a:cubicBezTo>
                    <a:pt x="9365" y="197645"/>
                    <a:pt x="6123" y="196302"/>
                    <a:pt x="3733" y="193912"/>
                  </a:cubicBezTo>
                  <a:cubicBezTo>
                    <a:pt x="1343" y="191522"/>
                    <a:pt x="0" y="188280"/>
                    <a:pt x="0" y="184899"/>
                  </a:cubicBezTo>
                  <a:lnTo>
                    <a:pt x="0" y="12745"/>
                  </a:lnTo>
                  <a:cubicBezTo>
                    <a:pt x="0" y="9365"/>
                    <a:pt x="1343" y="6123"/>
                    <a:pt x="3733" y="3733"/>
                  </a:cubicBezTo>
                  <a:cubicBezTo>
                    <a:pt x="6123" y="1343"/>
                    <a:pt x="9365" y="0"/>
                    <a:pt x="12745" y="0"/>
                  </a:cubicBezTo>
                  <a:close/>
                </a:path>
              </a:pathLst>
            </a:custGeom>
            <a:solidFill>
              <a:srgbClr val="0F0E0E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62" name="TextBox 54">
              <a:extLst>
                <a:ext uri="{FF2B5EF4-FFF2-40B4-BE49-F238E27FC236}">
                  <a16:creationId xmlns:a16="http://schemas.microsoft.com/office/drawing/2014/main" id="{BB27751D-A5B9-07E5-0EAA-B831886D94F8}"/>
                </a:ext>
              </a:extLst>
            </p:cNvPr>
            <p:cNvSpPr txBox="1"/>
            <p:nvPr/>
          </p:nvSpPr>
          <p:spPr>
            <a:xfrm>
              <a:off x="0" y="-19050"/>
              <a:ext cx="2441105" cy="2166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63" name="TextBox 56">
            <a:extLst>
              <a:ext uri="{FF2B5EF4-FFF2-40B4-BE49-F238E27FC236}">
                <a16:creationId xmlns:a16="http://schemas.microsoft.com/office/drawing/2014/main" id="{209E7B72-49F5-B8DF-7D2D-E55CF4AC8C67}"/>
              </a:ext>
            </a:extLst>
          </p:cNvPr>
          <p:cNvSpPr txBox="1"/>
          <p:nvPr/>
        </p:nvSpPr>
        <p:spPr>
          <a:xfrm>
            <a:off x="3348781" y="7115281"/>
            <a:ext cx="11097862" cy="4131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359"/>
              </a:lnSpc>
            </a:pPr>
            <a:r>
              <a:rPr lang="en-US" sz="2400" spc="-6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&gt; git commit –m “</a:t>
            </a:r>
            <a:r>
              <a:rPr lang="en-US" sz="2400" spc="-64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título</a:t>
            </a:r>
            <a:r>
              <a:rPr lang="en-US" sz="2400" spc="-6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spc="-64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descriptivo</a:t>
            </a:r>
            <a:r>
              <a:rPr lang="en-US" sz="2400" spc="-6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” –m “</a:t>
            </a:r>
            <a:r>
              <a:rPr lang="en-US" sz="2400" spc="-64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descripción</a:t>
            </a:r>
            <a:r>
              <a:rPr lang="en-US" sz="2400" spc="-6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”</a:t>
            </a:r>
            <a:endParaRPr lang="en-US" sz="2400" spc="-64" dirty="0">
              <a:solidFill>
                <a:srgbClr val="D9D9D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5" name="TextBox 35">
            <a:extLst>
              <a:ext uri="{FF2B5EF4-FFF2-40B4-BE49-F238E27FC236}">
                <a16:creationId xmlns:a16="http://schemas.microsoft.com/office/drawing/2014/main" id="{4D0C46BA-AE85-13AC-9D51-6C80CACA01A7}"/>
              </a:ext>
            </a:extLst>
          </p:cNvPr>
          <p:cNvSpPr txBox="1"/>
          <p:nvPr/>
        </p:nvSpPr>
        <p:spPr>
          <a:xfrm>
            <a:off x="3087390" y="3737045"/>
            <a:ext cx="8306473" cy="4755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Sólo título descriptivo (OBLIGATORIO)</a:t>
            </a:r>
            <a:endParaRPr lang="en-US" sz="2799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7" name="TextBox 35">
            <a:extLst>
              <a:ext uri="{FF2B5EF4-FFF2-40B4-BE49-F238E27FC236}">
                <a16:creationId xmlns:a16="http://schemas.microsoft.com/office/drawing/2014/main" id="{740BC62F-487A-671B-2155-79CF0DB7DB52}"/>
              </a:ext>
            </a:extLst>
          </p:cNvPr>
          <p:cNvSpPr txBox="1"/>
          <p:nvPr/>
        </p:nvSpPr>
        <p:spPr>
          <a:xfrm>
            <a:off x="3169677" y="6239024"/>
            <a:ext cx="8306473" cy="4755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 descripción (OPCIONAL)</a:t>
            </a:r>
            <a:endParaRPr lang="en-US" sz="2799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000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000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 build="allAtOnce"/>
      <p:bldP spid="63" grpId="0" build="allAtOnce"/>
      <p:bldP spid="65" grpId="0"/>
      <p:bldP spid="67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34E99F-B4F5-89EC-5688-8BB746D7C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ACF7096-86A7-BD70-BF29-842DB33440DF}"/>
              </a:ext>
            </a:extLst>
          </p:cNvPr>
          <p:cNvSpPr/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68F0130C-F80D-A7D7-541C-C5E033813746}"/>
              </a:ext>
            </a:extLst>
          </p:cNvPr>
          <p:cNvGrpSpPr/>
          <p:nvPr/>
        </p:nvGrpSpPr>
        <p:grpSpPr>
          <a:xfrm>
            <a:off x="-698849" y="9575651"/>
            <a:ext cx="19685699" cy="2666805"/>
            <a:chOff x="0" y="0"/>
            <a:chExt cx="5184711" cy="702368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6056B34F-A725-8D4E-07EC-4C9D48EA652A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84319ACA-99F9-15A5-4CA6-ADB0DAB989DF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2E621122-88BD-4880-CE32-1506E70DA68B}"/>
              </a:ext>
            </a:extLst>
          </p:cNvPr>
          <p:cNvGrpSpPr/>
          <p:nvPr/>
        </p:nvGrpSpPr>
        <p:grpSpPr>
          <a:xfrm>
            <a:off x="-698849" y="-1923855"/>
            <a:ext cx="19685699" cy="2666805"/>
            <a:chOff x="0" y="0"/>
            <a:chExt cx="5184711" cy="70236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5C2B4C18-D24B-89F3-F54F-8595DABAC775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640B823E-09B1-1E0D-13B7-244F138AA51D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9064CA68-82C4-E1C4-9632-7BAD2735501E}"/>
              </a:ext>
            </a:extLst>
          </p:cNvPr>
          <p:cNvSpPr/>
          <p:nvPr/>
        </p:nvSpPr>
        <p:spPr>
          <a:xfrm>
            <a:off x="15872392" y="2091327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4DC75D58-4D8C-3C96-F57C-6D002A956122}"/>
              </a:ext>
            </a:extLst>
          </p:cNvPr>
          <p:cNvSpPr/>
          <p:nvPr/>
        </p:nvSpPr>
        <p:spPr>
          <a:xfrm>
            <a:off x="16901092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F972D159-9428-EE2A-2CBD-597B4F44CD8C}"/>
              </a:ext>
            </a:extLst>
          </p:cNvPr>
          <p:cNvSpPr/>
          <p:nvPr/>
        </p:nvSpPr>
        <p:spPr>
          <a:xfrm flipH="1">
            <a:off x="-1389129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F372BFBB-D470-7CBE-9ED9-5FB0EFB9F512}"/>
              </a:ext>
            </a:extLst>
          </p:cNvPr>
          <p:cNvSpPr/>
          <p:nvPr/>
        </p:nvSpPr>
        <p:spPr>
          <a:xfrm flipH="1">
            <a:off x="-360429" y="2459791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3" name="AutoShape 13">
            <a:extLst>
              <a:ext uri="{FF2B5EF4-FFF2-40B4-BE49-F238E27FC236}">
                <a16:creationId xmlns:a16="http://schemas.microsoft.com/office/drawing/2014/main" id="{DB94DF11-2C9F-8C35-40E4-C92A4570611F}"/>
              </a:ext>
            </a:extLst>
          </p:cNvPr>
          <p:cNvSpPr/>
          <p:nvPr/>
        </p:nvSpPr>
        <p:spPr>
          <a:xfrm>
            <a:off x="10347462" y="3033926"/>
            <a:ext cx="0" cy="913872"/>
          </a:xfrm>
          <a:prstGeom prst="line">
            <a:avLst/>
          </a:prstGeom>
          <a:ln w="57150" cap="flat">
            <a:solidFill>
              <a:srgbClr val="F15226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grpSp>
        <p:nvGrpSpPr>
          <p:cNvPr id="14" name="Group 14">
            <a:extLst>
              <a:ext uri="{FF2B5EF4-FFF2-40B4-BE49-F238E27FC236}">
                <a16:creationId xmlns:a16="http://schemas.microsoft.com/office/drawing/2014/main" id="{28883DAB-491A-29B0-B850-99BDFA39BCE0}"/>
              </a:ext>
            </a:extLst>
          </p:cNvPr>
          <p:cNvGrpSpPr/>
          <p:nvPr/>
        </p:nvGrpSpPr>
        <p:grpSpPr>
          <a:xfrm>
            <a:off x="11352923" y="2837521"/>
            <a:ext cx="4178591" cy="2036826"/>
            <a:chOff x="0" y="0"/>
            <a:chExt cx="5571454" cy="2715768"/>
          </a:xfrm>
        </p:grpSpPr>
        <p:grpSp>
          <p:nvGrpSpPr>
            <p:cNvPr id="15" name="Group 15">
              <a:extLst>
                <a:ext uri="{FF2B5EF4-FFF2-40B4-BE49-F238E27FC236}">
                  <a16:creationId xmlns:a16="http://schemas.microsoft.com/office/drawing/2014/main" id="{59F445DC-152C-0BB6-B06C-91BC0BDF28C5}"/>
                </a:ext>
              </a:extLst>
            </p:cNvPr>
            <p:cNvGrpSpPr/>
            <p:nvPr/>
          </p:nvGrpSpPr>
          <p:grpSpPr>
            <a:xfrm>
              <a:off x="200996" y="0"/>
              <a:ext cx="5370458" cy="2715768"/>
              <a:chOff x="0" y="0"/>
              <a:chExt cx="828774" cy="419100"/>
            </a:xfrm>
          </p:grpSpPr>
          <p:sp>
            <p:nvSpPr>
              <p:cNvPr id="16" name="Freeform 16">
                <a:extLst>
                  <a:ext uri="{FF2B5EF4-FFF2-40B4-BE49-F238E27FC236}">
                    <a16:creationId xmlns:a16="http://schemas.microsoft.com/office/drawing/2014/main" id="{B1AAFD84-DCF1-5899-5CE9-CB85E42121B7}"/>
                  </a:ext>
                </a:extLst>
              </p:cNvPr>
              <p:cNvSpPr/>
              <p:nvPr/>
            </p:nvSpPr>
            <p:spPr>
              <a:xfrm>
                <a:off x="0" y="0"/>
                <a:ext cx="828774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828774" h="419100">
                    <a:moveTo>
                      <a:pt x="37541" y="0"/>
                    </a:moveTo>
                    <a:lnTo>
                      <a:pt x="791233" y="0"/>
                    </a:lnTo>
                    <a:cubicBezTo>
                      <a:pt x="801190" y="0"/>
                      <a:pt x="810739" y="3955"/>
                      <a:pt x="817779" y="10996"/>
                    </a:cubicBezTo>
                    <a:cubicBezTo>
                      <a:pt x="824819" y="18036"/>
                      <a:pt x="828774" y="27585"/>
                      <a:pt x="828774" y="37541"/>
                    </a:cubicBezTo>
                    <a:lnTo>
                      <a:pt x="828774" y="381559"/>
                    </a:lnTo>
                    <a:cubicBezTo>
                      <a:pt x="828774" y="402292"/>
                      <a:pt x="811967" y="419100"/>
                      <a:pt x="791233" y="419100"/>
                    </a:cubicBezTo>
                    <a:lnTo>
                      <a:pt x="37541" y="419100"/>
                    </a:lnTo>
                    <a:cubicBezTo>
                      <a:pt x="16808" y="419100"/>
                      <a:pt x="0" y="402292"/>
                      <a:pt x="0" y="381559"/>
                    </a:cubicBezTo>
                    <a:lnTo>
                      <a:pt x="0" y="37541"/>
                    </a:lnTo>
                    <a:cubicBezTo>
                      <a:pt x="0" y="16808"/>
                      <a:pt x="16808" y="0"/>
                      <a:pt x="37541" y="0"/>
                    </a:cubicBezTo>
                    <a:close/>
                  </a:path>
                </a:pathLst>
              </a:custGeom>
              <a:solidFill>
                <a:srgbClr val="1B1F23"/>
              </a:solidFill>
              <a:ln cap="rnd">
                <a:noFill/>
                <a:prstDash val="solid"/>
                <a:round/>
              </a:ln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17" name="TextBox 17">
                <a:extLst>
                  <a:ext uri="{FF2B5EF4-FFF2-40B4-BE49-F238E27FC236}">
                    <a16:creationId xmlns:a16="http://schemas.microsoft.com/office/drawing/2014/main" id="{DFCA289E-6BBD-25A8-E1AD-9D99B79968A8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828774" cy="4381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grpSp>
          <p:nvGrpSpPr>
            <p:cNvPr id="18" name="Group 18">
              <a:extLst>
                <a:ext uri="{FF2B5EF4-FFF2-40B4-BE49-F238E27FC236}">
                  <a16:creationId xmlns:a16="http://schemas.microsoft.com/office/drawing/2014/main" id="{8BE52DE9-A328-4167-D17C-F9FBD8BB39EB}"/>
                </a:ext>
              </a:extLst>
            </p:cNvPr>
            <p:cNvGrpSpPr/>
            <p:nvPr/>
          </p:nvGrpSpPr>
          <p:grpSpPr>
            <a:xfrm rot="5400000">
              <a:off x="-1121602" y="1121602"/>
              <a:ext cx="2715768" cy="472564"/>
              <a:chOff x="0" y="0"/>
              <a:chExt cx="2280065" cy="396749"/>
            </a:xfrm>
          </p:grpSpPr>
          <p:sp>
            <p:nvSpPr>
              <p:cNvPr id="19" name="Freeform 19">
                <a:extLst>
                  <a:ext uri="{FF2B5EF4-FFF2-40B4-BE49-F238E27FC236}">
                    <a16:creationId xmlns:a16="http://schemas.microsoft.com/office/drawing/2014/main" id="{88F6BC97-0A4F-4B81-7D2D-11B23A5D7414}"/>
                  </a:ext>
                </a:extLst>
              </p:cNvPr>
              <p:cNvSpPr/>
              <p:nvPr/>
            </p:nvSpPr>
            <p:spPr>
              <a:xfrm>
                <a:off x="0" y="0"/>
                <a:ext cx="2280065" cy="396749"/>
              </a:xfrm>
              <a:custGeom>
                <a:avLst/>
                <a:gdLst/>
                <a:ahLst/>
                <a:cxnLst/>
                <a:rect l="l" t="t" r="r" b="b"/>
                <a:pathLst>
                  <a:path w="2280065" h="396749">
                    <a:moveTo>
                      <a:pt x="760432" y="377680"/>
                    </a:moveTo>
                    <a:cubicBezTo>
                      <a:pt x="877325" y="389193"/>
                      <a:pt x="1010218" y="396749"/>
                      <a:pt x="1140647" y="396749"/>
                    </a:cubicBezTo>
                    <a:cubicBezTo>
                      <a:pt x="1271079" y="396749"/>
                      <a:pt x="1396588" y="390272"/>
                      <a:pt x="1512249" y="378758"/>
                    </a:cubicBezTo>
                    <a:cubicBezTo>
                      <a:pt x="1514713" y="378398"/>
                      <a:pt x="1517173" y="378398"/>
                      <a:pt x="1519633" y="378039"/>
                    </a:cubicBezTo>
                    <a:cubicBezTo>
                      <a:pt x="1953990" y="331984"/>
                      <a:pt x="2273914" y="210370"/>
                      <a:pt x="2280065" y="77488"/>
                    </a:cubicBezTo>
                    <a:lnTo>
                      <a:pt x="2280065" y="0"/>
                    </a:lnTo>
                    <a:lnTo>
                      <a:pt x="0" y="0"/>
                    </a:lnTo>
                    <a:lnTo>
                      <a:pt x="0" y="77431"/>
                    </a:lnTo>
                    <a:cubicBezTo>
                      <a:pt x="6152" y="211089"/>
                      <a:pt x="321153" y="332704"/>
                      <a:pt x="760432" y="377680"/>
                    </a:cubicBezTo>
                    <a:close/>
                  </a:path>
                </a:pathLst>
              </a:custGeom>
              <a:solidFill>
                <a:srgbClr val="FF3131"/>
              </a:solidFill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20" name="TextBox 20">
                <a:extLst>
                  <a:ext uri="{FF2B5EF4-FFF2-40B4-BE49-F238E27FC236}">
                    <a16:creationId xmlns:a16="http://schemas.microsoft.com/office/drawing/2014/main" id="{4FBD0F9F-1D61-9CD3-87BB-75325D67143D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2280065" cy="28879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7CF105EB-0F92-8135-0C16-63E3825988CB}"/>
                </a:ext>
              </a:extLst>
            </p:cNvPr>
            <p:cNvSpPr txBox="1"/>
            <p:nvPr/>
          </p:nvSpPr>
          <p:spPr>
            <a:xfrm>
              <a:off x="757248" y="193499"/>
              <a:ext cx="2267132" cy="6821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>
                <a:lnSpc>
                  <a:spcPts val="4199"/>
                </a:lnSpc>
              </a:pPr>
              <a:r>
                <a:rPr lang="en-US" sz="2999" spc="-80" dirty="0">
                  <a:solidFill>
                    <a:srgbClr val="FF3131"/>
                  </a:solidFill>
                  <a:latin typeface="Poppins"/>
                  <a:ea typeface="Poppins"/>
                  <a:cs typeface="Poppins"/>
                  <a:sym typeface="Poppins"/>
                </a:rPr>
                <a:t>Commit 1</a:t>
              </a:r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9717DBA5-4A09-153B-2084-FDCD04AED4BF}"/>
                </a:ext>
              </a:extLst>
            </p:cNvPr>
            <p:cNvSpPr txBox="1"/>
            <p:nvPr/>
          </p:nvSpPr>
          <p:spPr>
            <a:xfrm>
              <a:off x="757248" y="939624"/>
              <a:ext cx="4650518" cy="11322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3359"/>
                </a:lnSpc>
              </a:pPr>
              <a:r>
                <a:rPr lang="en-US" sz="2400" spc="-64" dirty="0">
                  <a:solidFill>
                    <a:srgbClr val="FFFFFF">
                      <a:alpha val="80000"/>
                    </a:srgbClr>
                  </a:solidFill>
                  <a:latin typeface="Poppins"/>
                  <a:ea typeface="Poppins"/>
                  <a:cs typeface="Poppins"/>
                  <a:sym typeface="Poppins"/>
                </a:rPr>
                <a:t>Se creó la </a:t>
              </a:r>
              <a:r>
                <a:rPr lang="en-US" sz="2400" spc="-64" dirty="0" err="1">
                  <a:solidFill>
                    <a:srgbClr val="FFFFFF">
                      <a:alpha val="80000"/>
                    </a:srgbClr>
                  </a:solidFill>
                  <a:latin typeface="Poppins"/>
                  <a:ea typeface="Poppins"/>
                  <a:cs typeface="Poppins"/>
                  <a:sym typeface="Poppins"/>
                </a:rPr>
                <a:t>página</a:t>
              </a:r>
              <a:r>
                <a:rPr lang="en-US" sz="2400" spc="-64" dirty="0">
                  <a:solidFill>
                    <a:srgbClr val="FFFFFF">
                      <a:alpha val="80000"/>
                    </a:srgbClr>
                  </a:solidFill>
                  <a:latin typeface="Poppins"/>
                  <a:ea typeface="Poppins"/>
                  <a:cs typeface="Poppins"/>
                  <a:sym typeface="Poppins"/>
                </a:rPr>
                <a:t> de login</a:t>
              </a:r>
            </a:p>
          </p:txBody>
        </p:sp>
      </p:grpSp>
      <p:sp>
        <p:nvSpPr>
          <p:cNvPr id="23" name="Freeform 23">
            <a:extLst>
              <a:ext uri="{FF2B5EF4-FFF2-40B4-BE49-F238E27FC236}">
                <a16:creationId xmlns:a16="http://schemas.microsoft.com/office/drawing/2014/main" id="{3E7E696F-D1E0-8244-9E8A-BAF470191F79}"/>
              </a:ext>
            </a:extLst>
          </p:cNvPr>
          <p:cNvSpPr/>
          <p:nvPr/>
        </p:nvSpPr>
        <p:spPr>
          <a:xfrm>
            <a:off x="10000140" y="3600475"/>
            <a:ext cx="694644" cy="694644"/>
          </a:xfrm>
          <a:custGeom>
            <a:avLst/>
            <a:gdLst/>
            <a:ahLst/>
            <a:cxnLst/>
            <a:rect l="l" t="t" r="r" b="b"/>
            <a:pathLst>
              <a:path w="694644" h="694644">
                <a:moveTo>
                  <a:pt x="0" y="0"/>
                </a:moveTo>
                <a:lnTo>
                  <a:pt x="694644" y="0"/>
                </a:lnTo>
                <a:lnTo>
                  <a:pt x="694644" y="694644"/>
                </a:lnTo>
                <a:lnTo>
                  <a:pt x="0" y="6946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5E487AE5-5B67-222A-B821-E1E1825A00C8}"/>
              </a:ext>
            </a:extLst>
          </p:cNvPr>
          <p:cNvSpPr txBox="1"/>
          <p:nvPr/>
        </p:nvSpPr>
        <p:spPr>
          <a:xfrm>
            <a:off x="6361397" y="1270305"/>
            <a:ext cx="12006734" cy="1005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Cada </a:t>
            </a:r>
            <a:r>
              <a:rPr lang="en-US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vez</a:t>
            </a: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que</a:t>
            </a: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haces</a:t>
            </a: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un </a:t>
            </a:r>
            <a:r>
              <a:rPr lang="en-US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cambio</a:t>
            </a: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importante</a:t>
            </a: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, Git </a:t>
            </a:r>
            <a:r>
              <a:rPr lang="en-US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toma</a:t>
            </a: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una</a:t>
            </a: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“</a:t>
            </a:r>
            <a:r>
              <a:rPr lang="en-US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foto</a:t>
            </a: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” de TODO el </a:t>
            </a:r>
            <a:r>
              <a:rPr lang="en-US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código</a:t>
            </a: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preparado</a:t>
            </a: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anteriormente</a:t>
            </a: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 Esa </a:t>
            </a:r>
            <a:r>
              <a:rPr lang="en-US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foto</a:t>
            </a: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se llama </a:t>
            </a:r>
            <a:r>
              <a:rPr lang="en-US" sz="2799" b="1" spc="-75" dirty="0">
                <a:solidFill>
                  <a:srgbClr val="0CC0DF"/>
                </a:solidFill>
                <a:latin typeface="Poppins Bold"/>
                <a:ea typeface="Poppins Bold"/>
                <a:cs typeface="Poppins Bold"/>
                <a:sym typeface="Poppins Bold"/>
              </a:rPr>
              <a:t>Commit</a:t>
            </a:r>
          </a:p>
        </p:txBody>
      </p:sp>
      <p:grpSp>
        <p:nvGrpSpPr>
          <p:cNvPr id="25" name="Group 10">
            <a:extLst>
              <a:ext uri="{FF2B5EF4-FFF2-40B4-BE49-F238E27FC236}">
                <a16:creationId xmlns:a16="http://schemas.microsoft.com/office/drawing/2014/main" id="{FF0F9A42-91B7-217F-B0BE-7E8DA1E810EB}"/>
              </a:ext>
            </a:extLst>
          </p:cNvPr>
          <p:cNvGrpSpPr/>
          <p:nvPr/>
        </p:nvGrpSpPr>
        <p:grpSpPr>
          <a:xfrm>
            <a:off x="-2222" y="927183"/>
            <a:ext cx="5820765" cy="1723876"/>
            <a:chOff x="0" y="-26737"/>
            <a:chExt cx="1239632" cy="454025"/>
          </a:xfrm>
        </p:grpSpPr>
        <p:sp>
          <p:nvSpPr>
            <p:cNvPr id="26" name="Freeform 11">
              <a:extLst>
                <a:ext uri="{FF2B5EF4-FFF2-40B4-BE49-F238E27FC236}">
                  <a16:creationId xmlns:a16="http://schemas.microsoft.com/office/drawing/2014/main" id="{0952FC05-3740-F510-9827-7E8AC011BA69}"/>
                </a:ext>
              </a:extLst>
            </p:cNvPr>
            <p:cNvSpPr/>
            <p:nvPr/>
          </p:nvSpPr>
          <p:spPr>
            <a:xfrm>
              <a:off x="0" y="0"/>
              <a:ext cx="1239632" cy="406400"/>
            </a:xfrm>
            <a:custGeom>
              <a:avLst/>
              <a:gdLst/>
              <a:ahLst/>
              <a:cxnLst/>
              <a:rect l="l" t="t" r="r" b="b"/>
              <a:pathLst>
                <a:path w="1239632" h="406400">
                  <a:moveTo>
                    <a:pt x="1036432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1036432" y="406400"/>
                  </a:lnTo>
                  <a:lnTo>
                    <a:pt x="1239632" y="203200"/>
                  </a:lnTo>
                  <a:lnTo>
                    <a:pt x="1036432" y="0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7" name="TextBox 12">
              <a:extLst>
                <a:ext uri="{FF2B5EF4-FFF2-40B4-BE49-F238E27FC236}">
                  <a16:creationId xmlns:a16="http://schemas.microsoft.com/office/drawing/2014/main" id="{DB4E4FE8-2707-9970-9092-4CDA0E8BB70A}"/>
                </a:ext>
              </a:extLst>
            </p:cNvPr>
            <p:cNvSpPr txBox="1"/>
            <p:nvPr/>
          </p:nvSpPr>
          <p:spPr>
            <a:xfrm>
              <a:off x="0" y="-26737"/>
              <a:ext cx="1125332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418"/>
                </a:lnSpc>
              </a:pPr>
              <a:r>
                <a:rPr lang="en-US" sz="4200" spc="-231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&gt; git commit –m “ ”</a:t>
              </a:r>
            </a:p>
          </p:txBody>
        </p:sp>
      </p:grpSp>
      <p:grpSp>
        <p:nvGrpSpPr>
          <p:cNvPr id="28" name="Grupo 27">
            <a:extLst>
              <a:ext uri="{FF2B5EF4-FFF2-40B4-BE49-F238E27FC236}">
                <a16:creationId xmlns:a16="http://schemas.microsoft.com/office/drawing/2014/main" id="{1B16D054-F982-57F9-B545-2088055653C1}"/>
              </a:ext>
            </a:extLst>
          </p:cNvPr>
          <p:cNvGrpSpPr/>
          <p:nvPr/>
        </p:nvGrpSpPr>
        <p:grpSpPr>
          <a:xfrm>
            <a:off x="-228601" y="-478361"/>
            <a:ext cx="2905050" cy="1476032"/>
            <a:chOff x="-228601" y="-478361"/>
            <a:chExt cx="2905050" cy="1476032"/>
          </a:xfrm>
        </p:grpSpPr>
        <p:grpSp>
          <p:nvGrpSpPr>
            <p:cNvPr id="29" name="Group 10">
              <a:extLst>
                <a:ext uri="{FF2B5EF4-FFF2-40B4-BE49-F238E27FC236}">
                  <a16:creationId xmlns:a16="http://schemas.microsoft.com/office/drawing/2014/main" id="{1F51552D-3AAD-CB13-56FD-8CE216BE4C73}"/>
                </a:ext>
              </a:extLst>
            </p:cNvPr>
            <p:cNvGrpSpPr/>
            <p:nvPr/>
          </p:nvGrpSpPr>
          <p:grpSpPr>
            <a:xfrm>
              <a:off x="-228601" y="-478361"/>
              <a:ext cx="2905050" cy="1221311"/>
              <a:chOff x="0" y="0"/>
              <a:chExt cx="1355852" cy="720510"/>
            </a:xfrm>
          </p:grpSpPr>
          <p:sp>
            <p:nvSpPr>
              <p:cNvPr id="31" name="Freeform 11">
                <a:extLst>
                  <a:ext uri="{FF2B5EF4-FFF2-40B4-BE49-F238E27FC236}">
                    <a16:creationId xmlns:a16="http://schemas.microsoft.com/office/drawing/2014/main" id="{E8D65315-3A1C-1944-EE69-1F69548DBC16}"/>
                  </a:ext>
                </a:extLst>
              </p:cNvPr>
              <p:cNvSpPr/>
              <p:nvPr/>
            </p:nvSpPr>
            <p:spPr>
              <a:xfrm>
                <a:off x="0" y="0"/>
                <a:ext cx="1355852" cy="720510"/>
              </a:xfrm>
              <a:custGeom>
                <a:avLst/>
                <a:gdLst/>
                <a:ahLst/>
                <a:cxnLst/>
                <a:rect l="l" t="t" r="r" b="b"/>
                <a:pathLst>
                  <a:path w="1355852" h="720510">
                    <a:moveTo>
                      <a:pt x="150387" y="0"/>
                    </a:moveTo>
                    <a:lnTo>
                      <a:pt x="1205465" y="0"/>
                    </a:lnTo>
                    <a:cubicBezTo>
                      <a:pt x="1245350" y="0"/>
                      <a:pt x="1283602" y="15844"/>
                      <a:pt x="1311805" y="44047"/>
                    </a:cubicBezTo>
                    <a:cubicBezTo>
                      <a:pt x="1340008" y="72250"/>
                      <a:pt x="1355852" y="110502"/>
                      <a:pt x="1355852" y="150387"/>
                    </a:cubicBezTo>
                    <a:lnTo>
                      <a:pt x="1355852" y="570123"/>
                    </a:lnTo>
                    <a:cubicBezTo>
                      <a:pt x="1355852" y="653179"/>
                      <a:pt x="1288522" y="720510"/>
                      <a:pt x="1205465" y="720510"/>
                    </a:cubicBezTo>
                    <a:lnTo>
                      <a:pt x="150387" y="720510"/>
                    </a:lnTo>
                    <a:cubicBezTo>
                      <a:pt x="67331" y="720510"/>
                      <a:pt x="0" y="653179"/>
                      <a:pt x="0" y="570123"/>
                    </a:cubicBezTo>
                    <a:lnTo>
                      <a:pt x="0" y="150387"/>
                    </a:lnTo>
                    <a:cubicBezTo>
                      <a:pt x="0" y="67331"/>
                      <a:pt x="67331" y="0"/>
                      <a:pt x="150387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32" name="TextBox 12">
                <a:extLst>
                  <a:ext uri="{FF2B5EF4-FFF2-40B4-BE49-F238E27FC236}">
                    <a16:creationId xmlns:a16="http://schemas.microsoft.com/office/drawing/2014/main" id="{DAF78C3C-E05C-BD4E-9053-3FCC201DD719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5852" cy="739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pic>
          <p:nvPicPr>
            <p:cNvPr id="30" name="Imagen 29">
              <a:extLst>
                <a:ext uri="{FF2B5EF4-FFF2-40B4-BE49-F238E27FC236}">
                  <a16:creationId xmlns:a16="http://schemas.microsoft.com/office/drawing/2014/main" id="{213FCE1E-832E-C0DB-76DA-FFEEA9178CE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1" y="-375754"/>
              <a:ext cx="1373425" cy="1373425"/>
            </a:xfrm>
            <a:prstGeom prst="rect">
              <a:avLst/>
            </a:prstGeom>
          </p:spPr>
        </p:pic>
      </p:grpSp>
      <p:grpSp>
        <p:nvGrpSpPr>
          <p:cNvPr id="56" name="Group 52">
            <a:extLst>
              <a:ext uri="{FF2B5EF4-FFF2-40B4-BE49-F238E27FC236}">
                <a16:creationId xmlns:a16="http://schemas.microsoft.com/office/drawing/2014/main" id="{97F84EC4-2649-D143-6574-3040E8861EA9}"/>
              </a:ext>
            </a:extLst>
          </p:cNvPr>
          <p:cNvGrpSpPr/>
          <p:nvPr/>
        </p:nvGrpSpPr>
        <p:grpSpPr>
          <a:xfrm>
            <a:off x="946789" y="3272614"/>
            <a:ext cx="8197212" cy="960554"/>
            <a:chOff x="0" y="0"/>
            <a:chExt cx="2441105" cy="197645"/>
          </a:xfrm>
        </p:grpSpPr>
        <p:sp>
          <p:nvSpPr>
            <p:cNvPr id="57" name="Freeform 53">
              <a:extLst>
                <a:ext uri="{FF2B5EF4-FFF2-40B4-BE49-F238E27FC236}">
                  <a16:creationId xmlns:a16="http://schemas.microsoft.com/office/drawing/2014/main" id="{79E072B3-73C1-72D1-6231-57C0F3AF0DDA}"/>
                </a:ext>
              </a:extLst>
            </p:cNvPr>
            <p:cNvSpPr/>
            <p:nvPr/>
          </p:nvSpPr>
          <p:spPr>
            <a:xfrm>
              <a:off x="0" y="0"/>
              <a:ext cx="2441105" cy="197645"/>
            </a:xfrm>
            <a:custGeom>
              <a:avLst/>
              <a:gdLst/>
              <a:ahLst/>
              <a:cxnLst/>
              <a:rect l="l" t="t" r="r" b="b"/>
              <a:pathLst>
                <a:path w="2441105" h="197645">
                  <a:moveTo>
                    <a:pt x="12745" y="0"/>
                  </a:moveTo>
                  <a:lnTo>
                    <a:pt x="2428360" y="0"/>
                  </a:lnTo>
                  <a:cubicBezTo>
                    <a:pt x="2431740" y="0"/>
                    <a:pt x="2434982" y="1343"/>
                    <a:pt x="2437372" y="3733"/>
                  </a:cubicBezTo>
                  <a:cubicBezTo>
                    <a:pt x="2439763" y="6123"/>
                    <a:pt x="2441105" y="9365"/>
                    <a:pt x="2441105" y="12745"/>
                  </a:cubicBezTo>
                  <a:lnTo>
                    <a:pt x="2441105" y="184899"/>
                  </a:lnTo>
                  <a:cubicBezTo>
                    <a:pt x="2441105" y="188280"/>
                    <a:pt x="2439763" y="191522"/>
                    <a:pt x="2437372" y="193912"/>
                  </a:cubicBezTo>
                  <a:cubicBezTo>
                    <a:pt x="2434982" y="196302"/>
                    <a:pt x="2431740" y="197645"/>
                    <a:pt x="2428360" y="197645"/>
                  </a:cubicBezTo>
                  <a:lnTo>
                    <a:pt x="12745" y="197645"/>
                  </a:lnTo>
                  <a:cubicBezTo>
                    <a:pt x="9365" y="197645"/>
                    <a:pt x="6123" y="196302"/>
                    <a:pt x="3733" y="193912"/>
                  </a:cubicBezTo>
                  <a:cubicBezTo>
                    <a:pt x="1343" y="191522"/>
                    <a:pt x="0" y="188280"/>
                    <a:pt x="0" y="184899"/>
                  </a:cubicBezTo>
                  <a:lnTo>
                    <a:pt x="0" y="12745"/>
                  </a:lnTo>
                  <a:cubicBezTo>
                    <a:pt x="0" y="9365"/>
                    <a:pt x="1343" y="6123"/>
                    <a:pt x="3733" y="3733"/>
                  </a:cubicBezTo>
                  <a:cubicBezTo>
                    <a:pt x="6123" y="1343"/>
                    <a:pt x="9365" y="0"/>
                    <a:pt x="12745" y="0"/>
                  </a:cubicBezTo>
                  <a:close/>
                </a:path>
              </a:pathLst>
            </a:custGeom>
            <a:solidFill>
              <a:srgbClr val="0F0E0E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58" name="TextBox 54">
              <a:extLst>
                <a:ext uri="{FF2B5EF4-FFF2-40B4-BE49-F238E27FC236}">
                  <a16:creationId xmlns:a16="http://schemas.microsoft.com/office/drawing/2014/main" id="{BB34C430-3DD2-FA38-F360-DAD0D44D702A}"/>
                </a:ext>
              </a:extLst>
            </p:cNvPr>
            <p:cNvSpPr txBox="1"/>
            <p:nvPr/>
          </p:nvSpPr>
          <p:spPr>
            <a:xfrm>
              <a:off x="0" y="-19050"/>
              <a:ext cx="2441105" cy="2166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59" name="TextBox 56">
            <a:extLst>
              <a:ext uri="{FF2B5EF4-FFF2-40B4-BE49-F238E27FC236}">
                <a16:creationId xmlns:a16="http://schemas.microsoft.com/office/drawing/2014/main" id="{BDC72FD8-0283-242B-904F-F807EC6E7D25}"/>
              </a:ext>
            </a:extLst>
          </p:cNvPr>
          <p:cNvSpPr txBox="1"/>
          <p:nvPr/>
        </p:nvSpPr>
        <p:spPr>
          <a:xfrm>
            <a:off x="1137153" y="3523791"/>
            <a:ext cx="7785141" cy="4131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359"/>
              </a:lnSpc>
            </a:pPr>
            <a:r>
              <a:rPr lang="en-US" sz="2400" spc="-6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&gt; git commit –m “Se creó la </a:t>
            </a:r>
            <a:r>
              <a:rPr lang="en-US" sz="2400" spc="-64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página</a:t>
            </a:r>
            <a:r>
              <a:rPr lang="en-US" sz="2400" spc="-6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de login”</a:t>
            </a:r>
            <a:endParaRPr lang="en-US" sz="2400" spc="-64" dirty="0">
              <a:solidFill>
                <a:srgbClr val="D9D9D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249612902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23" grpId="0" animBg="1"/>
      <p:bldP spid="59" grpId="0" build="allAtOnce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03AB01-81A8-4531-4B4F-DEE3910F6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9CFB230-54B8-CE49-4AE7-22354E158895}"/>
              </a:ext>
            </a:extLst>
          </p:cNvPr>
          <p:cNvSpPr/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CF607ED0-8EDC-F5A7-2998-DF54ABC14796}"/>
              </a:ext>
            </a:extLst>
          </p:cNvPr>
          <p:cNvGrpSpPr/>
          <p:nvPr/>
        </p:nvGrpSpPr>
        <p:grpSpPr>
          <a:xfrm>
            <a:off x="-698849" y="9575651"/>
            <a:ext cx="19685699" cy="2666805"/>
            <a:chOff x="0" y="0"/>
            <a:chExt cx="5184711" cy="702368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214CC64A-FA99-8AAA-EB59-58B127ACBC89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387D3686-E2DA-3C1C-E25E-D349944BE0C7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A03570C9-DD7E-40EE-7A85-E65BD913739F}"/>
              </a:ext>
            </a:extLst>
          </p:cNvPr>
          <p:cNvGrpSpPr/>
          <p:nvPr/>
        </p:nvGrpSpPr>
        <p:grpSpPr>
          <a:xfrm>
            <a:off x="-698849" y="-1923855"/>
            <a:ext cx="19685699" cy="2666805"/>
            <a:chOff x="0" y="0"/>
            <a:chExt cx="5184711" cy="70236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7E8BCB72-6924-120B-E15B-6AF9FEF60DE7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46E53201-3A36-456B-7A27-D1FECDE4C2FA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122E7E0E-16B9-132A-2D2F-C08BCAFE330B}"/>
              </a:ext>
            </a:extLst>
          </p:cNvPr>
          <p:cNvSpPr/>
          <p:nvPr/>
        </p:nvSpPr>
        <p:spPr>
          <a:xfrm>
            <a:off x="15872392" y="2091327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B8C77E17-F636-4A44-3FAA-F06A7A8D084E}"/>
              </a:ext>
            </a:extLst>
          </p:cNvPr>
          <p:cNvSpPr/>
          <p:nvPr/>
        </p:nvSpPr>
        <p:spPr>
          <a:xfrm>
            <a:off x="16901092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7A9F1289-88A5-31B3-6482-354B67F02B62}"/>
              </a:ext>
            </a:extLst>
          </p:cNvPr>
          <p:cNvSpPr/>
          <p:nvPr/>
        </p:nvSpPr>
        <p:spPr>
          <a:xfrm flipH="1">
            <a:off x="-1389129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6B250556-D205-483A-FCF0-E9E40D0630F8}"/>
              </a:ext>
            </a:extLst>
          </p:cNvPr>
          <p:cNvSpPr/>
          <p:nvPr/>
        </p:nvSpPr>
        <p:spPr>
          <a:xfrm flipH="1">
            <a:off x="-360429" y="2459791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3" name="AutoShape 13">
            <a:extLst>
              <a:ext uri="{FF2B5EF4-FFF2-40B4-BE49-F238E27FC236}">
                <a16:creationId xmlns:a16="http://schemas.microsoft.com/office/drawing/2014/main" id="{391EEECD-A94D-552C-FD2E-221FA0245B1C}"/>
              </a:ext>
            </a:extLst>
          </p:cNvPr>
          <p:cNvSpPr/>
          <p:nvPr/>
        </p:nvSpPr>
        <p:spPr>
          <a:xfrm>
            <a:off x="10347462" y="3033926"/>
            <a:ext cx="0" cy="913872"/>
          </a:xfrm>
          <a:prstGeom prst="line">
            <a:avLst/>
          </a:prstGeom>
          <a:ln w="57150" cap="flat">
            <a:solidFill>
              <a:srgbClr val="F15226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grpSp>
        <p:nvGrpSpPr>
          <p:cNvPr id="14" name="Group 14">
            <a:extLst>
              <a:ext uri="{FF2B5EF4-FFF2-40B4-BE49-F238E27FC236}">
                <a16:creationId xmlns:a16="http://schemas.microsoft.com/office/drawing/2014/main" id="{DD1F13A4-6C2B-C7E0-92D1-E96B6D3B67D7}"/>
              </a:ext>
            </a:extLst>
          </p:cNvPr>
          <p:cNvGrpSpPr/>
          <p:nvPr/>
        </p:nvGrpSpPr>
        <p:grpSpPr>
          <a:xfrm>
            <a:off x="11352923" y="2837521"/>
            <a:ext cx="4178591" cy="2036826"/>
            <a:chOff x="0" y="0"/>
            <a:chExt cx="5571454" cy="2715768"/>
          </a:xfrm>
        </p:grpSpPr>
        <p:grpSp>
          <p:nvGrpSpPr>
            <p:cNvPr id="15" name="Group 15">
              <a:extLst>
                <a:ext uri="{FF2B5EF4-FFF2-40B4-BE49-F238E27FC236}">
                  <a16:creationId xmlns:a16="http://schemas.microsoft.com/office/drawing/2014/main" id="{A13577CC-B386-85B5-DC07-9F81DDA9EA0A}"/>
                </a:ext>
              </a:extLst>
            </p:cNvPr>
            <p:cNvGrpSpPr/>
            <p:nvPr/>
          </p:nvGrpSpPr>
          <p:grpSpPr>
            <a:xfrm>
              <a:off x="200996" y="0"/>
              <a:ext cx="5370458" cy="2715768"/>
              <a:chOff x="0" y="0"/>
              <a:chExt cx="828774" cy="419100"/>
            </a:xfrm>
          </p:grpSpPr>
          <p:sp>
            <p:nvSpPr>
              <p:cNvPr id="16" name="Freeform 16">
                <a:extLst>
                  <a:ext uri="{FF2B5EF4-FFF2-40B4-BE49-F238E27FC236}">
                    <a16:creationId xmlns:a16="http://schemas.microsoft.com/office/drawing/2014/main" id="{01D9149F-B1E6-2923-07EA-880A99848FCA}"/>
                  </a:ext>
                </a:extLst>
              </p:cNvPr>
              <p:cNvSpPr/>
              <p:nvPr/>
            </p:nvSpPr>
            <p:spPr>
              <a:xfrm>
                <a:off x="0" y="0"/>
                <a:ext cx="828774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828774" h="419100">
                    <a:moveTo>
                      <a:pt x="37541" y="0"/>
                    </a:moveTo>
                    <a:lnTo>
                      <a:pt x="791233" y="0"/>
                    </a:lnTo>
                    <a:cubicBezTo>
                      <a:pt x="801190" y="0"/>
                      <a:pt x="810739" y="3955"/>
                      <a:pt x="817779" y="10996"/>
                    </a:cubicBezTo>
                    <a:cubicBezTo>
                      <a:pt x="824819" y="18036"/>
                      <a:pt x="828774" y="27585"/>
                      <a:pt x="828774" y="37541"/>
                    </a:cubicBezTo>
                    <a:lnTo>
                      <a:pt x="828774" y="381559"/>
                    </a:lnTo>
                    <a:cubicBezTo>
                      <a:pt x="828774" y="402292"/>
                      <a:pt x="811967" y="419100"/>
                      <a:pt x="791233" y="419100"/>
                    </a:cubicBezTo>
                    <a:lnTo>
                      <a:pt x="37541" y="419100"/>
                    </a:lnTo>
                    <a:cubicBezTo>
                      <a:pt x="16808" y="419100"/>
                      <a:pt x="0" y="402292"/>
                      <a:pt x="0" y="381559"/>
                    </a:cubicBezTo>
                    <a:lnTo>
                      <a:pt x="0" y="37541"/>
                    </a:lnTo>
                    <a:cubicBezTo>
                      <a:pt x="0" y="16808"/>
                      <a:pt x="16808" y="0"/>
                      <a:pt x="37541" y="0"/>
                    </a:cubicBezTo>
                    <a:close/>
                  </a:path>
                </a:pathLst>
              </a:custGeom>
              <a:solidFill>
                <a:srgbClr val="1B1F23"/>
              </a:solidFill>
              <a:ln cap="rnd">
                <a:noFill/>
                <a:prstDash val="solid"/>
                <a:round/>
              </a:ln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17" name="TextBox 17">
                <a:extLst>
                  <a:ext uri="{FF2B5EF4-FFF2-40B4-BE49-F238E27FC236}">
                    <a16:creationId xmlns:a16="http://schemas.microsoft.com/office/drawing/2014/main" id="{269EAD6E-D6F7-B0EC-47A8-D8C4808B9CDC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828774" cy="4381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grpSp>
          <p:nvGrpSpPr>
            <p:cNvPr id="18" name="Group 18">
              <a:extLst>
                <a:ext uri="{FF2B5EF4-FFF2-40B4-BE49-F238E27FC236}">
                  <a16:creationId xmlns:a16="http://schemas.microsoft.com/office/drawing/2014/main" id="{8F602E8A-5903-5EB8-24C1-B014327B37BE}"/>
                </a:ext>
              </a:extLst>
            </p:cNvPr>
            <p:cNvGrpSpPr/>
            <p:nvPr/>
          </p:nvGrpSpPr>
          <p:grpSpPr>
            <a:xfrm rot="5400000">
              <a:off x="-1121602" y="1121602"/>
              <a:ext cx="2715768" cy="472564"/>
              <a:chOff x="0" y="0"/>
              <a:chExt cx="2280065" cy="396749"/>
            </a:xfrm>
          </p:grpSpPr>
          <p:sp>
            <p:nvSpPr>
              <p:cNvPr id="19" name="Freeform 19">
                <a:extLst>
                  <a:ext uri="{FF2B5EF4-FFF2-40B4-BE49-F238E27FC236}">
                    <a16:creationId xmlns:a16="http://schemas.microsoft.com/office/drawing/2014/main" id="{09F491E6-3627-7DF8-91D7-6DB45DC86674}"/>
                  </a:ext>
                </a:extLst>
              </p:cNvPr>
              <p:cNvSpPr/>
              <p:nvPr/>
            </p:nvSpPr>
            <p:spPr>
              <a:xfrm>
                <a:off x="0" y="0"/>
                <a:ext cx="2280065" cy="396749"/>
              </a:xfrm>
              <a:custGeom>
                <a:avLst/>
                <a:gdLst/>
                <a:ahLst/>
                <a:cxnLst/>
                <a:rect l="l" t="t" r="r" b="b"/>
                <a:pathLst>
                  <a:path w="2280065" h="396749">
                    <a:moveTo>
                      <a:pt x="760432" y="377680"/>
                    </a:moveTo>
                    <a:cubicBezTo>
                      <a:pt x="877325" y="389193"/>
                      <a:pt x="1010218" y="396749"/>
                      <a:pt x="1140647" y="396749"/>
                    </a:cubicBezTo>
                    <a:cubicBezTo>
                      <a:pt x="1271079" y="396749"/>
                      <a:pt x="1396588" y="390272"/>
                      <a:pt x="1512249" y="378758"/>
                    </a:cubicBezTo>
                    <a:cubicBezTo>
                      <a:pt x="1514713" y="378398"/>
                      <a:pt x="1517173" y="378398"/>
                      <a:pt x="1519633" y="378039"/>
                    </a:cubicBezTo>
                    <a:cubicBezTo>
                      <a:pt x="1953990" y="331984"/>
                      <a:pt x="2273914" y="210370"/>
                      <a:pt x="2280065" y="77488"/>
                    </a:cubicBezTo>
                    <a:lnTo>
                      <a:pt x="2280065" y="0"/>
                    </a:lnTo>
                    <a:lnTo>
                      <a:pt x="0" y="0"/>
                    </a:lnTo>
                    <a:lnTo>
                      <a:pt x="0" y="77431"/>
                    </a:lnTo>
                    <a:cubicBezTo>
                      <a:pt x="6152" y="211089"/>
                      <a:pt x="321153" y="332704"/>
                      <a:pt x="760432" y="377680"/>
                    </a:cubicBezTo>
                    <a:close/>
                  </a:path>
                </a:pathLst>
              </a:custGeom>
              <a:solidFill>
                <a:srgbClr val="FF3131"/>
              </a:solidFill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20" name="TextBox 20">
                <a:extLst>
                  <a:ext uri="{FF2B5EF4-FFF2-40B4-BE49-F238E27FC236}">
                    <a16:creationId xmlns:a16="http://schemas.microsoft.com/office/drawing/2014/main" id="{181F122E-0704-94ED-F830-1339DD06A543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2280065" cy="28879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D4D50A9E-790D-8694-AD11-B8F757049EF7}"/>
                </a:ext>
              </a:extLst>
            </p:cNvPr>
            <p:cNvSpPr txBox="1"/>
            <p:nvPr/>
          </p:nvSpPr>
          <p:spPr>
            <a:xfrm>
              <a:off x="757248" y="193499"/>
              <a:ext cx="2267132" cy="6821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>
                <a:lnSpc>
                  <a:spcPts val="4199"/>
                </a:lnSpc>
              </a:pPr>
              <a:r>
                <a:rPr lang="en-US" sz="2999" spc="-80" dirty="0">
                  <a:solidFill>
                    <a:srgbClr val="FF3131"/>
                  </a:solidFill>
                  <a:latin typeface="Poppins"/>
                  <a:ea typeface="Poppins"/>
                  <a:cs typeface="Poppins"/>
                  <a:sym typeface="Poppins"/>
                </a:rPr>
                <a:t>Commit 1</a:t>
              </a:r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EA481F5D-12B7-3D4F-7B8A-7D0DE224B017}"/>
                </a:ext>
              </a:extLst>
            </p:cNvPr>
            <p:cNvSpPr txBox="1"/>
            <p:nvPr/>
          </p:nvSpPr>
          <p:spPr>
            <a:xfrm>
              <a:off x="757248" y="939624"/>
              <a:ext cx="4650518" cy="11322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3359"/>
                </a:lnSpc>
              </a:pPr>
              <a:r>
                <a:rPr lang="en-US" sz="2400" spc="-64" dirty="0">
                  <a:solidFill>
                    <a:srgbClr val="FFFFFF">
                      <a:alpha val="80000"/>
                    </a:srgbClr>
                  </a:solidFill>
                  <a:latin typeface="Poppins"/>
                  <a:ea typeface="Poppins"/>
                  <a:cs typeface="Poppins"/>
                  <a:sym typeface="Poppins"/>
                </a:rPr>
                <a:t>Se creó la </a:t>
              </a:r>
              <a:r>
                <a:rPr lang="en-US" sz="2400" spc="-64" dirty="0" err="1">
                  <a:solidFill>
                    <a:srgbClr val="FFFFFF">
                      <a:alpha val="80000"/>
                    </a:srgbClr>
                  </a:solidFill>
                  <a:latin typeface="Poppins"/>
                  <a:ea typeface="Poppins"/>
                  <a:cs typeface="Poppins"/>
                  <a:sym typeface="Poppins"/>
                </a:rPr>
                <a:t>página</a:t>
              </a:r>
              <a:r>
                <a:rPr lang="en-US" sz="2400" spc="-64" dirty="0">
                  <a:solidFill>
                    <a:srgbClr val="FFFFFF">
                      <a:alpha val="80000"/>
                    </a:srgbClr>
                  </a:solidFill>
                  <a:latin typeface="Poppins"/>
                  <a:ea typeface="Poppins"/>
                  <a:cs typeface="Poppins"/>
                  <a:sym typeface="Poppins"/>
                </a:rPr>
                <a:t> de login</a:t>
              </a:r>
            </a:p>
          </p:txBody>
        </p:sp>
      </p:grpSp>
      <p:sp>
        <p:nvSpPr>
          <p:cNvPr id="23" name="Freeform 23">
            <a:extLst>
              <a:ext uri="{FF2B5EF4-FFF2-40B4-BE49-F238E27FC236}">
                <a16:creationId xmlns:a16="http://schemas.microsoft.com/office/drawing/2014/main" id="{882FF300-4C67-1376-2EB1-919162CA872A}"/>
              </a:ext>
            </a:extLst>
          </p:cNvPr>
          <p:cNvSpPr/>
          <p:nvPr/>
        </p:nvSpPr>
        <p:spPr>
          <a:xfrm>
            <a:off x="10000140" y="3600475"/>
            <a:ext cx="694644" cy="694644"/>
          </a:xfrm>
          <a:custGeom>
            <a:avLst/>
            <a:gdLst/>
            <a:ahLst/>
            <a:cxnLst/>
            <a:rect l="l" t="t" r="r" b="b"/>
            <a:pathLst>
              <a:path w="694644" h="694644">
                <a:moveTo>
                  <a:pt x="0" y="0"/>
                </a:moveTo>
                <a:lnTo>
                  <a:pt x="694644" y="0"/>
                </a:lnTo>
                <a:lnTo>
                  <a:pt x="694644" y="694644"/>
                </a:lnTo>
                <a:lnTo>
                  <a:pt x="0" y="6946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1907EA61-EA08-5035-5869-A23270A3918B}"/>
              </a:ext>
            </a:extLst>
          </p:cNvPr>
          <p:cNvSpPr txBox="1"/>
          <p:nvPr/>
        </p:nvSpPr>
        <p:spPr>
          <a:xfrm>
            <a:off x="6361397" y="1270305"/>
            <a:ext cx="12006734" cy="1005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Cada </a:t>
            </a:r>
            <a:r>
              <a:rPr lang="en-US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vez</a:t>
            </a: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que</a:t>
            </a: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haces</a:t>
            </a: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un </a:t>
            </a:r>
            <a:r>
              <a:rPr lang="en-US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cambio</a:t>
            </a: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importante</a:t>
            </a: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, Git </a:t>
            </a:r>
            <a:r>
              <a:rPr lang="en-US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toma</a:t>
            </a: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una</a:t>
            </a: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“</a:t>
            </a:r>
            <a:r>
              <a:rPr lang="en-US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foto</a:t>
            </a: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” de TODO el </a:t>
            </a:r>
            <a:r>
              <a:rPr lang="en-US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código</a:t>
            </a: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preparado</a:t>
            </a: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anteriormente</a:t>
            </a: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 Esa </a:t>
            </a:r>
            <a:r>
              <a:rPr lang="en-US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foto</a:t>
            </a: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se llama </a:t>
            </a:r>
            <a:r>
              <a:rPr lang="en-US" sz="2799" b="1" spc="-75" dirty="0">
                <a:solidFill>
                  <a:srgbClr val="0CC0DF"/>
                </a:solidFill>
                <a:latin typeface="Poppins Bold"/>
                <a:ea typeface="Poppins Bold"/>
                <a:cs typeface="Poppins Bold"/>
                <a:sym typeface="Poppins Bold"/>
              </a:rPr>
              <a:t>Commit</a:t>
            </a:r>
          </a:p>
        </p:txBody>
      </p:sp>
      <p:grpSp>
        <p:nvGrpSpPr>
          <p:cNvPr id="25" name="Group 10">
            <a:extLst>
              <a:ext uri="{FF2B5EF4-FFF2-40B4-BE49-F238E27FC236}">
                <a16:creationId xmlns:a16="http://schemas.microsoft.com/office/drawing/2014/main" id="{F023C5CA-6932-45CE-5AB2-8E19F1E66692}"/>
              </a:ext>
            </a:extLst>
          </p:cNvPr>
          <p:cNvGrpSpPr/>
          <p:nvPr/>
        </p:nvGrpSpPr>
        <p:grpSpPr>
          <a:xfrm>
            <a:off x="-2222" y="927183"/>
            <a:ext cx="5820765" cy="1723876"/>
            <a:chOff x="0" y="-26737"/>
            <a:chExt cx="1239632" cy="454025"/>
          </a:xfrm>
        </p:grpSpPr>
        <p:sp>
          <p:nvSpPr>
            <p:cNvPr id="26" name="Freeform 11">
              <a:extLst>
                <a:ext uri="{FF2B5EF4-FFF2-40B4-BE49-F238E27FC236}">
                  <a16:creationId xmlns:a16="http://schemas.microsoft.com/office/drawing/2014/main" id="{A74A2075-8DDF-9223-93B1-663ED289A2FC}"/>
                </a:ext>
              </a:extLst>
            </p:cNvPr>
            <p:cNvSpPr/>
            <p:nvPr/>
          </p:nvSpPr>
          <p:spPr>
            <a:xfrm>
              <a:off x="0" y="0"/>
              <a:ext cx="1239632" cy="406400"/>
            </a:xfrm>
            <a:custGeom>
              <a:avLst/>
              <a:gdLst/>
              <a:ahLst/>
              <a:cxnLst/>
              <a:rect l="l" t="t" r="r" b="b"/>
              <a:pathLst>
                <a:path w="1239632" h="406400">
                  <a:moveTo>
                    <a:pt x="1036432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1036432" y="406400"/>
                  </a:lnTo>
                  <a:lnTo>
                    <a:pt x="1239632" y="203200"/>
                  </a:lnTo>
                  <a:lnTo>
                    <a:pt x="1036432" y="0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7" name="TextBox 12">
              <a:extLst>
                <a:ext uri="{FF2B5EF4-FFF2-40B4-BE49-F238E27FC236}">
                  <a16:creationId xmlns:a16="http://schemas.microsoft.com/office/drawing/2014/main" id="{CDA29047-48B8-431C-5771-B6821CA10947}"/>
                </a:ext>
              </a:extLst>
            </p:cNvPr>
            <p:cNvSpPr txBox="1"/>
            <p:nvPr/>
          </p:nvSpPr>
          <p:spPr>
            <a:xfrm>
              <a:off x="0" y="-26737"/>
              <a:ext cx="1125332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418"/>
                </a:lnSpc>
              </a:pPr>
              <a:r>
                <a:rPr lang="en-US" sz="4200" spc="-231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&gt; git commit –m “ ”</a:t>
              </a:r>
            </a:p>
          </p:txBody>
        </p:sp>
      </p:grpSp>
      <p:grpSp>
        <p:nvGrpSpPr>
          <p:cNvPr id="28" name="Grupo 27">
            <a:extLst>
              <a:ext uri="{FF2B5EF4-FFF2-40B4-BE49-F238E27FC236}">
                <a16:creationId xmlns:a16="http://schemas.microsoft.com/office/drawing/2014/main" id="{8C6B45CD-79DC-4ADA-20FB-C7F153F539F6}"/>
              </a:ext>
            </a:extLst>
          </p:cNvPr>
          <p:cNvGrpSpPr/>
          <p:nvPr/>
        </p:nvGrpSpPr>
        <p:grpSpPr>
          <a:xfrm>
            <a:off x="-228601" y="-478361"/>
            <a:ext cx="2905050" cy="1476032"/>
            <a:chOff x="-228601" y="-478361"/>
            <a:chExt cx="2905050" cy="1476032"/>
          </a:xfrm>
        </p:grpSpPr>
        <p:grpSp>
          <p:nvGrpSpPr>
            <p:cNvPr id="29" name="Group 10">
              <a:extLst>
                <a:ext uri="{FF2B5EF4-FFF2-40B4-BE49-F238E27FC236}">
                  <a16:creationId xmlns:a16="http://schemas.microsoft.com/office/drawing/2014/main" id="{33B05575-A4E6-537B-7449-B078CAA41856}"/>
                </a:ext>
              </a:extLst>
            </p:cNvPr>
            <p:cNvGrpSpPr/>
            <p:nvPr/>
          </p:nvGrpSpPr>
          <p:grpSpPr>
            <a:xfrm>
              <a:off x="-228601" y="-478361"/>
              <a:ext cx="2905050" cy="1221311"/>
              <a:chOff x="0" y="0"/>
              <a:chExt cx="1355852" cy="720510"/>
            </a:xfrm>
          </p:grpSpPr>
          <p:sp>
            <p:nvSpPr>
              <p:cNvPr id="31" name="Freeform 11">
                <a:extLst>
                  <a:ext uri="{FF2B5EF4-FFF2-40B4-BE49-F238E27FC236}">
                    <a16:creationId xmlns:a16="http://schemas.microsoft.com/office/drawing/2014/main" id="{AEFDB1EF-1CCF-63C2-5407-0A2981AB950F}"/>
                  </a:ext>
                </a:extLst>
              </p:cNvPr>
              <p:cNvSpPr/>
              <p:nvPr/>
            </p:nvSpPr>
            <p:spPr>
              <a:xfrm>
                <a:off x="0" y="0"/>
                <a:ext cx="1355852" cy="720510"/>
              </a:xfrm>
              <a:custGeom>
                <a:avLst/>
                <a:gdLst/>
                <a:ahLst/>
                <a:cxnLst/>
                <a:rect l="l" t="t" r="r" b="b"/>
                <a:pathLst>
                  <a:path w="1355852" h="720510">
                    <a:moveTo>
                      <a:pt x="150387" y="0"/>
                    </a:moveTo>
                    <a:lnTo>
                      <a:pt x="1205465" y="0"/>
                    </a:lnTo>
                    <a:cubicBezTo>
                      <a:pt x="1245350" y="0"/>
                      <a:pt x="1283602" y="15844"/>
                      <a:pt x="1311805" y="44047"/>
                    </a:cubicBezTo>
                    <a:cubicBezTo>
                      <a:pt x="1340008" y="72250"/>
                      <a:pt x="1355852" y="110502"/>
                      <a:pt x="1355852" y="150387"/>
                    </a:cubicBezTo>
                    <a:lnTo>
                      <a:pt x="1355852" y="570123"/>
                    </a:lnTo>
                    <a:cubicBezTo>
                      <a:pt x="1355852" y="653179"/>
                      <a:pt x="1288522" y="720510"/>
                      <a:pt x="1205465" y="720510"/>
                    </a:cubicBezTo>
                    <a:lnTo>
                      <a:pt x="150387" y="720510"/>
                    </a:lnTo>
                    <a:cubicBezTo>
                      <a:pt x="67331" y="720510"/>
                      <a:pt x="0" y="653179"/>
                      <a:pt x="0" y="570123"/>
                    </a:cubicBezTo>
                    <a:lnTo>
                      <a:pt x="0" y="150387"/>
                    </a:lnTo>
                    <a:cubicBezTo>
                      <a:pt x="0" y="67331"/>
                      <a:pt x="67331" y="0"/>
                      <a:pt x="150387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32" name="TextBox 12">
                <a:extLst>
                  <a:ext uri="{FF2B5EF4-FFF2-40B4-BE49-F238E27FC236}">
                    <a16:creationId xmlns:a16="http://schemas.microsoft.com/office/drawing/2014/main" id="{C206ABA9-9328-3313-463C-4F35E3A62944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5852" cy="739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pic>
          <p:nvPicPr>
            <p:cNvPr id="30" name="Imagen 29">
              <a:extLst>
                <a:ext uri="{FF2B5EF4-FFF2-40B4-BE49-F238E27FC236}">
                  <a16:creationId xmlns:a16="http://schemas.microsoft.com/office/drawing/2014/main" id="{DCCE0807-13A1-4094-DA04-64D014B8FAA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1" y="-375754"/>
              <a:ext cx="1373425" cy="1373425"/>
            </a:xfrm>
            <a:prstGeom prst="rect">
              <a:avLst/>
            </a:prstGeom>
          </p:spPr>
        </p:pic>
      </p:grpSp>
      <p:sp>
        <p:nvSpPr>
          <p:cNvPr id="33" name="AutoShape 13">
            <a:extLst>
              <a:ext uri="{FF2B5EF4-FFF2-40B4-BE49-F238E27FC236}">
                <a16:creationId xmlns:a16="http://schemas.microsoft.com/office/drawing/2014/main" id="{8E0737AD-863E-5123-405E-0FF8449CD006}"/>
              </a:ext>
            </a:extLst>
          </p:cNvPr>
          <p:cNvSpPr/>
          <p:nvPr/>
        </p:nvSpPr>
        <p:spPr>
          <a:xfrm>
            <a:off x="10347462" y="4295120"/>
            <a:ext cx="0" cy="1983286"/>
          </a:xfrm>
          <a:prstGeom prst="line">
            <a:avLst/>
          </a:prstGeom>
          <a:ln w="57150" cap="flat">
            <a:solidFill>
              <a:srgbClr val="F15226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grpSp>
        <p:nvGrpSpPr>
          <p:cNvPr id="34" name="Group 14">
            <a:extLst>
              <a:ext uri="{FF2B5EF4-FFF2-40B4-BE49-F238E27FC236}">
                <a16:creationId xmlns:a16="http://schemas.microsoft.com/office/drawing/2014/main" id="{222E8665-2F00-6C5D-7895-ADAA65AD3FFA}"/>
              </a:ext>
            </a:extLst>
          </p:cNvPr>
          <p:cNvGrpSpPr/>
          <p:nvPr/>
        </p:nvGrpSpPr>
        <p:grpSpPr>
          <a:xfrm>
            <a:off x="11352923" y="5149084"/>
            <a:ext cx="4178591" cy="2036826"/>
            <a:chOff x="0" y="0"/>
            <a:chExt cx="5571454" cy="2715768"/>
          </a:xfrm>
        </p:grpSpPr>
        <p:grpSp>
          <p:nvGrpSpPr>
            <p:cNvPr id="35" name="Group 15">
              <a:extLst>
                <a:ext uri="{FF2B5EF4-FFF2-40B4-BE49-F238E27FC236}">
                  <a16:creationId xmlns:a16="http://schemas.microsoft.com/office/drawing/2014/main" id="{C695F29E-B5F4-DB21-CAA7-9EAFC9BAE2A0}"/>
                </a:ext>
              </a:extLst>
            </p:cNvPr>
            <p:cNvGrpSpPr/>
            <p:nvPr/>
          </p:nvGrpSpPr>
          <p:grpSpPr>
            <a:xfrm>
              <a:off x="200996" y="0"/>
              <a:ext cx="5370458" cy="2715768"/>
              <a:chOff x="0" y="0"/>
              <a:chExt cx="828774" cy="419100"/>
            </a:xfrm>
          </p:grpSpPr>
          <p:sp>
            <p:nvSpPr>
              <p:cNvPr id="41" name="Freeform 16">
                <a:extLst>
                  <a:ext uri="{FF2B5EF4-FFF2-40B4-BE49-F238E27FC236}">
                    <a16:creationId xmlns:a16="http://schemas.microsoft.com/office/drawing/2014/main" id="{148ED536-15FC-786E-E6EC-A859A7B39AE1}"/>
                  </a:ext>
                </a:extLst>
              </p:cNvPr>
              <p:cNvSpPr/>
              <p:nvPr/>
            </p:nvSpPr>
            <p:spPr>
              <a:xfrm>
                <a:off x="0" y="0"/>
                <a:ext cx="828774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828774" h="419100">
                    <a:moveTo>
                      <a:pt x="37541" y="0"/>
                    </a:moveTo>
                    <a:lnTo>
                      <a:pt x="791233" y="0"/>
                    </a:lnTo>
                    <a:cubicBezTo>
                      <a:pt x="801190" y="0"/>
                      <a:pt x="810739" y="3955"/>
                      <a:pt x="817779" y="10996"/>
                    </a:cubicBezTo>
                    <a:cubicBezTo>
                      <a:pt x="824819" y="18036"/>
                      <a:pt x="828774" y="27585"/>
                      <a:pt x="828774" y="37541"/>
                    </a:cubicBezTo>
                    <a:lnTo>
                      <a:pt x="828774" y="381559"/>
                    </a:lnTo>
                    <a:cubicBezTo>
                      <a:pt x="828774" y="402292"/>
                      <a:pt x="811967" y="419100"/>
                      <a:pt x="791233" y="419100"/>
                    </a:cubicBezTo>
                    <a:lnTo>
                      <a:pt x="37541" y="419100"/>
                    </a:lnTo>
                    <a:cubicBezTo>
                      <a:pt x="16808" y="419100"/>
                      <a:pt x="0" y="402292"/>
                      <a:pt x="0" y="381559"/>
                    </a:cubicBezTo>
                    <a:lnTo>
                      <a:pt x="0" y="37541"/>
                    </a:lnTo>
                    <a:cubicBezTo>
                      <a:pt x="0" y="16808"/>
                      <a:pt x="16808" y="0"/>
                      <a:pt x="37541" y="0"/>
                    </a:cubicBezTo>
                    <a:close/>
                  </a:path>
                </a:pathLst>
              </a:custGeom>
              <a:solidFill>
                <a:srgbClr val="1B1F23"/>
              </a:solidFill>
              <a:ln cap="rnd">
                <a:noFill/>
                <a:prstDash val="solid"/>
                <a:round/>
              </a:ln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42" name="TextBox 17">
                <a:extLst>
                  <a:ext uri="{FF2B5EF4-FFF2-40B4-BE49-F238E27FC236}">
                    <a16:creationId xmlns:a16="http://schemas.microsoft.com/office/drawing/2014/main" id="{C764189B-5D74-A53A-956C-522EA20F2545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828774" cy="4381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grpSp>
          <p:nvGrpSpPr>
            <p:cNvPr id="36" name="Group 18">
              <a:extLst>
                <a:ext uri="{FF2B5EF4-FFF2-40B4-BE49-F238E27FC236}">
                  <a16:creationId xmlns:a16="http://schemas.microsoft.com/office/drawing/2014/main" id="{F4253D52-7912-1E14-0EB3-6C786EF6D2EA}"/>
                </a:ext>
              </a:extLst>
            </p:cNvPr>
            <p:cNvGrpSpPr/>
            <p:nvPr/>
          </p:nvGrpSpPr>
          <p:grpSpPr>
            <a:xfrm rot="5400000">
              <a:off x="-1121602" y="1121602"/>
              <a:ext cx="2715768" cy="472564"/>
              <a:chOff x="0" y="0"/>
              <a:chExt cx="2280065" cy="396749"/>
            </a:xfrm>
          </p:grpSpPr>
          <p:sp>
            <p:nvSpPr>
              <p:cNvPr id="39" name="Freeform 19">
                <a:extLst>
                  <a:ext uri="{FF2B5EF4-FFF2-40B4-BE49-F238E27FC236}">
                    <a16:creationId xmlns:a16="http://schemas.microsoft.com/office/drawing/2014/main" id="{D74C9E18-927B-F1FA-70C6-39D12FD4A41F}"/>
                  </a:ext>
                </a:extLst>
              </p:cNvPr>
              <p:cNvSpPr/>
              <p:nvPr/>
            </p:nvSpPr>
            <p:spPr>
              <a:xfrm>
                <a:off x="0" y="0"/>
                <a:ext cx="2280065" cy="396749"/>
              </a:xfrm>
              <a:custGeom>
                <a:avLst/>
                <a:gdLst/>
                <a:ahLst/>
                <a:cxnLst/>
                <a:rect l="l" t="t" r="r" b="b"/>
                <a:pathLst>
                  <a:path w="2280065" h="396749">
                    <a:moveTo>
                      <a:pt x="760432" y="377680"/>
                    </a:moveTo>
                    <a:cubicBezTo>
                      <a:pt x="877325" y="389193"/>
                      <a:pt x="1010218" y="396749"/>
                      <a:pt x="1140647" y="396749"/>
                    </a:cubicBezTo>
                    <a:cubicBezTo>
                      <a:pt x="1271079" y="396749"/>
                      <a:pt x="1396588" y="390272"/>
                      <a:pt x="1512249" y="378758"/>
                    </a:cubicBezTo>
                    <a:cubicBezTo>
                      <a:pt x="1514713" y="378398"/>
                      <a:pt x="1517173" y="378398"/>
                      <a:pt x="1519633" y="378039"/>
                    </a:cubicBezTo>
                    <a:cubicBezTo>
                      <a:pt x="1953990" y="331984"/>
                      <a:pt x="2273914" y="210370"/>
                      <a:pt x="2280065" y="77488"/>
                    </a:cubicBezTo>
                    <a:lnTo>
                      <a:pt x="2280065" y="0"/>
                    </a:lnTo>
                    <a:lnTo>
                      <a:pt x="0" y="0"/>
                    </a:lnTo>
                    <a:lnTo>
                      <a:pt x="0" y="77431"/>
                    </a:lnTo>
                    <a:cubicBezTo>
                      <a:pt x="6152" y="211089"/>
                      <a:pt x="321153" y="332704"/>
                      <a:pt x="760432" y="377680"/>
                    </a:cubicBezTo>
                    <a:close/>
                  </a:path>
                </a:pathLst>
              </a:custGeom>
              <a:solidFill>
                <a:srgbClr val="FF3131"/>
              </a:solidFill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40" name="TextBox 20">
                <a:extLst>
                  <a:ext uri="{FF2B5EF4-FFF2-40B4-BE49-F238E27FC236}">
                    <a16:creationId xmlns:a16="http://schemas.microsoft.com/office/drawing/2014/main" id="{A22FDE01-0EE0-425E-8C52-3B444086152D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2280065" cy="28879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sp>
          <p:nvSpPr>
            <p:cNvPr id="37" name="TextBox 21">
              <a:extLst>
                <a:ext uri="{FF2B5EF4-FFF2-40B4-BE49-F238E27FC236}">
                  <a16:creationId xmlns:a16="http://schemas.microsoft.com/office/drawing/2014/main" id="{70AE05EE-21F2-BD4A-BCBC-8F9A1E884D01}"/>
                </a:ext>
              </a:extLst>
            </p:cNvPr>
            <p:cNvSpPr txBox="1"/>
            <p:nvPr/>
          </p:nvSpPr>
          <p:spPr>
            <a:xfrm>
              <a:off x="757248" y="193499"/>
              <a:ext cx="2571596" cy="68215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1" indent="0">
                <a:lnSpc>
                  <a:spcPts val="4199"/>
                </a:lnSpc>
              </a:pPr>
              <a:r>
                <a:rPr lang="en-US" sz="2999" spc="-80" dirty="0">
                  <a:solidFill>
                    <a:srgbClr val="FF3131"/>
                  </a:solidFill>
                  <a:latin typeface="Poppins"/>
                  <a:ea typeface="Poppins"/>
                  <a:cs typeface="Poppins"/>
                  <a:sym typeface="Poppins"/>
                </a:rPr>
                <a:t>Commit 2</a:t>
              </a:r>
            </a:p>
          </p:txBody>
        </p:sp>
        <p:sp>
          <p:nvSpPr>
            <p:cNvPr id="38" name="TextBox 22">
              <a:extLst>
                <a:ext uri="{FF2B5EF4-FFF2-40B4-BE49-F238E27FC236}">
                  <a16:creationId xmlns:a16="http://schemas.microsoft.com/office/drawing/2014/main" id="{5C2108DA-5399-F95E-BE37-0042855DF4DC}"/>
                </a:ext>
              </a:extLst>
            </p:cNvPr>
            <p:cNvSpPr txBox="1"/>
            <p:nvPr/>
          </p:nvSpPr>
          <p:spPr>
            <a:xfrm>
              <a:off x="757248" y="939624"/>
              <a:ext cx="4650518" cy="11322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3359"/>
                </a:lnSpc>
              </a:pPr>
              <a:r>
                <a:rPr lang="en-US" sz="2400" spc="-64" dirty="0">
                  <a:solidFill>
                    <a:srgbClr val="FFFFFF">
                      <a:alpha val="80000"/>
                    </a:srgbClr>
                  </a:solidFill>
                  <a:latin typeface="Poppins"/>
                  <a:ea typeface="Poppins"/>
                  <a:cs typeface="Poppins"/>
                  <a:sym typeface="Poppins"/>
                </a:rPr>
                <a:t>Se </a:t>
              </a:r>
              <a:r>
                <a:rPr lang="en-US" sz="2400" spc="-64" dirty="0" err="1">
                  <a:solidFill>
                    <a:srgbClr val="FFFFFF">
                      <a:alpha val="80000"/>
                    </a:srgbClr>
                  </a:solidFill>
                  <a:latin typeface="Poppins"/>
                  <a:ea typeface="Poppins"/>
                  <a:cs typeface="Poppins"/>
                  <a:sym typeface="Poppins"/>
                </a:rPr>
                <a:t>modificaron</a:t>
              </a:r>
              <a:r>
                <a:rPr lang="en-US" sz="2400" spc="-64" dirty="0">
                  <a:solidFill>
                    <a:srgbClr val="FFFFFF">
                      <a:alpha val="80000"/>
                    </a:srgbClr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2400" spc="-64" dirty="0" err="1">
                  <a:solidFill>
                    <a:srgbClr val="FFFFFF">
                      <a:alpha val="80000"/>
                    </a:srgbClr>
                  </a:solidFill>
                  <a:latin typeface="Poppins"/>
                  <a:ea typeface="Poppins"/>
                  <a:cs typeface="Poppins"/>
                  <a:sym typeface="Poppins"/>
                </a:rPr>
                <a:t>estilos</a:t>
              </a:r>
              <a:r>
                <a:rPr lang="en-US" sz="2400" spc="-64" dirty="0">
                  <a:solidFill>
                    <a:srgbClr val="FFFFFF">
                      <a:alpha val="80000"/>
                    </a:srgbClr>
                  </a:solidFill>
                  <a:latin typeface="Poppins"/>
                  <a:ea typeface="Poppins"/>
                  <a:cs typeface="Poppins"/>
                  <a:sym typeface="Poppins"/>
                </a:rPr>
                <a:t> del header</a:t>
              </a:r>
            </a:p>
          </p:txBody>
        </p:sp>
      </p:grpSp>
      <p:sp>
        <p:nvSpPr>
          <p:cNvPr id="43" name="Freeform 23">
            <a:extLst>
              <a:ext uri="{FF2B5EF4-FFF2-40B4-BE49-F238E27FC236}">
                <a16:creationId xmlns:a16="http://schemas.microsoft.com/office/drawing/2014/main" id="{9786F07B-6C7D-831C-97CC-E8246BD3431E}"/>
              </a:ext>
            </a:extLst>
          </p:cNvPr>
          <p:cNvSpPr/>
          <p:nvPr/>
        </p:nvSpPr>
        <p:spPr>
          <a:xfrm>
            <a:off x="10000140" y="5912038"/>
            <a:ext cx="694644" cy="694644"/>
          </a:xfrm>
          <a:custGeom>
            <a:avLst/>
            <a:gdLst/>
            <a:ahLst/>
            <a:cxnLst/>
            <a:rect l="l" t="t" r="r" b="b"/>
            <a:pathLst>
              <a:path w="694644" h="694644">
                <a:moveTo>
                  <a:pt x="0" y="0"/>
                </a:moveTo>
                <a:lnTo>
                  <a:pt x="694644" y="0"/>
                </a:lnTo>
                <a:lnTo>
                  <a:pt x="694644" y="694644"/>
                </a:lnTo>
                <a:lnTo>
                  <a:pt x="0" y="6946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56" name="Group 52">
            <a:extLst>
              <a:ext uri="{FF2B5EF4-FFF2-40B4-BE49-F238E27FC236}">
                <a16:creationId xmlns:a16="http://schemas.microsoft.com/office/drawing/2014/main" id="{F7E77692-3F32-79F6-740E-14D31D71585A}"/>
              </a:ext>
            </a:extLst>
          </p:cNvPr>
          <p:cNvGrpSpPr/>
          <p:nvPr/>
        </p:nvGrpSpPr>
        <p:grpSpPr>
          <a:xfrm>
            <a:off x="946789" y="3272614"/>
            <a:ext cx="8197212" cy="960554"/>
            <a:chOff x="0" y="0"/>
            <a:chExt cx="2441105" cy="197645"/>
          </a:xfrm>
        </p:grpSpPr>
        <p:sp>
          <p:nvSpPr>
            <p:cNvPr id="57" name="Freeform 53">
              <a:extLst>
                <a:ext uri="{FF2B5EF4-FFF2-40B4-BE49-F238E27FC236}">
                  <a16:creationId xmlns:a16="http://schemas.microsoft.com/office/drawing/2014/main" id="{B1F3F8D3-C4E8-A95E-417A-B2EBDE0AF775}"/>
                </a:ext>
              </a:extLst>
            </p:cNvPr>
            <p:cNvSpPr/>
            <p:nvPr/>
          </p:nvSpPr>
          <p:spPr>
            <a:xfrm>
              <a:off x="0" y="0"/>
              <a:ext cx="2441105" cy="197645"/>
            </a:xfrm>
            <a:custGeom>
              <a:avLst/>
              <a:gdLst/>
              <a:ahLst/>
              <a:cxnLst/>
              <a:rect l="l" t="t" r="r" b="b"/>
              <a:pathLst>
                <a:path w="2441105" h="197645">
                  <a:moveTo>
                    <a:pt x="12745" y="0"/>
                  </a:moveTo>
                  <a:lnTo>
                    <a:pt x="2428360" y="0"/>
                  </a:lnTo>
                  <a:cubicBezTo>
                    <a:pt x="2431740" y="0"/>
                    <a:pt x="2434982" y="1343"/>
                    <a:pt x="2437372" y="3733"/>
                  </a:cubicBezTo>
                  <a:cubicBezTo>
                    <a:pt x="2439763" y="6123"/>
                    <a:pt x="2441105" y="9365"/>
                    <a:pt x="2441105" y="12745"/>
                  </a:cubicBezTo>
                  <a:lnTo>
                    <a:pt x="2441105" y="184899"/>
                  </a:lnTo>
                  <a:cubicBezTo>
                    <a:pt x="2441105" y="188280"/>
                    <a:pt x="2439763" y="191522"/>
                    <a:pt x="2437372" y="193912"/>
                  </a:cubicBezTo>
                  <a:cubicBezTo>
                    <a:pt x="2434982" y="196302"/>
                    <a:pt x="2431740" y="197645"/>
                    <a:pt x="2428360" y="197645"/>
                  </a:cubicBezTo>
                  <a:lnTo>
                    <a:pt x="12745" y="197645"/>
                  </a:lnTo>
                  <a:cubicBezTo>
                    <a:pt x="9365" y="197645"/>
                    <a:pt x="6123" y="196302"/>
                    <a:pt x="3733" y="193912"/>
                  </a:cubicBezTo>
                  <a:cubicBezTo>
                    <a:pt x="1343" y="191522"/>
                    <a:pt x="0" y="188280"/>
                    <a:pt x="0" y="184899"/>
                  </a:cubicBezTo>
                  <a:lnTo>
                    <a:pt x="0" y="12745"/>
                  </a:lnTo>
                  <a:cubicBezTo>
                    <a:pt x="0" y="9365"/>
                    <a:pt x="1343" y="6123"/>
                    <a:pt x="3733" y="3733"/>
                  </a:cubicBezTo>
                  <a:cubicBezTo>
                    <a:pt x="6123" y="1343"/>
                    <a:pt x="9365" y="0"/>
                    <a:pt x="12745" y="0"/>
                  </a:cubicBezTo>
                  <a:close/>
                </a:path>
              </a:pathLst>
            </a:custGeom>
            <a:solidFill>
              <a:srgbClr val="0F0E0E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58" name="TextBox 54">
              <a:extLst>
                <a:ext uri="{FF2B5EF4-FFF2-40B4-BE49-F238E27FC236}">
                  <a16:creationId xmlns:a16="http://schemas.microsoft.com/office/drawing/2014/main" id="{FDA6E46F-6747-9FF4-0148-BF9218D1AC4A}"/>
                </a:ext>
              </a:extLst>
            </p:cNvPr>
            <p:cNvSpPr txBox="1"/>
            <p:nvPr/>
          </p:nvSpPr>
          <p:spPr>
            <a:xfrm>
              <a:off x="0" y="-19050"/>
              <a:ext cx="2441105" cy="2166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59" name="TextBox 56">
            <a:extLst>
              <a:ext uri="{FF2B5EF4-FFF2-40B4-BE49-F238E27FC236}">
                <a16:creationId xmlns:a16="http://schemas.microsoft.com/office/drawing/2014/main" id="{86D61181-D64C-0A11-5C6E-73E2A14FF59A}"/>
              </a:ext>
            </a:extLst>
          </p:cNvPr>
          <p:cNvSpPr txBox="1"/>
          <p:nvPr/>
        </p:nvSpPr>
        <p:spPr>
          <a:xfrm>
            <a:off x="1137153" y="3523791"/>
            <a:ext cx="7785141" cy="4131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>
              <a:lnSpc>
                <a:spcPts val="3359"/>
              </a:lnSpc>
            </a:pPr>
            <a:r>
              <a:rPr lang="en-US" sz="2400" spc="-6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&gt; git commit –m </a:t>
            </a:r>
            <a:r>
              <a:rPr lang="en-US" sz="2400" spc="-64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“Se </a:t>
            </a:r>
            <a:r>
              <a:rPr lang="en-US" sz="2400" spc="-64" dirty="0" err="1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modificaron</a:t>
            </a:r>
            <a:r>
              <a:rPr lang="en-US" sz="2400" spc="-64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spc="-64" dirty="0" err="1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estilos</a:t>
            </a:r>
            <a:r>
              <a:rPr lang="en-US" sz="2400" spc="-64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del header</a:t>
            </a:r>
            <a:r>
              <a:rPr lang="en-US" sz="2400" spc="-6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”</a:t>
            </a:r>
            <a:endParaRPr lang="en-US" sz="2400" spc="-64" dirty="0">
              <a:solidFill>
                <a:srgbClr val="D9D9D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237913729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43" grpId="0" animBg="1"/>
      <p:bldP spid="59" grpId="0" build="allAtOnce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A2EA87-3BD2-6D67-38F2-12EBF2662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97E40D4-51DC-C61F-E88D-6E3BAD92FD0B}"/>
              </a:ext>
            </a:extLst>
          </p:cNvPr>
          <p:cNvSpPr/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284EE9C4-D040-0A44-E6E8-D8880C50A151}"/>
              </a:ext>
            </a:extLst>
          </p:cNvPr>
          <p:cNvGrpSpPr/>
          <p:nvPr/>
        </p:nvGrpSpPr>
        <p:grpSpPr>
          <a:xfrm>
            <a:off x="-698849" y="9575651"/>
            <a:ext cx="19685699" cy="2666805"/>
            <a:chOff x="0" y="0"/>
            <a:chExt cx="5184711" cy="702368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187DADF5-4243-C457-935D-C28450BC3C8E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4D29D0C4-C30B-3297-3893-3FC077307D05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83DC7356-F580-AE51-F52A-D690611183C0}"/>
              </a:ext>
            </a:extLst>
          </p:cNvPr>
          <p:cNvGrpSpPr/>
          <p:nvPr/>
        </p:nvGrpSpPr>
        <p:grpSpPr>
          <a:xfrm>
            <a:off x="-698849" y="-1923855"/>
            <a:ext cx="19685699" cy="2666805"/>
            <a:chOff x="0" y="0"/>
            <a:chExt cx="5184711" cy="70236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0217FD4A-753A-1319-3AA2-60850BC7A40B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3C47A116-DE6E-79A3-CFA9-4816A1A55504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4B3FAAE9-52A7-F635-28C7-77CF2E678477}"/>
              </a:ext>
            </a:extLst>
          </p:cNvPr>
          <p:cNvSpPr/>
          <p:nvPr/>
        </p:nvSpPr>
        <p:spPr>
          <a:xfrm>
            <a:off x="15872392" y="2091327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FAB53974-0804-C780-1082-BF85965DDB61}"/>
              </a:ext>
            </a:extLst>
          </p:cNvPr>
          <p:cNvSpPr/>
          <p:nvPr/>
        </p:nvSpPr>
        <p:spPr>
          <a:xfrm>
            <a:off x="16901092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0BD8F5CE-D96B-6E27-0059-D81C5EB64647}"/>
              </a:ext>
            </a:extLst>
          </p:cNvPr>
          <p:cNvSpPr/>
          <p:nvPr/>
        </p:nvSpPr>
        <p:spPr>
          <a:xfrm flipH="1">
            <a:off x="-1389129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45B673B8-7D87-7163-9EFF-AC3A43E42525}"/>
              </a:ext>
            </a:extLst>
          </p:cNvPr>
          <p:cNvSpPr/>
          <p:nvPr/>
        </p:nvSpPr>
        <p:spPr>
          <a:xfrm flipH="1">
            <a:off x="-360429" y="2459791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3" name="AutoShape 13">
            <a:extLst>
              <a:ext uri="{FF2B5EF4-FFF2-40B4-BE49-F238E27FC236}">
                <a16:creationId xmlns:a16="http://schemas.microsoft.com/office/drawing/2014/main" id="{E03631A8-62BA-137E-3FD5-513699CE1357}"/>
              </a:ext>
            </a:extLst>
          </p:cNvPr>
          <p:cNvSpPr/>
          <p:nvPr/>
        </p:nvSpPr>
        <p:spPr>
          <a:xfrm>
            <a:off x="10390050" y="8497386"/>
            <a:ext cx="0" cy="913872"/>
          </a:xfrm>
          <a:prstGeom prst="line">
            <a:avLst/>
          </a:prstGeom>
          <a:ln w="57150" cap="flat">
            <a:solidFill>
              <a:srgbClr val="F15226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grpSp>
        <p:nvGrpSpPr>
          <p:cNvPr id="14" name="Group 14">
            <a:extLst>
              <a:ext uri="{FF2B5EF4-FFF2-40B4-BE49-F238E27FC236}">
                <a16:creationId xmlns:a16="http://schemas.microsoft.com/office/drawing/2014/main" id="{559836EA-E82C-299F-D09F-0BE5FD16F67F}"/>
              </a:ext>
            </a:extLst>
          </p:cNvPr>
          <p:cNvGrpSpPr/>
          <p:nvPr/>
        </p:nvGrpSpPr>
        <p:grpSpPr>
          <a:xfrm>
            <a:off x="11352923" y="2837521"/>
            <a:ext cx="4178591" cy="2036826"/>
            <a:chOff x="0" y="0"/>
            <a:chExt cx="5571454" cy="2715768"/>
          </a:xfrm>
        </p:grpSpPr>
        <p:grpSp>
          <p:nvGrpSpPr>
            <p:cNvPr id="15" name="Group 15">
              <a:extLst>
                <a:ext uri="{FF2B5EF4-FFF2-40B4-BE49-F238E27FC236}">
                  <a16:creationId xmlns:a16="http://schemas.microsoft.com/office/drawing/2014/main" id="{F88218BB-8D6C-D6DA-F48C-18C2ACA92F59}"/>
                </a:ext>
              </a:extLst>
            </p:cNvPr>
            <p:cNvGrpSpPr/>
            <p:nvPr/>
          </p:nvGrpSpPr>
          <p:grpSpPr>
            <a:xfrm>
              <a:off x="200996" y="0"/>
              <a:ext cx="5370458" cy="2715768"/>
              <a:chOff x="0" y="0"/>
              <a:chExt cx="828774" cy="419100"/>
            </a:xfrm>
          </p:grpSpPr>
          <p:sp>
            <p:nvSpPr>
              <p:cNvPr id="16" name="Freeform 16">
                <a:extLst>
                  <a:ext uri="{FF2B5EF4-FFF2-40B4-BE49-F238E27FC236}">
                    <a16:creationId xmlns:a16="http://schemas.microsoft.com/office/drawing/2014/main" id="{2345B68A-C5A9-E050-CD96-0E53DBF37196}"/>
                  </a:ext>
                </a:extLst>
              </p:cNvPr>
              <p:cNvSpPr/>
              <p:nvPr/>
            </p:nvSpPr>
            <p:spPr>
              <a:xfrm>
                <a:off x="0" y="0"/>
                <a:ext cx="828774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828774" h="419100">
                    <a:moveTo>
                      <a:pt x="37541" y="0"/>
                    </a:moveTo>
                    <a:lnTo>
                      <a:pt x="791233" y="0"/>
                    </a:lnTo>
                    <a:cubicBezTo>
                      <a:pt x="801190" y="0"/>
                      <a:pt x="810739" y="3955"/>
                      <a:pt x="817779" y="10996"/>
                    </a:cubicBezTo>
                    <a:cubicBezTo>
                      <a:pt x="824819" y="18036"/>
                      <a:pt x="828774" y="27585"/>
                      <a:pt x="828774" y="37541"/>
                    </a:cubicBezTo>
                    <a:lnTo>
                      <a:pt x="828774" y="381559"/>
                    </a:lnTo>
                    <a:cubicBezTo>
                      <a:pt x="828774" y="402292"/>
                      <a:pt x="811967" y="419100"/>
                      <a:pt x="791233" y="419100"/>
                    </a:cubicBezTo>
                    <a:lnTo>
                      <a:pt x="37541" y="419100"/>
                    </a:lnTo>
                    <a:cubicBezTo>
                      <a:pt x="16808" y="419100"/>
                      <a:pt x="0" y="402292"/>
                      <a:pt x="0" y="381559"/>
                    </a:cubicBezTo>
                    <a:lnTo>
                      <a:pt x="0" y="37541"/>
                    </a:lnTo>
                    <a:cubicBezTo>
                      <a:pt x="0" y="16808"/>
                      <a:pt x="16808" y="0"/>
                      <a:pt x="37541" y="0"/>
                    </a:cubicBezTo>
                    <a:close/>
                  </a:path>
                </a:pathLst>
              </a:custGeom>
              <a:solidFill>
                <a:srgbClr val="1B1F23"/>
              </a:solidFill>
              <a:ln cap="rnd">
                <a:noFill/>
                <a:prstDash val="solid"/>
                <a:round/>
              </a:ln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17" name="TextBox 17">
                <a:extLst>
                  <a:ext uri="{FF2B5EF4-FFF2-40B4-BE49-F238E27FC236}">
                    <a16:creationId xmlns:a16="http://schemas.microsoft.com/office/drawing/2014/main" id="{74BD6C27-674E-0B73-FBAA-006E6C064821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828774" cy="4381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grpSp>
          <p:nvGrpSpPr>
            <p:cNvPr id="18" name="Group 18">
              <a:extLst>
                <a:ext uri="{FF2B5EF4-FFF2-40B4-BE49-F238E27FC236}">
                  <a16:creationId xmlns:a16="http://schemas.microsoft.com/office/drawing/2014/main" id="{BD2E61B0-41E0-4A59-C40A-F3D8F3F235C2}"/>
                </a:ext>
              </a:extLst>
            </p:cNvPr>
            <p:cNvGrpSpPr/>
            <p:nvPr/>
          </p:nvGrpSpPr>
          <p:grpSpPr>
            <a:xfrm rot="5400000">
              <a:off x="-1121602" y="1121602"/>
              <a:ext cx="2715768" cy="472564"/>
              <a:chOff x="0" y="0"/>
              <a:chExt cx="2280065" cy="396749"/>
            </a:xfrm>
          </p:grpSpPr>
          <p:sp>
            <p:nvSpPr>
              <p:cNvPr id="19" name="Freeform 19">
                <a:extLst>
                  <a:ext uri="{FF2B5EF4-FFF2-40B4-BE49-F238E27FC236}">
                    <a16:creationId xmlns:a16="http://schemas.microsoft.com/office/drawing/2014/main" id="{07D13130-0355-9C39-64D7-EBC87C7C09A1}"/>
                  </a:ext>
                </a:extLst>
              </p:cNvPr>
              <p:cNvSpPr/>
              <p:nvPr/>
            </p:nvSpPr>
            <p:spPr>
              <a:xfrm>
                <a:off x="0" y="0"/>
                <a:ext cx="2280065" cy="396749"/>
              </a:xfrm>
              <a:custGeom>
                <a:avLst/>
                <a:gdLst/>
                <a:ahLst/>
                <a:cxnLst/>
                <a:rect l="l" t="t" r="r" b="b"/>
                <a:pathLst>
                  <a:path w="2280065" h="396749">
                    <a:moveTo>
                      <a:pt x="760432" y="377680"/>
                    </a:moveTo>
                    <a:cubicBezTo>
                      <a:pt x="877325" y="389193"/>
                      <a:pt x="1010218" y="396749"/>
                      <a:pt x="1140647" y="396749"/>
                    </a:cubicBezTo>
                    <a:cubicBezTo>
                      <a:pt x="1271079" y="396749"/>
                      <a:pt x="1396588" y="390272"/>
                      <a:pt x="1512249" y="378758"/>
                    </a:cubicBezTo>
                    <a:cubicBezTo>
                      <a:pt x="1514713" y="378398"/>
                      <a:pt x="1517173" y="378398"/>
                      <a:pt x="1519633" y="378039"/>
                    </a:cubicBezTo>
                    <a:cubicBezTo>
                      <a:pt x="1953990" y="331984"/>
                      <a:pt x="2273914" y="210370"/>
                      <a:pt x="2280065" y="77488"/>
                    </a:cubicBezTo>
                    <a:lnTo>
                      <a:pt x="2280065" y="0"/>
                    </a:lnTo>
                    <a:lnTo>
                      <a:pt x="0" y="0"/>
                    </a:lnTo>
                    <a:lnTo>
                      <a:pt x="0" y="77431"/>
                    </a:lnTo>
                    <a:cubicBezTo>
                      <a:pt x="6152" y="211089"/>
                      <a:pt x="321153" y="332704"/>
                      <a:pt x="760432" y="377680"/>
                    </a:cubicBezTo>
                    <a:close/>
                  </a:path>
                </a:pathLst>
              </a:custGeom>
              <a:solidFill>
                <a:srgbClr val="FF3131"/>
              </a:solidFill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20" name="TextBox 20">
                <a:extLst>
                  <a:ext uri="{FF2B5EF4-FFF2-40B4-BE49-F238E27FC236}">
                    <a16:creationId xmlns:a16="http://schemas.microsoft.com/office/drawing/2014/main" id="{3C826325-3BAA-AB67-CE4F-7D8A44AA50EC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2280065" cy="28879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ED7FEB77-114E-4152-42AA-1261DBAD8CAD}"/>
                </a:ext>
              </a:extLst>
            </p:cNvPr>
            <p:cNvSpPr txBox="1"/>
            <p:nvPr/>
          </p:nvSpPr>
          <p:spPr>
            <a:xfrm>
              <a:off x="757248" y="193499"/>
              <a:ext cx="2267132" cy="6821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>
                <a:lnSpc>
                  <a:spcPts val="4199"/>
                </a:lnSpc>
              </a:pPr>
              <a:r>
                <a:rPr lang="en-US" sz="2999" spc="-80" dirty="0">
                  <a:solidFill>
                    <a:srgbClr val="FF3131"/>
                  </a:solidFill>
                  <a:latin typeface="Poppins"/>
                  <a:ea typeface="Poppins"/>
                  <a:cs typeface="Poppins"/>
                  <a:sym typeface="Poppins"/>
                </a:rPr>
                <a:t>Commit 1</a:t>
              </a:r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F9A08CD1-661A-8B5C-280F-72B3AB04E9A6}"/>
                </a:ext>
              </a:extLst>
            </p:cNvPr>
            <p:cNvSpPr txBox="1"/>
            <p:nvPr/>
          </p:nvSpPr>
          <p:spPr>
            <a:xfrm>
              <a:off x="757248" y="939624"/>
              <a:ext cx="4650518" cy="11322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3359"/>
                </a:lnSpc>
              </a:pPr>
              <a:r>
                <a:rPr lang="en-US" sz="2400" spc="-64" dirty="0">
                  <a:solidFill>
                    <a:srgbClr val="FFFFFF">
                      <a:alpha val="80000"/>
                    </a:srgbClr>
                  </a:solidFill>
                  <a:latin typeface="Poppins"/>
                  <a:ea typeface="Poppins"/>
                  <a:cs typeface="Poppins"/>
                  <a:sym typeface="Poppins"/>
                </a:rPr>
                <a:t>Se creó la </a:t>
              </a:r>
              <a:r>
                <a:rPr lang="en-US" sz="2400" spc="-64" dirty="0" err="1">
                  <a:solidFill>
                    <a:srgbClr val="FFFFFF">
                      <a:alpha val="80000"/>
                    </a:srgbClr>
                  </a:solidFill>
                  <a:latin typeface="Poppins"/>
                  <a:ea typeface="Poppins"/>
                  <a:cs typeface="Poppins"/>
                  <a:sym typeface="Poppins"/>
                </a:rPr>
                <a:t>página</a:t>
              </a:r>
              <a:r>
                <a:rPr lang="en-US" sz="2400" spc="-64" dirty="0">
                  <a:solidFill>
                    <a:srgbClr val="FFFFFF">
                      <a:alpha val="80000"/>
                    </a:srgbClr>
                  </a:solidFill>
                  <a:latin typeface="Poppins"/>
                  <a:ea typeface="Poppins"/>
                  <a:cs typeface="Poppins"/>
                  <a:sym typeface="Poppins"/>
                </a:rPr>
                <a:t> de login</a:t>
              </a:r>
            </a:p>
          </p:txBody>
        </p:sp>
      </p:grpSp>
      <p:sp>
        <p:nvSpPr>
          <p:cNvPr id="24" name="TextBox 24">
            <a:extLst>
              <a:ext uri="{FF2B5EF4-FFF2-40B4-BE49-F238E27FC236}">
                <a16:creationId xmlns:a16="http://schemas.microsoft.com/office/drawing/2014/main" id="{7AE4A784-9327-81DA-5144-95EDDA82514B}"/>
              </a:ext>
            </a:extLst>
          </p:cNvPr>
          <p:cNvSpPr txBox="1"/>
          <p:nvPr/>
        </p:nvSpPr>
        <p:spPr>
          <a:xfrm>
            <a:off x="6361397" y="1270305"/>
            <a:ext cx="12006734" cy="1005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Cada </a:t>
            </a:r>
            <a:r>
              <a:rPr lang="en-US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vez</a:t>
            </a: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que</a:t>
            </a: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haces</a:t>
            </a: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un </a:t>
            </a:r>
            <a:r>
              <a:rPr lang="en-US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cambio</a:t>
            </a: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importante</a:t>
            </a: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, Git </a:t>
            </a:r>
            <a:r>
              <a:rPr lang="en-US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toma</a:t>
            </a: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una</a:t>
            </a: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“</a:t>
            </a:r>
            <a:r>
              <a:rPr lang="en-US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foto</a:t>
            </a: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” de TODO el </a:t>
            </a:r>
            <a:r>
              <a:rPr lang="en-US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código</a:t>
            </a: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preparado</a:t>
            </a: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anteriormente</a:t>
            </a: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 Esa </a:t>
            </a:r>
            <a:r>
              <a:rPr lang="en-US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foto</a:t>
            </a: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se llama </a:t>
            </a:r>
            <a:r>
              <a:rPr lang="en-US" sz="2799" b="1" spc="-75" dirty="0">
                <a:solidFill>
                  <a:srgbClr val="0CC0DF"/>
                </a:solidFill>
                <a:latin typeface="Poppins Bold"/>
                <a:ea typeface="Poppins Bold"/>
                <a:cs typeface="Poppins Bold"/>
                <a:sym typeface="Poppins Bold"/>
              </a:rPr>
              <a:t>Commit</a:t>
            </a:r>
          </a:p>
        </p:txBody>
      </p:sp>
      <p:grpSp>
        <p:nvGrpSpPr>
          <p:cNvPr id="25" name="Group 10">
            <a:extLst>
              <a:ext uri="{FF2B5EF4-FFF2-40B4-BE49-F238E27FC236}">
                <a16:creationId xmlns:a16="http://schemas.microsoft.com/office/drawing/2014/main" id="{B51376CC-39A8-6AC8-398F-EFE56278A2C4}"/>
              </a:ext>
            </a:extLst>
          </p:cNvPr>
          <p:cNvGrpSpPr/>
          <p:nvPr/>
        </p:nvGrpSpPr>
        <p:grpSpPr>
          <a:xfrm>
            <a:off x="-2222" y="927183"/>
            <a:ext cx="5820765" cy="1723876"/>
            <a:chOff x="0" y="-26737"/>
            <a:chExt cx="1239632" cy="454025"/>
          </a:xfrm>
        </p:grpSpPr>
        <p:sp>
          <p:nvSpPr>
            <p:cNvPr id="26" name="Freeform 11">
              <a:extLst>
                <a:ext uri="{FF2B5EF4-FFF2-40B4-BE49-F238E27FC236}">
                  <a16:creationId xmlns:a16="http://schemas.microsoft.com/office/drawing/2014/main" id="{6261C7B9-84DF-B475-4EEB-78A1072E492B}"/>
                </a:ext>
              </a:extLst>
            </p:cNvPr>
            <p:cNvSpPr/>
            <p:nvPr/>
          </p:nvSpPr>
          <p:spPr>
            <a:xfrm>
              <a:off x="0" y="0"/>
              <a:ext cx="1239632" cy="406400"/>
            </a:xfrm>
            <a:custGeom>
              <a:avLst/>
              <a:gdLst/>
              <a:ahLst/>
              <a:cxnLst/>
              <a:rect l="l" t="t" r="r" b="b"/>
              <a:pathLst>
                <a:path w="1239632" h="406400">
                  <a:moveTo>
                    <a:pt x="1036432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1036432" y="406400"/>
                  </a:lnTo>
                  <a:lnTo>
                    <a:pt x="1239632" y="203200"/>
                  </a:lnTo>
                  <a:lnTo>
                    <a:pt x="1036432" y="0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7" name="TextBox 12">
              <a:extLst>
                <a:ext uri="{FF2B5EF4-FFF2-40B4-BE49-F238E27FC236}">
                  <a16:creationId xmlns:a16="http://schemas.microsoft.com/office/drawing/2014/main" id="{37E311A3-AAE5-A29E-A4A9-77945A694D39}"/>
                </a:ext>
              </a:extLst>
            </p:cNvPr>
            <p:cNvSpPr txBox="1"/>
            <p:nvPr/>
          </p:nvSpPr>
          <p:spPr>
            <a:xfrm>
              <a:off x="0" y="-26737"/>
              <a:ext cx="1125332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418"/>
                </a:lnSpc>
              </a:pPr>
              <a:r>
                <a:rPr lang="en-US" sz="4200" spc="-231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&gt; git commit –m “ ”</a:t>
              </a:r>
            </a:p>
          </p:txBody>
        </p:sp>
      </p:grpSp>
      <p:grpSp>
        <p:nvGrpSpPr>
          <p:cNvPr id="28" name="Grupo 27">
            <a:extLst>
              <a:ext uri="{FF2B5EF4-FFF2-40B4-BE49-F238E27FC236}">
                <a16:creationId xmlns:a16="http://schemas.microsoft.com/office/drawing/2014/main" id="{2761E999-B23F-870C-0240-F6EE97596D01}"/>
              </a:ext>
            </a:extLst>
          </p:cNvPr>
          <p:cNvGrpSpPr/>
          <p:nvPr/>
        </p:nvGrpSpPr>
        <p:grpSpPr>
          <a:xfrm>
            <a:off x="-228601" y="-478361"/>
            <a:ext cx="2905050" cy="1476032"/>
            <a:chOff x="-228601" y="-478361"/>
            <a:chExt cx="2905050" cy="1476032"/>
          </a:xfrm>
        </p:grpSpPr>
        <p:grpSp>
          <p:nvGrpSpPr>
            <p:cNvPr id="29" name="Group 10">
              <a:extLst>
                <a:ext uri="{FF2B5EF4-FFF2-40B4-BE49-F238E27FC236}">
                  <a16:creationId xmlns:a16="http://schemas.microsoft.com/office/drawing/2014/main" id="{CCDA8802-46AB-DD3A-501B-B596C5838737}"/>
                </a:ext>
              </a:extLst>
            </p:cNvPr>
            <p:cNvGrpSpPr/>
            <p:nvPr/>
          </p:nvGrpSpPr>
          <p:grpSpPr>
            <a:xfrm>
              <a:off x="-228601" y="-478361"/>
              <a:ext cx="2905050" cy="1221311"/>
              <a:chOff x="0" y="0"/>
              <a:chExt cx="1355852" cy="720510"/>
            </a:xfrm>
          </p:grpSpPr>
          <p:sp>
            <p:nvSpPr>
              <p:cNvPr id="31" name="Freeform 11">
                <a:extLst>
                  <a:ext uri="{FF2B5EF4-FFF2-40B4-BE49-F238E27FC236}">
                    <a16:creationId xmlns:a16="http://schemas.microsoft.com/office/drawing/2014/main" id="{36DA4815-26C5-9A6C-7742-0894420B9594}"/>
                  </a:ext>
                </a:extLst>
              </p:cNvPr>
              <p:cNvSpPr/>
              <p:nvPr/>
            </p:nvSpPr>
            <p:spPr>
              <a:xfrm>
                <a:off x="0" y="0"/>
                <a:ext cx="1355852" cy="720510"/>
              </a:xfrm>
              <a:custGeom>
                <a:avLst/>
                <a:gdLst/>
                <a:ahLst/>
                <a:cxnLst/>
                <a:rect l="l" t="t" r="r" b="b"/>
                <a:pathLst>
                  <a:path w="1355852" h="720510">
                    <a:moveTo>
                      <a:pt x="150387" y="0"/>
                    </a:moveTo>
                    <a:lnTo>
                      <a:pt x="1205465" y="0"/>
                    </a:lnTo>
                    <a:cubicBezTo>
                      <a:pt x="1245350" y="0"/>
                      <a:pt x="1283602" y="15844"/>
                      <a:pt x="1311805" y="44047"/>
                    </a:cubicBezTo>
                    <a:cubicBezTo>
                      <a:pt x="1340008" y="72250"/>
                      <a:pt x="1355852" y="110502"/>
                      <a:pt x="1355852" y="150387"/>
                    </a:cubicBezTo>
                    <a:lnTo>
                      <a:pt x="1355852" y="570123"/>
                    </a:lnTo>
                    <a:cubicBezTo>
                      <a:pt x="1355852" y="653179"/>
                      <a:pt x="1288522" y="720510"/>
                      <a:pt x="1205465" y="720510"/>
                    </a:cubicBezTo>
                    <a:lnTo>
                      <a:pt x="150387" y="720510"/>
                    </a:lnTo>
                    <a:cubicBezTo>
                      <a:pt x="67331" y="720510"/>
                      <a:pt x="0" y="653179"/>
                      <a:pt x="0" y="570123"/>
                    </a:cubicBezTo>
                    <a:lnTo>
                      <a:pt x="0" y="150387"/>
                    </a:lnTo>
                    <a:cubicBezTo>
                      <a:pt x="0" y="67331"/>
                      <a:pt x="67331" y="0"/>
                      <a:pt x="150387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32" name="TextBox 12">
                <a:extLst>
                  <a:ext uri="{FF2B5EF4-FFF2-40B4-BE49-F238E27FC236}">
                    <a16:creationId xmlns:a16="http://schemas.microsoft.com/office/drawing/2014/main" id="{551E2001-6583-3F4D-6B32-1717CA0B61C2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5852" cy="739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pic>
          <p:nvPicPr>
            <p:cNvPr id="30" name="Imagen 29">
              <a:extLst>
                <a:ext uri="{FF2B5EF4-FFF2-40B4-BE49-F238E27FC236}">
                  <a16:creationId xmlns:a16="http://schemas.microsoft.com/office/drawing/2014/main" id="{B80ABFD0-F74D-A0C8-84BE-7FDE10E97C2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1" y="-375754"/>
              <a:ext cx="1373425" cy="1373425"/>
            </a:xfrm>
            <a:prstGeom prst="rect">
              <a:avLst/>
            </a:prstGeom>
          </p:spPr>
        </p:pic>
      </p:grpSp>
      <p:sp>
        <p:nvSpPr>
          <p:cNvPr id="33" name="AutoShape 13">
            <a:extLst>
              <a:ext uri="{FF2B5EF4-FFF2-40B4-BE49-F238E27FC236}">
                <a16:creationId xmlns:a16="http://schemas.microsoft.com/office/drawing/2014/main" id="{DE58FB67-3C2E-DD33-4550-347EBD881C01}"/>
              </a:ext>
            </a:extLst>
          </p:cNvPr>
          <p:cNvSpPr/>
          <p:nvPr/>
        </p:nvSpPr>
        <p:spPr>
          <a:xfrm>
            <a:off x="10347462" y="4295120"/>
            <a:ext cx="0" cy="1983286"/>
          </a:xfrm>
          <a:prstGeom prst="line">
            <a:avLst/>
          </a:prstGeom>
          <a:ln w="57150" cap="flat">
            <a:solidFill>
              <a:srgbClr val="F15226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grpSp>
        <p:nvGrpSpPr>
          <p:cNvPr id="34" name="Group 14">
            <a:extLst>
              <a:ext uri="{FF2B5EF4-FFF2-40B4-BE49-F238E27FC236}">
                <a16:creationId xmlns:a16="http://schemas.microsoft.com/office/drawing/2014/main" id="{C51F69CD-EDCF-00E6-D4CE-1AD9AE901844}"/>
              </a:ext>
            </a:extLst>
          </p:cNvPr>
          <p:cNvGrpSpPr/>
          <p:nvPr/>
        </p:nvGrpSpPr>
        <p:grpSpPr>
          <a:xfrm>
            <a:off x="11352923" y="5149084"/>
            <a:ext cx="4178591" cy="2036826"/>
            <a:chOff x="0" y="0"/>
            <a:chExt cx="5571454" cy="2715768"/>
          </a:xfrm>
        </p:grpSpPr>
        <p:grpSp>
          <p:nvGrpSpPr>
            <p:cNvPr id="35" name="Group 15">
              <a:extLst>
                <a:ext uri="{FF2B5EF4-FFF2-40B4-BE49-F238E27FC236}">
                  <a16:creationId xmlns:a16="http://schemas.microsoft.com/office/drawing/2014/main" id="{F80FE4FC-B327-A0C3-8E2C-3A82F86FBB18}"/>
                </a:ext>
              </a:extLst>
            </p:cNvPr>
            <p:cNvGrpSpPr/>
            <p:nvPr/>
          </p:nvGrpSpPr>
          <p:grpSpPr>
            <a:xfrm>
              <a:off x="200996" y="0"/>
              <a:ext cx="5370458" cy="2715768"/>
              <a:chOff x="0" y="0"/>
              <a:chExt cx="828774" cy="419100"/>
            </a:xfrm>
          </p:grpSpPr>
          <p:sp>
            <p:nvSpPr>
              <p:cNvPr id="41" name="Freeform 16">
                <a:extLst>
                  <a:ext uri="{FF2B5EF4-FFF2-40B4-BE49-F238E27FC236}">
                    <a16:creationId xmlns:a16="http://schemas.microsoft.com/office/drawing/2014/main" id="{9B6A7575-322B-B7AD-0981-E7CA27F0579F}"/>
                  </a:ext>
                </a:extLst>
              </p:cNvPr>
              <p:cNvSpPr/>
              <p:nvPr/>
            </p:nvSpPr>
            <p:spPr>
              <a:xfrm>
                <a:off x="0" y="0"/>
                <a:ext cx="828774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828774" h="419100">
                    <a:moveTo>
                      <a:pt x="37541" y="0"/>
                    </a:moveTo>
                    <a:lnTo>
                      <a:pt x="791233" y="0"/>
                    </a:lnTo>
                    <a:cubicBezTo>
                      <a:pt x="801190" y="0"/>
                      <a:pt x="810739" y="3955"/>
                      <a:pt x="817779" y="10996"/>
                    </a:cubicBezTo>
                    <a:cubicBezTo>
                      <a:pt x="824819" y="18036"/>
                      <a:pt x="828774" y="27585"/>
                      <a:pt x="828774" y="37541"/>
                    </a:cubicBezTo>
                    <a:lnTo>
                      <a:pt x="828774" y="381559"/>
                    </a:lnTo>
                    <a:cubicBezTo>
                      <a:pt x="828774" y="402292"/>
                      <a:pt x="811967" y="419100"/>
                      <a:pt x="791233" y="419100"/>
                    </a:cubicBezTo>
                    <a:lnTo>
                      <a:pt x="37541" y="419100"/>
                    </a:lnTo>
                    <a:cubicBezTo>
                      <a:pt x="16808" y="419100"/>
                      <a:pt x="0" y="402292"/>
                      <a:pt x="0" y="381559"/>
                    </a:cubicBezTo>
                    <a:lnTo>
                      <a:pt x="0" y="37541"/>
                    </a:lnTo>
                    <a:cubicBezTo>
                      <a:pt x="0" y="16808"/>
                      <a:pt x="16808" y="0"/>
                      <a:pt x="37541" y="0"/>
                    </a:cubicBezTo>
                    <a:close/>
                  </a:path>
                </a:pathLst>
              </a:custGeom>
              <a:solidFill>
                <a:srgbClr val="1B1F23"/>
              </a:solidFill>
              <a:ln cap="rnd">
                <a:noFill/>
                <a:prstDash val="solid"/>
                <a:round/>
              </a:ln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42" name="TextBox 17">
                <a:extLst>
                  <a:ext uri="{FF2B5EF4-FFF2-40B4-BE49-F238E27FC236}">
                    <a16:creationId xmlns:a16="http://schemas.microsoft.com/office/drawing/2014/main" id="{56E96E96-A290-8369-5AFE-DC74147AC6F5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828774" cy="4381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grpSp>
          <p:nvGrpSpPr>
            <p:cNvPr id="36" name="Group 18">
              <a:extLst>
                <a:ext uri="{FF2B5EF4-FFF2-40B4-BE49-F238E27FC236}">
                  <a16:creationId xmlns:a16="http://schemas.microsoft.com/office/drawing/2014/main" id="{4FF1F77C-6E3E-834C-4466-73EF80653943}"/>
                </a:ext>
              </a:extLst>
            </p:cNvPr>
            <p:cNvGrpSpPr/>
            <p:nvPr/>
          </p:nvGrpSpPr>
          <p:grpSpPr>
            <a:xfrm rot="5400000">
              <a:off x="-1121602" y="1121602"/>
              <a:ext cx="2715768" cy="472564"/>
              <a:chOff x="0" y="0"/>
              <a:chExt cx="2280065" cy="396749"/>
            </a:xfrm>
          </p:grpSpPr>
          <p:sp>
            <p:nvSpPr>
              <p:cNvPr id="39" name="Freeform 19">
                <a:extLst>
                  <a:ext uri="{FF2B5EF4-FFF2-40B4-BE49-F238E27FC236}">
                    <a16:creationId xmlns:a16="http://schemas.microsoft.com/office/drawing/2014/main" id="{8995790E-FABF-51E6-2FCE-08C33295996B}"/>
                  </a:ext>
                </a:extLst>
              </p:cNvPr>
              <p:cNvSpPr/>
              <p:nvPr/>
            </p:nvSpPr>
            <p:spPr>
              <a:xfrm>
                <a:off x="0" y="0"/>
                <a:ext cx="2280065" cy="396749"/>
              </a:xfrm>
              <a:custGeom>
                <a:avLst/>
                <a:gdLst/>
                <a:ahLst/>
                <a:cxnLst/>
                <a:rect l="l" t="t" r="r" b="b"/>
                <a:pathLst>
                  <a:path w="2280065" h="396749">
                    <a:moveTo>
                      <a:pt x="760432" y="377680"/>
                    </a:moveTo>
                    <a:cubicBezTo>
                      <a:pt x="877325" y="389193"/>
                      <a:pt x="1010218" y="396749"/>
                      <a:pt x="1140647" y="396749"/>
                    </a:cubicBezTo>
                    <a:cubicBezTo>
                      <a:pt x="1271079" y="396749"/>
                      <a:pt x="1396588" y="390272"/>
                      <a:pt x="1512249" y="378758"/>
                    </a:cubicBezTo>
                    <a:cubicBezTo>
                      <a:pt x="1514713" y="378398"/>
                      <a:pt x="1517173" y="378398"/>
                      <a:pt x="1519633" y="378039"/>
                    </a:cubicBezTo>
                    <a:cubicBezTo>
                      <a:pt x="1953990" y="331984"/>
                      <a:pt x="2273914" y="210370"/>
                      <a:pt x="2280065" y="77488"/>
                    </a:cubicBezTo>
                    <a:lnTo>
                      <a:pt x="2280065" y="0"/>
                    </a:lnTo>
                    <a:lnTo>
                      <a:pt x="0" y="0"/>
                    </a:lnTo>
                    <a:lnTo>
                      <a:pt x="0" y="77431"/>
                    </a:lnTo>
                    <a:cubicBezTo>
                      <a:pt x="6152" y="211089"/>
                      <a:pt x="321153" y="332704"/>
                      <a:pt x="760432" y="377680"/>
                    </a:cubicBezTo>
                    <a:close/>
                  </a:path>
                </a:pathLst>
              </a:custGeom>
              <a:solidFill>
                <a:srgbClr val="FF3131"/>
              </a:solidFill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40" name="TextBox 20">
                <a:extLst>
                  <a:ext uri="{FF2B5EF4-FFF2-40B4-BE49-F238E27FC236}">
                    <a16:creationId xmlns:a16="http://schemas.microsoft.com/office/drawing/2014/main" id="{93EE890A-9B77-D02D-646A-F46EF5D2D5B5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2280065" cy="28879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sp>
          <p:nvSpPr>
            <p:cNvPr id="37" name="TextBox 21">
              <a:extLst>
                <a:ext uri="{FF2B5EF4-FFF2-40B4-BE49-F238E27FC236}">
                  <a16:creationId xmlns:a16="http://schemas.microsoft.com/office/drawing/2014/main" id="{EC1084DC-7FAF-7FB3-59B5-41784ED5E6F0}"/>
                </a:ext>
              </a:extLst>
            </p:cNvPr>
            <p:cNvSpPr txBox="1"/>
            <p:nvPr/>
          </p:nvSpPr>
          <p:spPr>
            <a:xfrm>
              <a:off x="757248" y="193499"/>
              <a:ext cx="2571596" cy="68215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1" indent="0">
                <a:lnSpc>
                  <a:spcPts val="4199"/>
                </a:lnSpc>
              </a:pPr>
              <a:r>
                <a:rPr lang="en-US" sz="2999" spc="-80" dirty="0">
                  <a:solidFill>
                    <a:srgbClr val="FF3131"/>
                  </a:solidFill>
                  <a:latin typeface="Poppins"/>
                  <a:ea typeface="Poppins"/>
                  <a:cs typeface="Poppins"/>
                  <a:sym typeface="Poppins"/>
                </a:rPr>
                <a:t>Commit 2</a:t>
              </a:r>
            </a:p>
          </p:txBody>
        </p:sp>
        <p:sp>
          <p:nvSpPr>
            <p:cNvPr id="38" name="TextBox 22">
              <a:extLst>
                <a:ext uri="{FF2B5EF4-FFF2-40B4-BE49-F238E27FC236}">
                  <a16:creationId xmlns:a16="http://schemas.microsoft.com/office/drawing/2014/main" id="{3FF73CCC-2F01-3FF5-681D-E4C40D57B4DE}"/>
                </a:ext>
              </a:extLst>
            </p:cNvPr>
            <p:cNvSpPr txBox="1"/>
            <p:nvPr/>
          </p:nvSpPr>
          <p:spPr>
            <a:xfrm>
              <a:off x="757248" y="939624"/>
              <a:ext cx="4650518" cy="11322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3359"/>
                </a:lnSpc>
              </a:pPr>
              <a:r>
                <a:rPr lang="en-US" sz="2400" spc="-64" dirty="0">
                  <a:solidFill>
                    <a:srgbClr val="FFFFFF">
                      <a:alpha val="80000"/>
                    </a:srgbClr>
                  </a:solidFill>
                  <a:latin typeface="Poppins"/>
                  <a:ea typeface="Poppins"/>
                  <a:cs typeface="Poppins"/>
                  <a:sym typeface="Poppins"/>
                </a:rPr>
                <a:t>Se </a:t>
              </a:r>
              <a:r>
                <a:rPr lang="en-US" sz="2400" spc="-64" dirty="0" err="1">
                  <a:solidFill>
                    <a:srgbClr val="FFFFFF">
                      <a:alpha val="80000"/>
                    </a:srgbClr>
                  </a:solidFill>
                  <a:latin typeface="Poppins"/>
                  <a:ea typeface="Poppins"/>
                  <a:cs typeface="Poppins"/>
                  <a:sym typeface="Poppins"/>
                </a:rPr>
                <a:t>modificaron</a:t>
              </a:r>
              <a:r>
                <a:rPr lang="en-US" sz="2400" spc="-64" dirty="0">
                  <a:solidFill>
                    <a:srgbClr val="FFFFFF">
                      <a:alpha val="80000"/>
                    </a:srgbClr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2400" spc="-64" dirty="0" err="1">
                  <a:solidFill>
                    <a:srgbClr val="FFFFFF">
                      <a:alpha val="80000"/>
                    </a:srgbClr>
                  </a:solidFill>
                  <a:latin typeface="Poppins"/>
                  <a:ea typeface="Poppins"/>
                  <a:cs typeface="Poppins"/>
                  <a:sym typeface="Poppins"/>
                </a:rPr>
                <a:t>estilos</a:t>
              </a:r>
              <a:r>
                <a:rPr lang="en-US" sz="2400" spc="-64" dirty="0">
                  <a:solidFill>
                    <a:srgbClr val="FFFFFF">
                      <a:alpha val="80000"/>
                    </a:srgbClr>
                  </a:solidFill>
                  <a:latin typeface="Poppins"/>
                  <a:ea typeface="Poppins"/>
                  <a:cs typeface="Poppins"/>
                  <a:sym typeface="Poppins"/>
                </a:rPr>
                <a:t> del header</a:t>
              </a:r>
            </a:p>
          </p:txBody>
        </p:sp>
      </p:grpSp>
      <p:sp>
        <p:nvSpPr>
          <p:cNvPr id="43" name="Freeform 23">
            <a:extLst>
              <a:ext uri="{FF2B5EF4-FFF2-40B4-BE49-F238E27FC236}">
                <a16:creationId xmlns:a16="http://schemas.microsoft.com/office/drawing/2014/main" id="{6521AA82-289C-B844-3F00-EC7D5EAA8633}"/>
              </a:ext>
            </a:extLst>
          </p:cNvPr>
          <p:cNvSpPr/>
          <p:nvPr/>
        </p:nvSpPr>
        <p:spPr>
          <a:xfrm>
            <a:off x="10000140" y="5912038"/>
            <a:ext cx="694644" cy="694644"/>
          </a:xfrm>
          <a:custGeom>
            <a:avLst/>
            <a:gdLst/>
            <a:ahLst/>
            <a:cxnLst/>
            <a:rect l="l" t="t" r="r" b="b"/>
            <a:pathLst>
              <a:path w="694644" h="694644">
                <a:moveTo>
                  <a:pt x="0" y="0"/>
                </a:moveTo>
                <a:lnTo>
                  <a:pt x="694644" y="0"/>
                </a:lnTo>
                <a:lnTo>
                  <a:pt x="694644" y="694644"/>
                </a:lnTo>
                <a:lnTo>
                  <a:pt x="0" y="6946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56" name="Group 52">
            <a:extLst>
              <a:ext uri="{FF2B5EF4-FFF2-40B4-BE49-F238E27FC236}">
                <a16:creationId xmlns:a16="http://schemas.microsoft.com/office/drawing/2014/main" id="{B1B6E214-39F8-3418-64FD-35FFC57DF79E}"/>
              </a:ext>
            </a:extLst>
          </p:cNvPr>
          <p:cNvGrpSpPr/>
          <p:nvPr/>
        </p:nvGrpSpPr>
        <p:grpSpPr>
          <a:xfrm>
            <a:off x="946789" y="3272614"/>
            <a:ext cx="8197212" cy="960554"/>
            <a:chOff x="0" y="0"/>
            <a:chExt cx="2441105" cy="197645"/>
          </a:xfrm>
        </p:grpSpPr>
        <p:sp>
          <p:nvSpPr>
            <p:cNvPr id="57" name="Freeform 53">
              <a:extLst>
                <a:ext uri="{FF2B5EF4-FFF2-40B4-BE49-F238E27FC236}">
                  <a16:creationId xmlns:a16="http://schemas.microsoft.com/office/drawing/2014/main" id="{2F467052-78A2-06C0-B502-99FC9F33C33B}"/>
                </a:ext>
              </a:extLst>
            </p:cNvPr>
            <p:cNvSpPr/>
            <p:nvPr/>
          </p:nvSpPr>
          <p:spPr>
            <a:xfrm>
              <a:off x="0" y="0"/>
              <a:ext cx="2441105" cy="197645"/>
            </a:xfrm>
            <a:custGeom>
              <a:avLst/>
              <a:gdLst/>
              <a:ahLst/>
              <a:cxnLst/>
              <a:rect l="l" t="t" r="r" b="b"/>
              <a:pathLst>
                <a:path w="2441105" h="197645">
                  <a:moveTo>
                    <a:pt x="12745" y="0"/>
                  </a:moveTo>
                  <a:lnTo>
                    <a:pt x="2428360" y="0"/>
                  </a:lnTo>
                  <a:cubicBezTo>
                    <a:pt x="2431740" y="0"/>
                    <a:pt x="2434982" y="1343"/>
                    <a:pt x="2437372" y="3733"/>
                  </a:cubicBezTo>
                  <a:cubicBezTo>
                    <a:pt x="2439763" y="6123"/>
                    <a:pt x="2441105" y="9365"/>
                    <a:pt x="2441105" y="12745"/>
                  </a:cubicBezTo>
                  <a:lnTo>
                    <a:pt x="2441105" y="184899"/>
                  </a:lnTo>
                  <a:cubicBezTo>
                    <a:pt x="2441105" y="188280"/>
                    <a:pt x="2439763" y="191522"/>
                    <a:pt x="2437372" y="193912"/>
                  </a:cubicBezTo>
                  <a:cubicBezTo>
                    <a:pt x="2434982" y="196302"/>
                    <a:pt x="2431740" y="197645"/>
                    <a:pt x="2428360" y="197645"/>
                  </a:cubicBezTo>
                  <a:lnTo>
                    <a:pt x="12745" y="197645"/>
                  </a:lnTo>
                  <a:cubicBezTo>
                    <a:pt x="9365" y="197645"/>
                    <a:pt x="6123" y="196302"/>
                    <a:pt x="3733" y="193912"/>
                  </a:cubicBezTo>
                  <a:cubicBezTo>
                    <a:pt x="1343" y="191522"/>
                    <a:pt x="0" y="188280"/>
                    <a:pt x="0" y="184899"/>
                  </a:cubicBezTo>
                  <a:lnTo>
                    <a:pt x="0" y="12745"/>
                  </a:lnTo>
                  <a:cubicBezTo>
                    <a:pt x="0" y="9365"/>
                    <a:pt x="1343" y="6123"/>
                    <a:pt x="3733" y="3733"/>
                  </a:cubicBezTo>
                  <a:cubicBezTo>
                    <a:pt x="6123" y="1343"/>
                    <a:pt x="9365" y="0"/>
                    <a:pt x="12745" y="0"/>
                  </a:cubicBezTo>
                  <a:close/>
                </a:path>
              </a:pathLst>
            </a:custGeom>
            <a:solidFill>
              <a:srgbClr val="0F0E0E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58" name="TextBox 54">
              <a:extLst>
                <a:ext uri="{FF2B5EF4-FFF2-40B4-BE49-F238E27FC236}">
                  <a16:creationId xmlns:a16="http://schemas.microsoft.com/office/drawing/2014/main" id="{E049DA1F-FCDC-8997-953A-4892EA104A1E}"/>
                </a:ext>
              </a:extLst>
            </p:cNvPr>
            <p:cNvSpPr txBox="1"/>
            <p:nvPr/>
          </p:nvSpPr>
          <p:spPr>
            <a:xfrm>
              <a:off x="0" y="-19050"/>
              <a:ext cx="2441105" cy="2166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59" name="TextBox 56">
            <a:extLst>
              <a:ext uri="{FF2B5EF4-FFF2-40B4-BE49-F238E27FC236}">
                <a16:creationId xmlns:a16="http://schemas.microsoft.com/office/drawing/2014/main" id="{E690FD44-DACA-F46E-1528-C33FC35B62AE}"/>
              </a:ext>
            </a:extLst>
          </p:cNvPr>
          <p:cNvSpPr txBox="1"/>
          <p:nvPr/>
        </p:nvSpPr>
        <p:spPr>
          <a:xfrm>
            <a:off x="1137153" y="3523791"/>
            <a:ext cx="7785141" cy="4131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>
              <a:lnSpc>
                <a:spcPts val="3359"/>
              </a:lnSpc>
            </a:pPr>
            <a:r>
              <a:rPr lang="en-US" sz="2400" spc="-6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&gt; git commit –m </a:t>
            </a:r>
            <a:r>
              <a:rPr lang="en-US" sz="2400" spc="-64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“</a:t>
            </a:r>
            <a:r>
              <a:rPr lang="en-US" sz="2400" spc="-64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Se </a:t>
            </a:r>
            <a:r>
              <a:rPr lang="en-US" sz="2400" spc="-64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agregaron</a:t>
            </a:r>
            <a:r>
              <a:rPr lang="en-US" sz="2400" spc="-64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spc="-64" dirty="0" err="1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validaciones</a:t>
            </a:r>
            <a:r>
              <a:rPr lang="en-US" sz="2400" spc="-6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”</a:t>
            </a:r>
            <a:endParaRPr lang="en-US" sz="2400" spc="-64" dirty="0">
              <a:solidFill>
                <a:srgbClr val="D9D9D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5" name="AutoShape 13">
            <a:extLst>
              <a:ext uri="{FF2B5EF4-FFF2-40B4-BE49-F238E27FC236}">
                <a16:creationId xmlns:a16="http://schemas.microsoft.com/office/drawing/2014/main" id="{67390BEB-0169-FE10-E619-77947329C25C}"/>
              </a:ext>
            </a:extLst>
          </p:cNvPr>
          <p:cNvSpPr/>
          <p:nvPr/>
        </p:nvSpPr>
        <p:spPr>
          <a:xfrm>
            <a:off x="10390050" y="6514100"/>
            <a:ext cx="0" cy="1983286"/>
          </a:xfrm>
          <a:prstGeom prst="line">
            <a:avLst/>
          </a:prstGeom>
          <a:ln w="57150" cap="flat">
            <a:solidFill>
              <a:srgbClr val="F15226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grpSp>
        <p:nvGrpSpPr>
          <p:cNvPr id="60" name="Group 14">
            <a:extLst>
              <a:ext uri="{FF2B5EF4-FFF2-40B4-BE49-F238E27FC236}">
                <a16:creationId xmlns:a16="http://schemas.microsoft.com/office/drawing/2014/main" id="{F04B3294-8928-C03A-F259-32DC32D68BAD}"/>
              </a:ext>
            </a:extLst>
          </p:cNvPr>
          <p:cNvGrpSpPr/>
          <p:nvPr/>
        </p:nvGrpSpPr>
        <p:grpSpPr>
          <a:xfrm>
            <a:off x="11395511" y="7368064"/>
            <a:ext cx="4178591" cy="2036826"/>
            <a:chOff x="0" y="0"/>
            <a:chExt cx="5571454" cy="2715768"/>
          </a:xfrm>
        </p:grpSpPr>
        <p:grpSp>
          <p:nvGrpSpPr>
            <p:cNvPr id="61" name="Group 15">
              <a:extLst>
                <a:ext uri="{FF2B5EF4-FFF2-40B4-BE49-F238E27FC236}">
                  <a16:creationId xmlns:a16="http://schemas.microsoft.com/office/drawing/2014/main" id="{84CA3743-7ADD-33E4-A758-CD671FBAB1BA}"/>
                </a:ext>
              </a:extLst>
            </p:cNvPr>
            <p:cNvGrpSpPr/>
            <p:nvPr/>
          </p:nvGrpSpPr>
          <p:grpSpPr>
            <a:xfrm>
              <a:off x="200996" y="0"/>
              <a:ext cx="5370458" cy="2715768"/>
              <a:chOff x="0" y="0"/>
              <a:chExt cx="828774" cy="419100"/>
            </a:xfrm>
          </p:grpSpPr>
          <p:sp>
            <p:nvSpPr>
              <p:cNvPr id="67" name="Freeform 16">
                <a:extLst>
                  <a:ext uri="{FF2B5EF4-FFF2-40B4-BE49-F238E27FC236}">
                    <a16:creationId xmlns:a16="http://schemas.microsoft.com/office/drawing/2014/main" id="{F494D8DF-FCE0-8A31-B674-88E7F008B24A}"/>
                  </a:ext>
                </a:extLst>
              </p:cNvPr>
              <p:cNvSpPr/>
              <p:nvPr/>
            </p:nvSpPr>
            <p:spPr>
              <a:xfrm>
                <a:off x="0" y="0"/>
                <a:ext cx="828774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828774" h="419100">
                    <a:moveTo>
                      <a:pt x="37541" y="0"/>
                    </a:moveTo>
                    <a:lnTo>
                      <a:pt x="791233" y="0"/>
                    </a:lnTo>
                    <a:cubicBezTo>
                      <a:pt x="801190" y="0"/>
                      <a:pt x="810739" y="3955"/>
                      <a:pt x="817779" y="10996"/>
                    </a:cubicBezTo>
                    <a:cubicBezTo>
                      <a:pt x="824819" y="18036"/>
                      <a:pt x="828774" y="27585"/>
                      <a:pt x="828774" y="37541"/>
                    </a:cubicBezTo>
                    <a:lnTo>
                      <a:pt x="828774" y="381559"/>
                    </a:lnTo>
                    <a:cubicBezTo>
                      <a:pt x="828774" y="402292"/>
                      <a:pt x="811967" y="419100"/>
                      <a:pt x="791233" y="419100"/>
                    </a:cubicBezTo>
                    <a:lnTo>
                      <a:pt x="37541" y="419100"/>
                    </a:lnTo>
                    <a:cubicBezTo>
                      <a:pt x="16808" y="419100"/>
                      <a:pt x="0" y="402292"/>
                      <a:pt x="0" y="381559"/>
                    </a:cubicBezTo>
                    <a:lnTo>
                      <a:pt x="0" y="37541"/>
                    </a:lnTo>
                    <a:cubicBezTo>
                      <a:pt x="0" y="16808"/>
                      <a:pt x="16808" y="0"/>
                      <a:pt x="37541" y="0"/>
                    </a:cubicBezTo>
                    <a:close/>
                  </a:path>
                </a:pathLst>
              </a:custGeom>
              <a:solidFill>
                <a:srgbClr val="1B1F23"/>
              </a:solidFill>
              <a:ln cap="rnd">
                <a:noFill/>
                <a:prstDash val="solid"/>
                <a:round/>
              </a:ln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68" name="TextBox 17">
                <a:extLst>
                  <a:ext uri="{FF2B5EF4-FFF2-40B4-BE49-F238E27FC236}">
                    <a16:creationId xmlns:a16="http://schemas.microsoft.com/office/drawing/2014/main" id="{50379523-A079-B6CE-B56B-BF5A01DF0CE5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828774" cy="4381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grpSp>
          <p:nvGrpSpPr>
            <p:cNvPr id="62" name="Group 18">
              <a:extLst>
                <a:ext uri="{FF2B5EF4-FFF2-40B4-BE49-F238E27FC236}">
                  <a16:creationId xmlns:a16="http://schemas.microsoft.com/office/drawing/2014/main" id="{AA3CEE5F-ACA8-1A13-3181-D692CD9E3278}"/>
                </a:ext>
              </a:extLst>
            </p:cNvPr>
            <p:cNvGrpSpPr/>
            <p:nvPr/>
          </p:nvGrpSpPr>
          <p:grpSpPr>
            <a:xfrm rot="5400000">
              <a:off x="-1121602" y="1121602"/>
              <a:ext cx="2715768" cy="472564"/>
              <a:chOff x="0" y="0"/>
              <a:chExt cx="2280065" cy="396749"/>
            </a:xfrm>
          </p:grpSpPr>
          <p:sp>
            <p:nvSpPr>
              <p:cNvPr id="65" name="Freeform 19">
                <a:extLst>
                  <a:ext uri="{FF2B5EF4-FFF2-40B4-BE49-F238E27FC236}">
                    <a16:creationId xmlns:a16="http://schemas.microsoft.com/office/drawing/2014/main" id="{BEE55777-5349-C924-25CF-3A06AF047C47}"/>
                  </a:ext>
                </a:extLst>
              </p:cNvPr>
              <p:cNvSpPr/>
              <p:nvPr/>
            </p:nvSpPr>
            <p:spPr>
              <a:xfrm>
                <a:off x="0" y="0"/>
                <a:ext cx="2280065" cy="396749"/>
              </a:xfrm>
              <a:custGeom>
                <a:avLst/>
                <a:gdLst/>
                <a:ahLst/>
                <a:cxnLst/>
                <a:rect l="l" t="t" r="r" b="b"/>
                <a:pathLst>
                  <a:path w="2280065" h="396749">
                    <a:moveTo>
                      <a:pt x="760432" y="377680"/>
                    </a:moveTo>
                    <a:cubicBezTo>
                      <a:pt x="877325" y="389193"/>
                      <a:pt x="1010218" y="396749"/>
                      <a:pt x="1140647" y="396749"/>
                    </a:cubicBezTo>
                    <a:cubicBezTo>
                      <a:pt x="1271079" y="396749"/>
                      <a:pt x="1396588" y="390272"/>
                      <a:pt x="1512249" y="378758"/>
                    </a:cubicBezTo>
                    <a:cubicBezTo>
                      <a:pt x="1514713" y="378398"/>
                      <a:pt x="1517173" y="378398"/>
                      <a:pt x="1519633" y="378039"/>
                    </a:cubicBezTo>
                    <a:cubicBezTo>
                      <a:pt x="1953990" y="331984"/>
                      <a:pt x="2273914" y="210370"/>
                      <a:pt x="2280065" y="77488"/>
                    </a:cubicBezTo>
                    <a:lnTo>
                      <a:pt x="2280065" y="0"/>
                    </a:lnTo>
                    <a:lnTo>
                      <a:pt x="0" y="0"/>
                    </a:lnTo>
                    <a:lnTo>
                      <a:pt x="0" y="77431"/>
                    </a:lnTo>
                    <a:cubicBezTo>
                      <a:pt x="6152" y="211089"/>
                      <a:pt x="321153" y="332704"/>
                      <a:pt x="760432" y="377680"/>
                    </a:cubicBezTo>
                    <a:close/>
                  </a:path>
                </a:pathLst>
              </a:custGeom>
              <a:solidFill>
                <a:srgbClr val="FF3131"/>
              </a:solidFill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66" name="TextBox 20">
                <a:extLst>
                  <a:ext uri="{FF2B5EF4-FFF2-40B4-BE49-F238E27FC236}">
                    <a16:creationId xmlns:a16="http://schemas.microsoft.com/office/drawing/2014/main" id="{E9AA796C-63E7-FBD4-6B00-D2C259D85F56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2280065" cy="28879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sp>
          <p:nvSpPr>
            <p:cNvPr id="63" name="TextBox 21">
              <a:extLst>
                <a:ext uri="{FF2B5EF4-FFF2-40B4-BE49-F238E27FC236}">
                  <a16:creationId xmlns:a16="http://schemas.microsoft.com/office/drawing/2014/main" id="{7427EEF1-7A04-0EED-CD4E-D1EC0A2281DA}"/>
                </a:ext>
              </a:extLst>
            </p:cNvPr>
            <p:cNvSpPr txBox="1"/>
            <p:nvPr/>
          </p:nvSpPr>
          <p:spPr>
            <a:xfrm>
              <a:off x="757248" y="193499"/>
              <a:ext cx="2571596" cy="68215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1" indent="0">
                <a:lnSpc>
                  <a:spcPts val="4199"/>
                </a:lnSpc>
              </a:pPr>
              <a:r>
                <a:rPr lang="en-US" sz="2999" spc="-80" dirty="0">
                  <a:solidFill>
                    <a:srgbClr val="FF3131"/>
                  </a:solidFill>
                  <a:latin typeface="Poppins"/>
                  <a:ea typeface="Poppins"/>
                  <a:cs typeface="Poppins"/>
                  <a:sym typeface="Poppins"/>
                </a:rPr>
                <a:t>Commit 3</a:t>
              </a:r>
            </a:p>
          </p:txBody>
        </p:sp>
        <p:sp>
          <p:nvSpPr>
            <p:cNvPr id="64" name="TextBox 22">
              <a:extLst>
                <a:ext uri="{FF2B5EF4-FFF2-40B4-BE49-F238E27FC236}">
                  <a16:creationId xmlns:a16="http://schemas.microsoft.com/office/drawing/2014/main" id="{AFCEB555-086C-DCA9-0486-97B0E12CF976}"/>
                </a:ext>
              </a:extLst>
            </p:cNvPr>
            <p:cNvSpPr txBox="1"/>
            <p:nvPr/>
          </p:nvSpPr>
          <p:spPr>
            <a:xfrm>
              <a:off x="757248" y="939624"/>
              <a:ext cx="4650518" cy="11322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3359"/>
                </a:lnSpc>
              </a:pPr>
              <a:r>
                <a:rPr lang="en-US" sz="2400" spc="-64" dirty="0">
                  <a:solidFill>
                    <a:srgbClr val="FFFFFF">
                      <a:alpha val="80000"/>
                    </a:srgbClr>
                  </a:solidFill>
                  <a:latin typeface="Poppins"/>
                  <a:ea typeface="Poppins"/>
                  <a:cs typeface="Poppins"/>
                  <a:sym typeface="Poppins"/>
                </a:rPr>
                <a:t>Se </a:t>
              </a:r>
              <a:r>
                <a:rPr lang="en-US" sz="2400" spc="-64" dirty="0" err="1">
                  <a:solidFill>
                    <a:srgbClr val="FFFFFF">
                      <a:alpha val="80000"/>
                    </a:srgbClr>
                  </a:solidFill>
                  <a:latin typeface="Poppins"/>
                  <a:ea typeface="Poppins"/>
                  <a:cs typeface="Poppins"/>
                  <a:sym typeface="Poppins"/>
                </a:rPr>
                <a:t>agregaron</a:t>
              </a:r>
              <a:r>
                <a:rPr lang="en-US" sz="2400" spc="-64" dirty="0">
                  <a:solidFill>
                    <a:srgbClr val="FFFFFF">
                      <a:alpha val="80000"/>
                    </a:srgbClr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2400" spc="-64" dirty="0" err="1">
                  <a:solidFill>
                    <a:srgbClr val="FFFFFF">
                      <a:alpha val="80000"/>
                    </a:srgbClr>
                  </a:solidFill>
                  <a:latin typeface="Poppins"/>
                  <a:ea typeface="Poppins"/>
                  <a:cs typeface="Poppins"/>
                  <a:sym typeface="Poppins"/>
                </a:rPr>
                <a:t>validaciones</a:t>
              </a:r>
              <a:endParaRPr lang="en-US" sz="2400" spc="-64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69" name="Freeform 23">
            <a:extLst>
              <a:ext uri="{FF2B5EF4-FFF2-40B4-BE49-F238E27FC236}">
                <a16:creationId xmlns:a16="http://schemas.microsoft.com/office/drawing/2014/main" id="{1A39C2E0-5DF6-BE3F-E31E-001F1280AD96}"/>
              </a:ext>
            </a:extLst>
          </p:cNvPr>
          <p:cNvSpPr/>
          <p:nvPr/>
        </p:nvSpPr>
        <p:spPr>
          <a:xfrm>
            <a:off x="10042728" y="8131018"/>
            <a:ext cx="694644" cy="694644"/>
          </a:xfrm>
          <a:custGeom>
            <a:avLst/>
            <a:gdLst/>
            <a:ahLst/>
            <a:cxnLst/>
            <a:rect l="l" t="t" r="r" b="b"/>
            <a:pathLst>
              <a:path w="694644" h="694644">
                <a:moveTo>
                  <a:pt x="0" y="0"/>
                </a:moveTo>
                <a:lnTo>
                  <a:pt x="694644" y="0"/>
                </a:lnTo>
                <a:lnTo>
                  <a:pt x="694644" y="694644"/>
                </a:lnTo>
                <a:lnTo>
                  <a:pt x="0" y="6946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71" name="AutoShape 13">
            <a:extLst>
              <a:ext uri="{FF2B5EF4-FFF2-40B4-BE49-F238E27FC236}">
                <a16:creationId xmlns:a16="http://schemas.microsoft.com/office/drawing/2014/main" id="{27A07988-E2BA-4933-D8C2-4C60EF4A191B}"/>
              </a:ext>
            </a:extLst>
          </p:cNvPr>
          <p:cNvSpPr/>
          <p:nvPr/>
        </p:nvSpPr>
        <p:spPr>
          <a:xfrm>
            <a:off x="10347462" y="3033926"/>
            <a:ext cx="0" cy="913872"/>
          </a:xfrm>
          <a:prstGeom prst="line">
            <a:avLst/>
          </a:prstGeom>
          <a:ln w="57150" cap="flat">
            <a:solidFill>
              <a:srgbClr val="F15226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23" name="Freeform 23">
            <a:extLst>
              <a:ext uri="{FF2B5EF4-FFF2-40B4-BE49-F238E27FC236}">
                <a16:creationId xmlns:a16="http://schemas.microsoft.com/office/drawing/2014/main" id="{793E783B-59DF-12BD-6678-478FCBECE746}"/>
              </a:ext>
            </a:extLst>
          </p:cNvPr>
          <p:cNvSpPr/>
          <p:nvPr/>
        </p:nvSpPr>
        <p:spPr>
          <a:xfrm>
            <a:off x="10000140" y="3600475"/>
            <a:ext cx="694644" cy="694644"/>
          </a:xfrm>
          <a:custGeom>
            <a:avLst/>
            <a:gdLst/>
            <a:ahLst/>
            <a:cxnLst/>
            <a:rect l="l" t="t" r="r" b="b"/>
            <a:pathLst>
              <a:path w="694644" h="694644">
                <a:moveTo>
                  <a:pt x="0" y="0"/>
                </a:moveTo>
                <a:lnTo>
                  <a:pt x="694644" y="0"/>
                </a:lnTo>
                <a:lnTo>
                  <a:pt x="694644" y="694644"/>
                </a:lnTo>
                <a:lnTo>
                  <a:pt x="0" y="6946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3270478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59" grpId="0" build="allAtOnce"/>
      <p:bldP spid="55" grpId="0" animBg="1"/>
      <p:bldP spid="69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9E25F2-5D18-EA5C-E7F6-67A0201D8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DC8543F-D956-F7CE-47B9-DFCA43814F52}"/>
              </a:ext>
            </a:extLst>
          </p:cNvPr>
          <p:cNvSpPr/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18" name="Grupo 117">
            <a:extLst>
              <a:ext uri="{FF2B5EF4-FFF2-40B4-BE49-F238E27FC236}">
                <a16:creationId xmlns:a16="http://schemas.microsoft.com/office/drawing/2014/main" id="{409FE8F4-2C02-3E26-E8B0-6902CB6D6AD8}"/>
              </a:ext>
            </a:extLst>
          </p:cNvPr>
          <p:cNvGrpSpPr/>
          <p:nvPr/>
        </p:nvGrpSpPr>
        <p:grpSpPr>
          <a:xfrm>
            <a:off x="12194536" y="1143738"/>
            <a:ext cx="4569009" cy="2403585"/>
            <a:chOff x="683894" y="4389234"/>
            <a:chExt cx="5183506" cy="3333626"/>
          </a:xfrm>
        </p:grpSpPr>
        <p:grpSp>
          <p:nvGrpSpPr>
            <p:cNvPr id="119" name="Group 13">
              <a:extLst>
                <a:ext uri="{FF2B5EF4-FFF2-40B4-BE49-F238E27FC236}">
                  <a16:creationId xmlns:a16="http://schemas.microsoft.com/office/drawing/2014/main" id="{D4874CA9-6744-537A-2876-7FD6357B6506}"/>
                </a:ext>
              </a:extLst>
            </p:cNvPr>
            <p:cNvGrpSpPr/>
            <p:nvPr/>
          </p:nvGrpSpPr>
          <p:grpSpPr>
            <a:xfrm>
              <a:off x="683894" y="4389234"/>
              <a:ext cx="5183506" cy="3333626"/>
              <a:chOff x="0" y="0"/>
              <a:chExt cx="1351154" cy="731404"/>
            </a:xfrm>
          </p:grpSpPr>
          <p:sp>
            <p:nvSpPr>
              <p:cNvPr id="121" name="Freeform 14">
                <a:extLst>
                  <a:ext uri="{FF2B5EF4-FFF2-40B4-BE49-F238E27FC236}">
                    <a16:creationId xmlns:a16="http://schemas.microsoft.com/office/drawing/2014/main" id="{511DBA1A-D39F-C5F3-D164-2B2A9368B0B3}"/>
                  </a:ext>
                </a:extLst>
              </p:cNvPr>
              <p:cNvSpPr/>
              <p:nvPr/>
            </p:nvSpPr>
            <p:spPr>
              <a:xfrm>
                <a:off x="0" y="0"/>
                <a:ext cx="1351154" cy="731404"/>
              </a:xfrm>
              <a:custGeom>
                <a:avLst/>
                <a:gdLst/>
                <a:ahLst/>
                <a:cxnLst/>
                <a:rect l="l" t="t" r="r" b="b"/>
                <a:pathLst>
                  <a:path w="1351154" h="731404">
                    <a:moveTo>
                      <a:pt x="23027" y="0"/>
                    </a:moveTo>
                    <a:lnTo>
                      <a:pt x="1328127" y="0"/>
                    </a:lnTo>
                    <a:cubicBezTo>
                      <a:pt x="1340845" y="0"/>
                      <a:pt x="1351154" y="10310"/>
                      <a:pt x="1351154" y="23027"/>
                    </a:cubicBezTo>
                    <a:lnTo>
                      <a:pt x="1351154" y="708377"/>
                    </a:lnTo>
                    <a:cubicBezTo>
                      <a:pt x="1351154" y="721094"/>
                      <a:pt x="1340845" y="731404"/>
                      <a:pt x="1328127" y="731404"/>
                    </a:cubicBezTo>
                    <a:lnTo>
                      <a:pt x="23027" y="731404"/>
                    </a:lnTo>
                    <a:cubicBezTo>
                      <a:pt x="10310" y="731404"/>
                      <a:pt x="0" y="721094"/>
                      <a:pt x="0" y="708377"/>
                    </a:cubicBezTo>
                    <a:lnTo>
                      <a:pt x="0" y="23027"/>
                    </a:lnTo>
                    <a:cubicBezTo>
                      <a:pt x="0" y="10310"/>
                      <a:pt x="10310" y="0"/>
                      <a:pt x="23027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38100" cap="rnd">
                <a:solidFill>
                  <a:srgbClr val="B4B4B4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122" name="TextBox 15">
                <a:extLst>
                  <a:ext uri="{FF2B5EF4-FFF2-40B4-BE49-F238E27FC236}">
                    <a16:creationId xmlns:a16="http://schemas.microsoft.com/office/drawing/2014/main" id="{5953674D-A6A5-D078-A7E9-63E873084680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1154" cy="75045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sp>
          <p:nvSpPr>
            <p:cNvPr id="120" name="TextBox 16">
              <a:extLst>
                <a:ext uri="{FF2B5EF4-FFF2-40B4-BE49-F238E27FC236}">
                  <a16:creationId xmlns:a16="http://schemas.microsoft.com/office/drawing/2014/main" id="{FB3410FC-E90E-BF2C-8813-E07C0C1EE3E2}"/>
                </a:ext>
              </a:extLst>
            </p:cNvPr>
            <p:cNvSpPr txBox="1"/>
            <p:nvPr/>
          </p:nvSpPr>
          <p:spPr>
            <a:xfrm>
              <a:off x="869605" y="4490295"/>
              <a:ext cx="4769193" cy="54765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1" indent="0" algn="ctr">
                <a:lnSpc>
                  <a:spcPts val="4479"/>
                </a:lnSpc>
              </a:pPr>
              <a:r>
                <a:rPr lang="en-US" sz="3199" b="1" spc="-86" dirty="0" err="1">
                  <a:solidFill>
                    <a:srgbClr val="FF3131"/>
                  </a:solidFill>
                  <a:latin typeface="Poppins"/>
                  <a:ea typeface="Poppins"/>
                  <a:cs typeface="Poppins"/>
                  <a:sym typeface="Poppins"/>
                </a:rPr>
                <a:t>Modificado</a:t>
              </a:r>
              <a:endParaRPr lang="en-US" sz="3199" b="1" spc="-86" dirty="0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" name="Group 3">
            <a:extLst>
              <a:ext uri="{FF2B5EF4-FFF2-40B4-BE49-F238E27FC236}">
                <a16:creationId xmlns:a16="http://schemas.microsoft.com/office/drawing/2014/main" id="{BC0A0A03-B601-D5E8-A161-D95EED4A53B7}"/>
              </a:ext>
            </a:extLst>
          </p:cNvPr>
          <p:cNvGrpSpPr/>
          <p:nvPr/>
        </p:nvGrpSpPr>
        <p:grpSpPr>
          <a:xfrm>
            <a:off x="-698849" y="9575651"/>
            <a:ext cx="19685699" cy="2666805"/>
            <a:chOff x="0" y="0"/>
            <a:chExt cx="5184711" cy="702368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3882E188-E612-C4DF-733D-356C71B21044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FC891E91-6335-1823-2A31-F9296B985E61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72FCFD74-80D6-28C0-7FB6-45FB2AD50B98}"/>
              </a:ext>
            </a:extLst>
          </p:cNvPr>
          <p:cNvSpPr/>
          <p:nvPr/>
        </p:nvSpPr>
        <p:spPr>
          <a:xfrm>
            <a:off x="15872392" y="2091327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2918374D-1231-7AE0-902D-6316EEE1DE1E}"/>
              </a:ext>
            </a:extLst>
          </p:cNvPr>
          <p:cNvSpPr/>
          <p:nvPr/>
        </p:nvSpPr>
        <p:spPr>
          <a:xfrm>
            <a:off x="16901092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7AB3AD15-E4A6-73F3-18F3-2D73208E30C4}"/>
              </a:ext>
            </a:extLst>
          </p:cNvPr>
          <p:cNvSpPr/>
          <p:nvPr/>
        </p:nvSpPr>
        <p:spPr>
          <a:xfrm flipH="1">
            <a:off x="-1389129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887FDB53-BE70-41C1-2708-CE5826197210}"/>
              </a:ext>
            </a:extLst>
          </p:cNvPr>
          <p:cNvSpPr/>
          <p:nvPr/>
        </p:nvSpPr>
        <p:spPr>
          <a:xfrm flipH="1">
            <a:off x="-360429" y="2459791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7" name="Group 17">
            <a:extLst>
              <a:ext uri="{FF2B5EF4-FFF2-40B4-BE49-F238E27FC236}">
                <a16:creationId xmlns:a16="http://schemas.microsoft.com/office/drawing/2014/main" id="{74D8099A-8F96-84A9-B7E6-5085FD64B6D3}"/>
              </a:ext>
            </a:extLst>
          </p:cNvPr>
          <p:cNvGrpSpPr/>
          <p:nvPr/>
        </p:nvGrpSpPr>
        <p:grpSpPr>
          <a:xfrm>
            <a:off x="-698849" y="-1923855"/>
            <a:ext cx="19685699" cy="2666805"/>
            <a:chOff x="0" y="0"/>
            <a:chExt cx="5184711" cy="702368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73D86E15-B559-BCE4-C1DB-47AC69C04C58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702F4367-31C8-D520-DC69-BB5DE8E5B3A8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grpSp>
        <p:nvGrpSpPr>
          <p:cNvPr id="113" name="Group 52">
            <a:extLst>
              <a:ext uri="{FF2B5EF4-FFF2-40B4-BE49-F238E27FC236}">
                <a16:creationId xmlns:a16="http://schemas.microsoft.com/office/drawing/2014/main" id="{A20224A3-E382-6087-03F5-EA1038401EEE}"/>
              </a:ext>
            </a:extLst>
          </p:cNvPr>
          <p:cNvGrpSpPr/>
          <p:nvPr/>
        </p:nvGrpSpPr>
        <p:grpSpPr>
          <a:xfrm>
            <a:off x="1188019" y="8172420"/>
            <a:ext cx="9320543" cy="960554"/>
            <a:chOff x="0" y="0"/>
            <a:chExt cx="2441105" cy="197645"/>
          </a:xfrm>
        </p:grpSpPr>
        <p:sp>
          <p:nvSpPr>
            <p:cNvPr id="116" name="Freeform 53">
              <a:extLst>
                <a:ext uri="{FF2B5EF4-FFF2-40B4-BE49-F238E27FC236}">
                  <a16:creationId xmlns:a16="http://schemas.microsoft.com/office/drawing/2014/main" id="{9813AE63-3234-2AE4-96A8-1B4A280495E7}"/>
                </a:ext>
              </a:extLst>
            </p:cNvPr>
            <p:cNvSpPr/>
            <p:nvPr/>
          </p:nvSpPr>
          <p:spPr>
            <a:xfrm>
              <a:off x="0" y="0"/>
              <a:ext cx="2441105" cy="197645"/>
            </a:xfrm>
            <a:custGeom>
              <a:avLst/>
              <a:gdLst/>
              <a:ahLst/>
              <a:cxnLst/>
              <a:rect l="l" t="t" r="r" b="b"/>
              <a:pathLst>
                <a:path w="2441105" h="197645">
                  <a:moveTo>
                    <a:pt x="12745" y="0"/>
                  </a:moveTo>
                  <a:lnTo>
                    <a:pt x="2428360" y="0"/>
                  </a:lnTo>
                  <a:cubicBezTo>
                    <a:pt x="2431740" y="0"/>
                    <a:pt x="2434982" y="1343"/>
                    <a:pt x="2437372" y="3733"/>
                  </a:cubicBezTo>
                  <a:cubicBezTo>
                    <a:pt x="2439763" y="6123"/>
                    <a:pt x="2441105" y="9365"/>
                    <a:pt x="2441105" y="12745"/>
                  </a:cubicBezTo>
                  <a:lnTo>
                    <a:pt x="2441105" y="184899"/>
                  </a:lnTo>
                  <a:cubicBezTo>
                    <a:pt x="2441105" y="188280"/>
                    <a:pt x="2439763" y="191522"/>
                    <a:pt x="2437372" y="193912"/>
                  </a:cubicBezTo>
                  <a:cubicBezTo>
                    <a:pt x="2434982" y="196302"/>
                    <a:pt x="2431740" y="197645"/>
                    <a:pt x="2428360" y="197645"/>
                  </a:cubicBezTo>
                  <a:lnTo>
                    <a:pt x="12745" y="197645"/>
                  </a:lnTo>
                  <a:cubicBezTo>
                    <a:pt x="9365" y="197645"/>
                    <a:pt x="6123" y="196302"/>
                    <a:pt x="3733" y="193912"/>
                  </a:cubicBezTo>
                  <a:cubicBezTo>
                    <a:pt x="1343" y="191522"/>
                    <a:pt x="0" y="188280"/>
                    <a:pt x="0" y="184899"/>
                  </a:cubicBezTo>
                  <a:lnTo>
                    <a:pt x="0" y="12745"/>
                  </a:lnTo>
                  <a:cubicBezTo>
                    <a:pt x="0" y="9365"/>
                    <a:pt x="1343" y="6123"/>
                    <a:pt x="3733" y="3733"/>
                  </a:cubicBezTo>
                  <a:cubicBezTo>
                    <a:pt x="6123" y="1343"/>
                    <a:pt x="9365" y="0"/>
                    <a:pt x="12745" y="0"/>
                  </a:cubicBezTo>
                  <a:close/>
                </a:path>
              </a:pathLst>
            </a:custGeom>
            <a:solidFill>
              <a:srgbClr val="0F0E0E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17" name="TextBox 54">
              <a:extLst>
                <a:ext uri="{FF2B5EF4-FFF2-40B4-BE49-F238E27FC236}">
                  <a16:creationId xmlns:a16="http://schemas.microsoft.com/office/drawing/2014/main" id="{0C7AEE94-CEDB-C96B-3FB4-F56404503EF0}"/>
                </a:ext>
              </a:extLst>
            </p:cNvPr>
            <p:cNvSpPr txBox="1"/>
            <p:nvPr/>
          </p:nvSpPr>
          <p:spPr>
            <a:xfrm>
              <a:off x="0" y="-19050"/>
              <a:ext cx="2441105" cy="2166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114" name="TextBox 55">
            <a:extLst>
              <a:ext uri="{FF2B5EF4-FFF2-40B4-BE49-F238E27FC236}">
                <a16:creationId xmlns:a16="http://schemas.microsoft.com/office/drawing/2014/main" id="{D882EF63-9AC3-9325-90B8-7B32672DEB25}"/>
              </a:ext>
            </a:extLst>
          </p:cNvPr>
          <p:cNvSpPr txBox="1"/>
          <p:nvPr/>
        </p:nvSpPr>
        <p:spPr>
          <a:xfrm>
            <a:off x="2153407" y="8317543"/>
            <a:ext cx="6460211" cy="504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4199"/>
              </a:lnSpc>
            </a:pPr>
            <a:endParaRPr/>
          </a:p>
        </p:txBody>
      </p:sp>
      <p:sp>
        <p:nvSpPr>
          <p:cNvPr id="115" name="TextBox 56">
            <a:extLst>
              <a:ext uri="{FF2B5EF4-FFF2-40B4-BE49-F238E27FC236}">
                <a16:creationId xmlns:a16="http://schemas.microsoft.com/office/drawing/2014/main" id="{8DDB34D7-F690-2E01-9DA6-4EC4B65F56DD}"/>
              </a:ext>
            </a:extLst>
          </p:cNvPr>
          <p:cNvSpPr txBox="1"/>
          <p:nvPr/>
        </p:nvSpPr>
        <p:spPr>
          <a:xfrm>
            <a:off x="1422289" y="8423597"/>
            <a:ext cx="8852003" cy="413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359"/>
              </a:lnSpc>
            </a:pPr>
            <a:r>
              <a:rPr lang="en-US" sz="2400" spc="-6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&gt; git commit –m “commit 1”</a:t>
            </a:r>
            <a:endParaRPr lang="en-US" sz="2400" spc="-64" dirty="0">
              <a:solidFill>
                <a:srgbClr val="D9D9D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23" name="Grupo 122">
            <a:extLst>
              <a:ext uri="{FF2B5EF4-FFF2-40B4-BE49-F238E27FC236}">
                <a16:creationId xmlns:a16="http://schemas.microsoft.com/office/drawing/2014/main" id="{BAAE2773-726D-70F9-2B53-B258F8092CBF}"/>
              </a:ext>
            </a:extLst>
          </p:cNvPr>
          <p:cNvGrpSpPr/>
          <p:nvPr/>
        </p:nvGrpSpPr>
        <p:grpSpPr>
          <a:xfrm>
            <a:off x="12194536" y="4015151"/>
            <a:ext cx="4569009" cy="2403585"/>
            <a:chOff x="6337647" y="4389234"/>
            <a:chExt cx="5183506" cy="3333626"/>
          </a:xfrm>
        </p:grpSpPr>
        <p:grpSp>
          <p:nvGrpSpPr>
            <p:cNvPr id="124" name="Group 13">
              <a:extLst>
                <a:ext uri="{FF2B5EF4-FFF2-40B4-BE49-F238E27FC236}">
                  <a16:creationId xmlns:a16="http://schemas.microsoft.com/office/drawing/2014/main" id="{F841187D-947D-FB40-4FB2-62C219209600}"/>
                </a:ext>
              </a:extLst>
            </p:cNvPr>
            <p:cNvGrpSpPr/>
            <p:nvPr/>
          </p:nvGrpSpPr>
          <p:grpSpPr>
            <a:xfrm>
              <a:off x="6337647" y="4389234"/>
              <a:ext cx="5183506" cy="3333626"/>
              <a:chOff x="0" y="0"/>
              <a:chExt cx="1351154" cy="731404"/>
            </a:xfrm>
          </p:grpSpPr>
          <p:sp>
            <p:nvSpPr>
              <p:cNvPr id="126" name="Freeform 14">
                <a:extLst>
                  <a:ext uri="{FF2B5EF4-FFF2-40B4-BE49-F238E27FC236}">
                    <a16:creationId xmlns:a16="http://schemas.microsoft.com/office/drawing/2014/main" id="{59C34504-758B-D65A-546A-57ADE18722C8}"/>
                  </a:ext>
                </a:extLst>
              </p:cNvPr>
              <p:cNvSpPr/>
              <p:nvPr/>
            </p:nvSpPr>
            <p:spPr>
              <a:xfrm>
                <a:off x="0" y="0"/>
                <a:ext cx="1351154" cy="731404"/>
              </a:xfrm>
              <a:custGeom>
                <a:avLst/>
                <a:gdLst/>
                <a:ahLst/>
                <a:cxnLst/>
                <a:rect l="l" t="t" r="r" b="b"/>
                <a:pathLst>
                  <a:path w="1351154" h="731404">
                    <a:moveTo>
                      <a:pt x="23027" y="0"/>
                    </a:moveTo>
                    <a:lnTo>
                      <a:pt x="1328127" y="0"/>
                    </a:lnTo>
                    <a:cubicBezTo>
                      <a:pt x="1340845" y="0"/>
                      <a:pt x="1351154" y="10310"/>
                      <a:pt x="1351154" y="23027"/>
                    </a:cubicBezTo>
                    <a:lnTo>
                      <a:pt x="1351154" y="708377"/>
                    </a:lnTo>
                    <a:cubicBezTo>
                      <a:pt x="1351154" y="721094"/>
                      <a:pt x="1340845" y="731404"/>
                      <a:pt x="1328127" y="731404"/>
                    </a:cubicBezTo>
                    <a:lnTo>
                      <a:pt x="23027" y="731404"/>
                    </a:lnTo>
                    <a:cubicBezTo>
                      <a:pt x="10310" y="731404"/>
                      <a:pt x="0" y="721094"/>
                      <a:pt x="0" y="708377"/>
                    </a:cubicBezTo>
                    <a:lnTo>
                      <a:pt x="0" y="23027"/>
                    </a:lnTo>
                    <a:cubicBezTo>
                      <a:pt x="0" y="10310"/>
                      <a:pt x="10310" y="0"/>
                      <a:pt x="23027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38100" cap="rnd">
                <a:solidFill>
                  <a:srgbClr val="B4B4B4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127" name="TextBox 15">
                <a:extLst>
                  <a:ext uri="{FF2B5EF4-FFF2-40B4-BE49-F238E27FC236}">
                    <a16:creationId xmlns:a16="http://schemas.microsoft.com/office/drawing/2014/main" id="{3C4171F8-C127-70DD-D792-E85FD3D941A0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1154" cy="75045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sp>
          <p:nvSpPr>
            <p:cNvPr id="125" name="TextBox 16">
              <a:extLst>
                <a:ext uri="{FF2B5EF4-FFF2-40B4-BE49-F238E27FC236}">
                  <a16:creationId xmlns:a16="http://schemas.microsoft.com/office/drawing/2014/main" id="{9DAFC714-E936-09AE-8CD7-2C1536358D0F}"/>
                </a:ext>
              </a:extLst>
            </p:cNvPr>
            <p:cNvSpPr txBox="1"/>
            <p:nvPr/>
          </p:nvSpPr>
          <p:spPr>
            <a:xfrm>
              <a:off x="6523358" y="4490295"/>
              <a:ext cx="4769193" cy="54765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1" indent="0" algn="ctr">
                <a:lnSpc>
                  <a:spcPts val="4479"/>
                </a:lnSpc>
              </a:pPr>
              <a:r>
                <a:rPr lang="en-US" sz="3199" b="1" spc="-86" dirty="0" err="1">
                  <a:solidFill>
                    <a:srgbClr val="00B050"/>
                  </a:solidFill>
                  <a:latin typeface="Poppins"/>
                  <a:ea typeface="Poppins"/>
                  <a:cs typeface="Poppins"/>
                  <a:sym typeface="Poppins"/>
                </a:rPr>
                <a:t>Preparado</a:t>
              </a:r>
              <a:endParaRPr lang="en-US" sz="3199" b="1" spc="-86" dirty="0">
                <a:solidFill>
                  <a:srgbClr val="00B05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28" name="Grupo 127">
            <a:extLst>
              <a:ext uri="{FF2B5EF4-FFF2-40B4-BE49-F238E27FC236}">
                <a16:creationId xmlns:a16="http://schemas.microsoft.com/office/drawing/2014/main" id="{16DACACE-4CE7-D69A-970D-EFD6EFC38117}"/>
              </a:ext>
            </a:extLst>
          </p:cNvPr>
          <p:cNvGrpSpPr/>
          <p:nvPr/>
        </p:nvGrpSpPr>
        <p:grpSpPr>
          <a:xfrm>
            <a:off x="12194536" y="6729389"/>
            <a:ext cx="4569009" cy="2403585"/>
            <a:chOff x="6337647" y="4389234"/>
            <a:chExt cx="5183506" cy="3333626"/>
          </a:xfrm>
        </p:grpSpPr>
        <p:grpSp>
          <p:nvGrpSpPr>
            <p:cNvPr id="129" name="Group 13">
              <a:extLst>
                <a:ext uri="{FF2B5EF4-FFF2-40B4-BE49-F238E27FC236}">
                  <a16:creationId xmlns:a16="http://schemas.microsoft.com/office/drawing/2014/main" id="{B52156DF-EB26-3333-2A39-87E70AD1FF37}"/>
                </a:ext>
              </a:extLst>
            </p:cNvPr>
            <p:cNvGrpSpPr/>
            <p:nvPr/>
          </p:nvGrpSpPr>
          <p:grpSpPr>
            <a:xfrm>
              <a:off x="6337647" y="4389234"/>
              <a:ext cx="5183506" cy="3333626"/>
              <a:chOff x="0" y="0"/>
              <a:chExt cx="1351154" cy="731404"/>
            </a:xfrm>
          </p:grpSpPr>
          <p:sp>
            <p:nvSpPr>
              <p:cNvPr id="131" name="Freeform 14">
                <a:extLst>
                  <a:ext uri="{FF2B5EF4-FFF2-40B4-BE49-F238E27FC236}">
                    <a16:creationId xmlns:a16="http://schemas.microsoft.com/office/drawing/2014/main" id="{1221D1D5-BF1B-56CB-0F53-03843837D3A8}"/>
                  </a:ext>
                </a:extLst>
              </p:cNvPr>
              <p:cNvSpPr/>
              <p:nvPr/>
            </p:nvSpPr>
            <p:spPr>
              <a:xfrm>
                <a:off x="0" y="0"/>
                <a:ext cx="1351154" cy="731404"/>
              </a:xfrm>
              <a:custGeom>
                <a:avLst/>
                <a:gdLst/>
                <a:ahLst/>
                <a:cxnLst/>
                <a:rect l="l" t="t" r="r" b="b"/>
                <a:pathLst>
                  <a:path w="1351154" h="731404">
                    <a:moveTo>
                      <a:pt x="23027" y="0"/>
                    </a:moveTo>
                    <a:lnTo>
                      <a:pt x="1328127" y="0"/>
                    </a:lnTo>
                    <a:cubicBezTo>
                      <a:pt x="1340845" y="0"/>
                      <a:pt x="1351154" y="10310"/>
                      <a:pt x="1351154" y="23027"/>
                    </a:cubicBezTo>
                    <a:lnTo>
                      <a:pt x="1351154" y="708377"/>
                    </a:lnTo>
                    <a:cubicBezTo>
                      <a:pt x="1351154" y="721094"/>
                      <a:pt x="1340845" y="731404"/>
                      <a:pt x="1328127" y="731404"/>
                    </a:cubicBezTo>
                    <a:lnTo>
                      <a:pt x="23027" y="731404"/>
                    </a:lnTo>
                    <a:cubicBezTo>
                      <a:pt x="10310" y="731404"/>
                      <a:pt x="0" y="721094"/>
                      <a:pt x="0" y="708377"/>
                    </a:cubicBezTo>
                    <a:lnTo>
                      <a:pt x="0" y="23027"/>
                    </a:lnTo>
                    <a:cubicBezTo>
                      <a:pt x="0" y="10310"/>
                      <a:pt x="10310" y="0"/>
                      <a:pt x="23027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38100" cap="rnd">
                <a:solidFill>
                  <a:srgbClr val="B4B4B4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132" name="TextBox 15">
                <a:extLst>
                  <a:ext uri="{FF2B5EF4-FFF2-40B4-BE49-F238E27FC236}">
                    <a16:creationId xmlns:a16="http://schemas.microsoft.com/office/drawing/2014/main" id="{7BFB534E-25A0-E374-E120-02A9D095B632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1154" cy="75045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sp>
          <p:nvSpPr>
            <p:cNvPr id="130" name="TextBox 16">
              <a:extLst>
                <a:ext uri="{FF2B5EF4-FFF2-40B4-BE49-F238E27FC236}">
                  <a16:creationId xmlns:a16="http://schemas.microsoft.com/office/drawing/2014/main" id="{B5886B21-80ED-7A75-D5E9-8CC2006D055A}"/>
                </a:ext>
              </a:extLst>
            </p:cNvPr>
            <p:cNvSpPr txBox="1"/>
            <p:nvPr/>
          </p:nvSpPr>
          <p:spPr>
            <a:xfrm>
              <a:off x="6523358" y="4490295"/>
              <a:ext cx="4769193" cy="54765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1" indent="0" algn="ctr">
                <a:lnSpc>
                  <a:spcPts val="4479"/>
                </a:lnSpc>
              </a:pPr>
              <a:r>
                <a:rPr lang="en-US" sz="3199" b="1" spc="-86" dirty="0">
                  <a:solidFill>
                    <a:schemeClr val="bg1"/>
                  </a:solidFill>
                  <a:latin typeface="Poppins"/>
                  <a:ea typeface="Poppins"/>
                  <a:cs typeface="Poppins"/>
                  <a:sym typeface="Poppins"/>
                </a:rPr>
                <a:t>Guardado</a:t>
              </a:r>
            </a:p>
          </p:txBody>
        </p:sp>
      </p:grpSp>
      <p:sp>
        <p:nvSpPr>
          <p:cNvPr id="205" name="TextBox 22">
            <a:extLst>
              <a:ext uri="{FF2B5EF4-FFF2-40B4-BE49-F238E27FC236}">
                <a16:creationId xmlns:a16="http://schemas.microsoft.com/office/drawing/2014/main" id="{8B55886D-9C1A-2EBD-5F55-F2A1EE93AE18}"/>
              </a:ext>
            </a:extLst>
          </p:cNvPr>
          <p:cNvSpPr txBox="1"/>
          <p:nvPr/>
        </p:nvSpPr>
        <p:spPr>
          <a:xfrm>
            <a:off x="2083536" y="4512898"/>
            <a:ext cx="3612844" cy="254548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1874"/>
              </a:lnSpc>
            </a:pPr>
            <a:endParaRPr/>
          </a:p>
        </p:txBody>
      </p:sp>
      <p:grpSp>
        <p:nvGrpSpPr>
          <p:cNvPr id="206" name="Group 36">
            <a:extLst>
              <a:ext uri="{FF2B5EF4-FFF2-40B4-BE49-F238E27FC236}">
                <a16:creationId xmlns:a16="http://schemas.microsoft.com/office/drawing/2014/main" id="{6D50958B-2702-E91D-A10E-D7E940A6F96F}"/>
              </a:ext>
            </a:extLst>
          </p:cNvPr>
          <p:cNvGrpSpPr/>
          <p:nvPr/>
        </p:nvGrpSpPr>
        <p:grpSpPr>
          <a:xfrm>
            <a:off x="1165559" y="876400"/>
            <a:ext cx="6376953" cy="7053071"/>
            <a:chOff x="0" y="0"/>
            <a:chExt cx="1351154" cy="731404"/>
          </a:xfrm>
        </p:grpSpPr>
        <p:sp>
          <p:nvSpPr>
            <p:cNvPr id="207" name="Freeform 37">
              <a:extLst>
                <a:ext uri="{FF2B5EF4-FFF2-40B4-BE49-F238E27FC236}">
                  <a16:creationId xmlns:a16="http://schemas.microsoft.com/office/drawing/2014/main" id="{CB252118-7E51-B9B1-3469-CF37D40BFEED}"/>
                </a:ext>
              </a:extLst>
            </p:cNvPr>
            <p:cNvSpPr/>
            <p:nvPr/>
          </p:nvSpPr>
          <p:spPr>
            <a:xfrm>
              <a:off x="0" y="0"/>
              <a:ext cx="1351154" cy="731404"/>
            </a:xfrm>
            <a:custGeom>
              <a:avLst/>
              <a:gdLst/>
              <a:ahLst/>
              <a:cxnLst/>
              <a:rect l="l" t="t" r="r" b="b"/>
              <a:pathLst>
                <a:path w="1351154" h="731404">
                  <a:moveTo>
                    <a:pt x="23027" y="0"/>
                  </a:moveTo>
                  <a:lnTo>
                    <a:pt x="1328127" y="0"/>
                  </a:lnTo>
                  <a:cubicBezTo>
                    <a:pt x="1340845" y="0"/>
                    <a:pt x="1351154" y="10310"/>
                    <a:pt x="1351154" y="23027"/>
                  </a:cubicBezTo>
                  <a:lnTo>
                    <a:pt x="1351154" y="708377"/>
                  </a:lnTo>
                  <a:cubicBezTo>
                    <a:pt x="1351154" y="721094"/>
                    <a:pt x="1340845" y="731404"/>
                    <a:pt x="1328127" y="731404"/>
                  </a:cubicBezTo>
                  <a:lnTo>
                    <a:pt x="23027" y="731404"/>
                  </a:lnTo>
                  <a:cubicBezTo>
                    <a:pt x="10310" y="731404"/>
                    <a:pt x="0" y="721094"/>
                    <a:pt x="0" y="708377"/>
                  </a:cubicBezTo>
                  <a:lnTo>
                    <a:pt x="0" y="23027"/>
                  </a:lnTo>
                  <a:cubicBezTo>
                    <a:pt x="0" y="10310"/>
                    <a:pt x="10310" y="0"/>
                    <a:pt x="23027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B4B4B4"/>
              </a:solidFill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208" name="TextBox 38">
              <a:extLst>
                <a:ext uri="{FF2B5EF4-FFF2-40B4-BE49-F238E27FC236}">
                  <a16:creationId xmlns:a16="http://schemas.microsoft.com/office/drawing/2014/main" id="{9510A95E-10C1-8EE6-0FB9-A71479382F66}"/>
                </a:ext>
              </a:extLst>
            </p:cNvPr>
            <p:cNvSpPr txBox="1"/>
            <p:nvPr/>
          </p:nvSpPr>
          <p:spPr>
            <a:xfrm>
              <a:off x="0" y="-19050"/>
              <a:ext cx="1351154" cy="7504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209" name="TextBox 39">
            <a:extLst>
              <a:ext uri="{FF2B5EF4-FFF2-40B4-BE49-F238E27FC236}">
                <a16:creationId xmlns:a16="http://schemas.microsoft.com/office/drawing/2014/main" id="{C4733777-6FD3-3E45-017A-D1DE9600AD97}"/>
              </a:ext>
            </a:extLst>
          </p:cNvPr>
          <p:cNvSpPr txBox="1"/>
          <p:nvPr/>
        </p:nvSpPr>
        <p:spPr>
          <a:xfrm>
            <a:off x="1467206" y="1114918"/>
            <a:ext cx="5201002" cy="539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4479"/>
              </a:lnSpc>
            </a:pPr>
            <a:r>
              <a:rPr lang="en-US" sz="3199" spc="-86" dirty="0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Mi </a:t>
            </a:r>
            <a:r>
              <a:rPr lang="en-US" sz="3199" spc="-86" dirty="0" err="1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máquina</a:t>
            </a:r>
            <a:r>
              <a:rPr lang="en-US" sz="3199" spc="-86" dirty="0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 local</a:t>
            </a:r>
          </a:p>
        </p:txBody>
      </p:sp>
      <p:grpSp>
        <p:nvGrpSpPr>
          <p:cNvPr id="210" name="Group 40">
            <a:extLst>
              <a:ext uri="{FF2B5EF4-FFF2-40B4-BE49-F238E27FC236}">
                <a16:creationId xmlns:a16="http://schemas.microsoft.com/office/drawing/2014/main" id="{FAE25B25-4EA0-9F34-B863-6318AAF830CB}"/>
              </a:ext>
            </a:extLst>
          </p:cNvPr>
          <p:cNvGrpSpPr/>
          <p:nvPr/>
        </p:nvGrpSpPr>
        <p:grpSpPr>
          <a:xfrm>
            <a:off x="1456672" y="2316143"/>
            <a:ext cx="5723513" cy="5473651"/>
            <a:chOff x="0" y="0"/>
            <a:chExt cx="1358522" cy="590257"/>
          </a:xfrm>
        </p:grpSpPr>
        <p:sp>
          <p:nvSpPr>
            <p:cNvPr id="211" name="Freeform 41">
              <a:extLst>
                <a:ext uri="{FF2B5EF4-FFF2-40B4-BE49-F238E27FC236}">
                  <a16:creationId xmlns:a16="http://schemas.microsoft.com/office/drawing/2014/main" id="{AE1B1630-310F-3051-B6EB-FF6993748A04}"/>
                </a:ext>
              </a:extLst>
            </p:cNvPr>
            <p:cNvSpPr/>
            <p:nvPr/>
          </p:nvSpPr>
          <p:spPr>
            <a:xfrm>
              <a:off x="0" y="0"/>
              <a:ext cx="1358522" cy="590257"/>
            </a:xfrm>
            <a:custGeom>
              <a:avLst/>
              <a:gdLst/>
              <a:ahLst/>
              <a:cxnLst/>
              <a:rect l="l" t="t" r="r" b="b"/>
              <a:pathLst>
                <a:path w="1358522" h="590257">
                  <a:moveTo>
                    <a:pt x="26643" y="0"/>
                  </a:moveTo>
                  <a:lnTo>
                    <a:pt x="1331879" y="0"/>
                  </a:lnTo>
                  <a:cubicBezTo>
                    <a:pt x="1338945" y="0"/>
                    <a:pt x="1345722" y="2807"/>
                    <a:pt x="1350719" y="7803"/>
                  </a:cubicBezTo>
                  <a:cubicBezTo>
                    <a:pt x="1355715" y="12800"/>
                    <a:pt x="1358522" y="19577"/>
                    <a:pt x="1358522" y="26643"/>
                  </a:cubicBezTo>
                  <a:lnTo>
                    <a:pt x="1358522" y="563615"/>
                  </a:lnTo>
                  <a:cubicBezTo>
                    <a:pt x="1358522" y="570681"/>
                    <a:pt x="1355715" y="577458"/>
                    <a:pt x="1350719" y="582454"/>
                  </a:cubicBezTo>
                  <a:cubicBezTo>
                    <a:pt x="1345722" y="587450"/>
                    <a:pt x="1338945" y="590257"/>
                    <a:pt x="1331879" y="590257"/>
                  </a:cubicBezTo>
                  <a:lnTo>
                    <a:pt x="26643" y="590257"/>
                  </a:lnTo>
                  <a:cubicBezTo>
                    <a:pt x="19577" y="590257"/>
                    <a:pt x="12800" y="587450"/>
                    <a:pt x="7803" y="582454"/>
                  </a:cubicBezTo>
                  <a:cubicBezTo>
                    <a:pt x="2807" y="577458"/>
                    <a:pt x="0" y="570681"/>
                    <a:pt x="0" y="563615"/>
                  </a:cubicBezTo>
                  <a:lnTo>
                    <a:pt x="0" y="26643"/>
                  </a:lnTo>
                  <a:cubicBezTo>
                    <a:pt x="0" y="19577"/>
                    <a:pt x="2807" y="12800"/>
                    <a:pt x="7803" y="7803"/>
                  </a:cubicBezTo>
                  <a:cubicBezTo>
                    <a:pt x="12800" y="2807"/>
                    <a:pt x="19577" y="0"/>
                    <a:pt x="26643" y="0"/>
                  </a:cubicBezTo>
                  <a:close/>
                </a:path>
              </a:pathLst>
            </a:custGeom>
            <a:solidFill>
              <a:srgbClr val="0F0E0E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212" name="TextBox 42">
              <a:extLst>
                <a:ext uri="{FF2B5EF4-FFF2-40B4-BE49-F238E27FC236}">
                  <a16:creationId xmlns:a16="http://schemas.microsoft.com/office/drawing/2014/main" id="{B0FC32FB-F81A-489E-E776-A3D40CD77C9A}"/>
                </a:ext>
              </a:extLst>
            </p:cNvPr>
            <p:cNvSpPr txBox="1"/>
            <p:nvPr/>
          </p:nvSpPr>
          <p:spPr>
            <a:xfrm>
              <a:off x="0" y="-19050"/>
              <a:ext cx="1358522" cy="6093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grpSp>
        <p:nvGrpSpPr>
          <p:cNvPr id="214" name="Group 57">
            <a:extLst>
              <a:ext uri="{FF2B5EF4-FFF2-40B4-BE49-F238E27FC236}">
                <a16:creationId xmlns:a16="http://schemas.microsoft.com/office/drawing/2014/main" id="{CA6D5059-672E-6110-9719-26C7F372CE0C}"/>
              </a:ext>
            </a:extLst>
          </p:cNvPr>
          <p:cNvGrpSpPr/>
          <p:nvPr/>
        </p:nvGrpSpPr>
        <p:grpSpPr>
          <a:xfrm>
            <a:off x="3531949" y="4985776"/>
            <a:ext cx="1876174" cy="341111"/>
            <a:chOff x="0" y="0"/>
            <a:chExt cx="2644177" cy="477582"/>
          </a:xfrm>
        </p:grpSpPr>
        <p:sp>
          <p:nvSpPr>
            <p:cNvPr id="229" name="TextBox 58">
              <a:extLst>
                <a:ext uri="{FF2B5EF4-FFF2-40B4-BE49-F238E27FC236}">
                  <a16:creationId xmlns:a16="http://schemas.microsoft.com/office/drawing/2014/main" id="{E5FD428D-4602-BB75-40E0-F7D5C582627A}"/>
                </a:ext>
              </a:extLst>
            </p:cNvPr>
            <p:cNvSpPr txBox="1"/>
            <p:nvPr/>
          </p:nvSpPr>
          <p:spPr>
            <a:xfrm>
              <a:off x="455042" y="-66675"/>
              <a:ext cx="2189134" cy="5442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3359"/>
                </a:lnSpc>
              </a:pPr>
              <a:r>
                <a:rPr lang="en-US" sz="2400" spc="-6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styles.css</a:t>
              </a:r>
            </a:p>
          </p:txBody>
        </p:sp>
        <p:grpSp>
          <p:nvGrpSpPr>
            <p:cNvPr id="230" name="Group 59">
              <a:extLst>
                <a:ext uri="{FF2B5EF4-FFF2-40B4-BE49-F238E27FC236}">
                  <a16:creationId xmlns:a16="http://schemas.microsoft.com/office/drawing/2014/main" id="{E118A1B9-0BBC-1AF0-D01A-2FF2DC3EC0A6}"/>
                </a:ext>
              </a:extLst>
            </p:cNvPr>
            <p:cNvGrpSpPr/>
            <p:nvPr/>
          </p:nvGrpSpPr>
          <p:grpSpPr>
            <a:xfrm>
              <a:off x="0" y="69221"/>
              <a:ext cx="350938" cy="339139"/>
              <a:chOff x="0" y="0"/>
              <a:chExt cx="69321" cy="66990"/>
            </a:xfrm>
          </p:grpSpPr>
          <p:sp>
            <p:nvSpPr>
              <p:cNvPr id="231" name="Freeform 60">
                <a:extLst>
                  <a:ext uri="{FF2B5EF4-FFF2-40B4-BE49-F238E27FC236}">
                    <a16:creationId xmlns:a16="http://schemas.microsoft.com/office/drawing/2014/main" id="{9B44A0B2-347F-B497-4115-94BD97E785E7}"/>
                  </a:ext>
                </a:extLst>
              </p:cNvPr>
              <p:cNvSpPr/>
              <p:nvPr/>
            </p:nvSpPr>
            <p:spPr>
              <a:xfrm>
                <a:off x="0" y="0"/>
                <a:ext cx="69321" cy="66990"/>
              </a:xfrm>
              <a:custGeom>
                <a:avLst/>
                <a:gdLst/>
                <a:ahLst/>
                <a:cxnLst/>
                <a:rect l="l" t="t" r="r" b="b"/>
                <a:pathLst>
                  <a:path w="69321" h="66990">
                    <a:moveTo>
                      <a:pt x="0" y="0"/>
                    </a:moveTo>
                    <a:lnTo>
                      <a:pt x="69321" y="0"/>
                    </a:lnTo>
                    <a:lnTo>
                      <a:pt x="69321" y="66990"/>
                    </a:lnTo>
                    <a:lnTo>
                      <a:pt x="0" y="66990"/>
                    </a:lnTo>
                    <a:close/>
                  </a:path>
                </a:pathLst>
              </a:custGeom>
              <a:solidFill>
                <a:srgbClr val="CB6CE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232" name="TextBox 61">
                <a:extLst>
                  <a:ext uri="{FF2B5EF4-FFF2-40B4-BE49-F238E27FC236}">
                    <a16:creationId xmlns:a16="http://schemas.microsoft.com/office/drawing/2014/main" id="{CDA4A9D7-BD08-A00D-D9C1-9417A420CF37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69321" cy="860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 dirty="0"/>
              </a:p>
            </p:txBody>
          </p:sp>
        </p:grpSp>
      </p:grpSp>
      <p:grpSp>
        <p:nvGrpSpPr>
          <p:cNvPr id="215" name="Grupo 214">
            <a:extLst>
              <a:ext uri="{FF2B5EF4-FFF2-40B4-BE49-F238E27FC236}">
                <a16:creationId xmlns:a16="http://schemas.microsoft.com/office/drawing/2014/main" id="{F52D9EDC-ED7D-C52B-4A91-2E6F873FCF48}"/>
              </a:ext>
            </a:extLst>
          </p:cNvPr>
          <p:cNvGrpSpPr/>
          <p:nvPr/>
        </p:nvGrpSpPr>
        <p:grpSpPr>
          <a:xfrm>
            <a:off x="3530672" y="5808395"/>
            <a:ext cx="1995646" cy="413190"/>
            <a:chOff x="3899399" y="2821328"/>
            <a:chExt cx="1995646" cy="413190"/>
          </a:xfrm>
        </p:grpSpPr>
        <p:sp>
          <p:nvSpPr>
            <p:cNvPr id="227" name="TextBox 68">
              <a:extLst>
                <a:ext uri="{FF2B5EF4-FFF2-40B4-BE49-F238E27FC236}">
                  <a16:creationId xmlns:a16="http://schemas.microsoft.com/office/drawing/2014/main" id="{010358CE-CC01-7153-E220-D81924385E39}"/>
                </a:ext>
              </a:extLst>
            </p:cNvPr>
            <p:cNvSpPr txBox="1"/>
            <p:nvPr/>
          </p:nvSpPr>
          <p:spPr>
            <a:xfrm>
              <a:off x="4222274" y="2821328"/>
              <a:ext cx="1672771" cy="4131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3359"/>
                </a:lnSpc>
              </a:pPr>
              <a:r>
                <a:rPr lang="en-US" sz="2400" spc="-6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styles-2.js</a:t>
              </a:r>
            </a:p>
          </p:txBody>
        </p:sp>
        <p:sp>
          <p:nvSpPr>
            <p:cNvPr id="228" name="Freeform 70">
              <a:extLst>
                <a:ext uri="{FF2B5EF4-FFF2-40B4-BE49-F238E27FC236}">
                  <a16:creationId xmlns:a16="http://schemas.microsoft.com/office/drawing/2014/main" id="{FF0DA9C5-B492-6B82-3617-71A7E0336C84}"/>
                </a:ext>
              </a:extLst>
            </p:cNvPr>
            <p:cNvSpPr/>
            <p:nvPr/>
          </p:nvSpPr>
          <p:spPr>
            <a:xfrm>
              <a:off x="3899399" y="2918391"/>
              <a:ext cx="249008" cy="242229"/>
            </a:xfrm>
            <a:custGeom>
              <a:avLst/>
              <a:gdLst/>
              <a:ahLst/>
              <a:cxnLst/>
              <a:rect l="l" t="t" r="r" b="b"/>
              <a:pathLst>
                <a:path w="69321" h="66990">
                  <a:moveTo>
                    <a:pt x="0" y="0"/>
                  </a:moveTo>
                  <a:lnTo>
                    <a:pt x="69321" y="0"/>
                  </a:lnTo>
                  <a:lnTo>
                    <a:pt x="69321" y="66990"/>
                  </a:lnTo>
                  <a:lnTo>
                    <a:pt x="0" y="66990"/>
                  </a:lnTo>
                  <a:close/>
                </a:path>
              </a:pathLst>
            </a:custGeom>
            <a:solidFill>
              <a:srgbClr val="FFFF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216" name="Group 67">
            <a:extLst>
              <a:ext uri="{FF2B5EF4-FFF2-40B4-BE49-F238E27FC236}">
                <a16:creationId xmlns:a16="http://schemas.microsoft.com/office/drawing/2014/main" id="{2BA8BD8F-F4F4-9A51-F1DA-873EE3507BDA}"/>
              </a:ext>
            </a:extLst>
          </p:cNvPr>
          <p:cNvGrpSpPr/>
          <p:nvPr/>
        </p:nvGrpSpPr>
        <p:grpSpPr>
          <a:xfrm>
            <a:off x="3532819" y="5408525"/>
            <a:ext cx="1995646" cy="341111"/>
            <a:chOff x="0" y="0"/>
            <a:chExt cx="2812553" cy="477582"/>
          </a:xfrm>
        </p:grpSpPr>
        <p:sp>
          <p:nvSpPr>
            <p:cNvPr id="223" name="TextBox 68">
              <a:extLst>
                <a:ext uri="{FF2B5EF4-FFF2-40B4-BE49-F238E27FC236}">
                  <a16:creationId xmlns:a16="http://schemas.microsoft.com/office/drawing/2014/main" id="{2EA2F163-1590-34DC-F42C-1A51490147F8}"/>
                </a:ext>
              </a:extLst>
            </p:cNvPr>
            <p:cNvSpPr txBox="1"/>
            <p:nvPr/>
          </p:nvSpPr>
          <p:spPr>
            <a:xfrm>
              <a:off x="455042" y="-66675"/>
              <a:ext cx="2357511" cy="5442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3359"/>
                </a:lnSpc>
              </a:pPr>
              <a:r>
                <a:rPr lang="en-US" sz="2400" spc="-6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scripts.js</a:t>
              </a:r>
            </a:p>
          </p:txBody>
        </p:sp>
        <p:grpSp>
          <p:nvGrpSpPr>
            <p:cNvPr id="224" name="Group 69">
              <a:extLst>
                <a:ext uri="{FF2B5EF4-FFF2-40B4-BE49-F238E27FC236}">
                  <a16:creationId xmlns:a16="http://schemas.microsoft.com/office/drawing/2014/main" id="{216CD7DF-B82B-439D-1CD8-90AB13EF97DC}"/>
                </a:ext>
              </a:extLst>
            </p:cNvPr>
            <p:cNvGrpSpPr/>
            <p:nvPr/>
          </p:nvGrpSpPr>
          <p:grpSpPr>
            <a:xfrm>
              <a:off x="0" y="69221"/>
              <a:ext cx="350938" cy="339139"/>
              <a:chOff x="0" y="0"/>
              <a:chExt cx="69321" cy="66990"/>
            </a:xfrm>
          </p:grpSpPr>
          <p:sp>
            <p:nvSpPr>
              <p:cNvPr id="225" name="Freeform 70">
                <a:extLst>
                  <a:ext uri="{FF2B5EF4-FFF2-40B4-BE49-F238E27FC236}">
                    <a16:creationId xmlns:a16="http://schemas.microsoft.com/office/drawing/2014/main" id="{AC791332-A6AE-DC07-6518-BF81AE18DC8A}"/>
                  </a:ext>
                </a:extLst>
              </p:cNvPr>
              <p:cNvSpPr/>
              <p:nvPr/>
            </p:nvSpPr>
            <p:spPr>
              <a:xfrm>
                <a:off x="0" y="0"/>
                <a:ext cx="69321" cy="66990"/>
              </a:xfrm>
              <a:custGeom>
                <a:avLst/>
                <a:gdLst/>
                <a:ahLst/>
                <a:cxnLst/>
                <a:rect l="l" t="t" r="r" b="b"/>
                <a:pathLst>
                  <a:path w="69321" h="66990">
                    <a:moveTo>
                      <a:pt x="0" y="0"/>
                    </a:moveTo>
                    <a:lnTo>
                      <a:pt x="69321" y="0"/>
                    </a:lnTo>
                    <a:lnTo>
                      <a:pt x="69321" y="66990"/>
                    </a:lnTo>
                    <a:lnTo>
                      <a:pt x="0" y="66990"/>
                    </a:lnTo>
                    <a:close/>
                  </a:path>
                </a:pathLst>
              </a:custGeom>
              <a:solidFill>
                <a:srgbClr val="1E3EE3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226" name="TextBox 71">
                <a:extLst>
                  <a:ext uri="{FF2B5EF4-FFF2-40B4-BE49-F238E27FC236}">
                    <a16:creationId xmlns:a16="http://schemas.microsoft.com/office/drawing/2014/main" id="{67234E22-6D0A-C89A-4138-0BDF37B5875F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69321" cy="860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</p:grpSp>
      <p:grpSp>
        <p:nvGrpSpPr>
          <p:cNvPr id="217" name="Group 72">
            <a:extLst>
              <a:ext uri="{FF2B5EF4-FFF2-40B4-BE49-F238E27FC236}">
                <a16:creationId xmlns:a16="http://schemas.microsoft.com/office/drawing/2014/main" id="{E59323BF-976C-5411-0BEF-89979C1FD362}"/>
              </a:ext>
            </a:extLst>
          </p:cNvPr>
          <p:cNvGrpSpPr/>
          <p:nvPr/>
        </p:nvGrpSpPr>
        <p:grpSpPr>
          <a:xfrm>
            <a:off x="3515432" y="4511452"/>
            <a:ext cx="2473533" cy="388733"/>
            <a:chOff x="0" y="-66674"/>
            <a:chExt cx="3486061" cy="544257"/>
          </a:xfrm>
        </p:grpSpPr>
        <p:sp>
          <p:nvSpPr>
            <p:cNvPr id="219" name="TextBox 73">
              <a:extLst>
                <a:ext uri="{FF2B5EF4-FFF2-40B4-BE49-F238E27FC236}">
                  <a16:creationId xmlns:a16="http://schemas.microsoft.com/office/drawing/2014/main" id="{09E9B6D5-4B93-C11C-6515-79E365814C9A}"/>
                </a:ext>
              </a:extLst>
            </p:cNvPr>
            <p:cNvSpPr txBox="1"/>
            <p:nvPr/>
          </p:nvSpPr>
          <p:spPr>
            <a:xfrm>
              <a:off x="455043" y="-66674"/>
              <a:ext cx="3031018" cy="5442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3359"/>
                </a:lnSpc>
              </a:pPr>
              <a:r>
                <a:rPr lang="en-US" sz="2400" spc="-6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index.html</a:t>
              </a:r>
            </a:p>
          </p:txBody>
        </p:sp>
        <p:grpSp>
          <p:nvGrpSpPr>
            <p:cNvPr id="220" name="Group 74">
              <a:extLst>
                <a:ext uri="{FF2B5EF4-FFF2-40B4-BE49-F238E27FC236}">
                  <a16:creationId xmlns:a16="http://schemas.microsoft.com/office/drawing/2014/main" id="{AA9BB6CB-1274-1EED-4E8E-34B7E5CA1041}"/>
                </a:ext>
              </a:extLst>
            </p:cNvPr>
            <p:cNvGrpSpPr/>
            <p:nvPr/>
          </p:nvGrpSpPr>
          <p:grpSpPr>
            <a:xfrm>
              <a:off x="0" y="69221"/>
              <a:ext cx="350938" cy="339139"/>
              <a:chOff x="0" y="0"/>
              <a:chExt cx="69321" cy="66990"/>
            </a:xfrm>
          </p:grpSpPr>
          <p:sp>
            <p:nvSpPr>
              <p:cNvPr id="221" name="Freeform 75">
                <a:extLst>
                  <a:ext uri="{FF2B5EF4-FFF2-40B4-BE49-F238E27FC236}">
                    <a16:creationId xmlns:a16="http://schemas.microsoft.com/office/drawing/2014/main" id="{7BD4F847-E6F8-1725-B090-F5D8B838BDE6}"/>
                  </a:ext>
                </a:extLst>
              </p:cNvPr>
              <p:cNvSpPr/>
              <p:nvPr/>
            </p:nvSpPr>
            <p:spPr>
              <a:xfrm>
                <a:off x="0" y="0"/>
                <a:ext cx="69321" cy="66990"/>
              </a:xfrm>
              <a:custGeom>
                <a:avLst/>
                <a:gdLst/>
                <a:ahLst/>
                <a:cxnLst/>
                <a:rect l="l" t="t" r="r" b="b"/>
                <a:pathLst>
                  <a:path w="69321" h="66990">
                    <a:moveTo>
                      <a:pt x="0" y="0"/>
                    </a:moveTo>
                    <a:lnTo>
                      <a:pt x="69321" y="0"/>
                    </a:lnTo>
                    <a:lnTo>
                      <a:pt x="69321" y="66990"/>
                    </a:lnTo>
                    <a:lnTo>
                      <a:pt x="0" y="66990"/>
                    </a:lnTo>
                    <a:close/>
                  </a:path>
                </a:pathLst>
              </a:custGeom>
              <a:solidFill>
                <a:srgbClr val="7ED957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222" name="TextBox 76">
                <a:extLst>
                  <a:ext uri="{FF2B5EF4-FFF2-40B4-BE49-F238E27FC236}">
                    <a16:creationId xmlns:a16="http://schemas.microsoft.com/office/drawing/2014/main" id="{05370FF9-F375-F2A8-35D8-7F6EC4CB6B1A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69321" cy="860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</p:grpSp>
      <p:grpSp>
        <p:nvGrpSpPr>
          <p:cNvPr id="233" name="Grupo 232">
            <a:extLst>
              <a:ext uri="{FF2B5EF4-FFF2-40B4-BE49-F238E27FC236}">
                <a16:creationId xmlns:a16="http://schemas.microsoft.com/office/drawing/2014/main" id="{F0486291-5E52-4C49-6666-755CC1C4E823}"/>
              </a:ext>
            </a:extLst>
          </p:cNvPr>
          <p:cNvGrpSpPr/>
          <p:nvPr/>
        </p:nvGrpSpPr>
        <p:grpSpPr>
          <a:xfrm>
            <a:off x="1456673" y="2672822"/>
            <a:ext cx="5369360" cy="742727"/>
            <a:chOff x="11277600" y="1501245"/>
            <a:chExt cx="7277100" cy="1203855"/>
          </a:xfrm>
        </p:grpSpPr>
        <p:grpSp>
          <p:nvGrpSpPr>
            <p:cNvPr id="234" name="Group 9">
              <a:extLst>
                <a:ext uri="{FF2B5EF4-FFF2-40B4-BE49-F238E27FC236}">
                  <a16:creationId xmlns:a16="http://schemas.microsoft.com/office/drawing/2014/main" id="{42B8F98A-0DB0-CFC5-FB9E-36C5066FC97E}"/>
                </a:ext>
              </a:extLst>
            </p:cNvPr>
            <p:cNvGrpSpPr/>
            <p:nvPr/>
          </p:nvGrpSpPr>
          <p:grpSpPr>
            <a:xfrm>
              <a:off x="11277600" y="1501245"/>
              <a:ext cx="7277100" cy="1203855"/>
              <a:chOff x="0" y="-47625"/>
              <a:chExt cx="2734992" cy="466725"/>
            </a:xfrm>
          </p:grpSpPr>
          <p:sp>
            <p:nvSpPr>
              <p:cNvPr id="238" name="Freeform 10">
                <a:extLst>
                  <a:ext uri="{FF2B5EF4-FFF2-40B4-BE49-F238E27FC236}">
                    <a16:creationId xmlns:a16="http://schemas.microsoft.com/office/drawing/2014/main" id="{24D29826-0216-2C31-5F09-E168901F3FF5}"/>
                  </a:ext>
                </a:extLst>
              </p:cNvPr>
              <p:cNvSpPr/>
              <p:nvPr/>
            </p:nvSpPr>
            <p:spPr>
              <a:xfrm>
                <a:off x="0" y="0"/>
                <a:ext cx="2734992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2031332" h="419100">
                    <a:moveTo>
                      <a:pt x="23643" y="0"/>
                    </a:moveTo>
                    <a:lnTo>
                      <a:pt x="2007689" y="0"/>
                    </a:lnTo>
                    <a:cubicBezTo>
                      <a:pt x="2020747" y="0"/>
                      <a:pt x="2031332" y="10585"/>
                      <a:pt x="2031332" y="23643"/>
                    </a:cubicBezTo>
                    <a:lnTo>
                      <a:pt x="2031332" y="395457"/>
                    </a:lnTo>
                    <a:cubicBezTo>
                      <a:pt x="2031332" y="401727"/>
                      <a:pt x="2028841" y="407741"/>
                      <a:pt x="2024407" y="412175"/>
                    </a:cubicBezTo>
                    <a:cubicBezTo>
                      <a:pt x="2019973" y="416609"/>
                      <a:pt x="2013959" y="419100"/>
                      <a:pt x="2007689" y="419100"/>
                    </a:cubicBezTo>
                    <a:lnTo>
                      <a:pt x="23643" y="419100"/>
                    </a:lnTo>
                    <a:cubicBezTo>
                      <a:pt x="17373" y="419100"/>
                      <a:pt x="11359" y="416609"/>
                      <a:pt x="6925" y="412175"/>
                    </a:cubicBezTo>
                    <a:cubicBezTo>
                      <a:pt x="2491" y="407741"/>
                      <a:pt x="0" y="401727"/>
                      <a:pt x="0" y="395457"/>
                    </a:cubicBezTo>
                    <a:lnTo>
                      <a:pt x="0" y="23643"/>
                    </a:lnTo>
                    <a:cubicBezTo>
                      <a:pt x="0" y="17373"/>
                      <a:pt x="2491" y="11359"/>
                      <a:pt x="6925" y="6925"/>
                    </a:cubicBezTo>
                    <a:cubicBezTo>
                      <a:pt x="11359" y="2491"/>
                      <a:pt x="17373" y="0"/>
                      <a:pt x="23643" y="0"/>
                    </a:cubicBezTo>
                    <a:close/>
                  </a:path>
                </a:pathLst>
              </a:custGeom>
              <a:noFill/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239" name="TextBox 11">
                <a:extLst>
                  <a:ext uri="{FF2B5EF4-FFF2-40B4-BE49-F238E27FC236}">
                    <a16:creationId xmlns:a16="http://schemas.microsoft.com/office/drawing/2014/main" id="{57F3FE6B-3C74-A50D-F6D3-16D332CFE6EC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2031332" cy="4667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11"/>
                  </a:lnSpc>
                </a:pPr>
                <a:endParaRPr/>
              </a:p>
            </p:txBody>
          </p:sp>
        </p:grpSp>
        <p:grpSp>
          <p:nvGrpSpPr>
            <p:cNvPr id="235" name="Grupo 234">
              <a:extLst>
                <a:ext uri="{FF2B5EF4-FFF2-40B4-BE49-F238E27FC236}">
                  <a16:creationId xmlns:a16="http://schemas.microsoft.com/office/drawing/2014/main" id="{21F1F30B-1FE0-0819-B8EA-27A63425E982}"/>
                </a:ext>
              </a:extLst>
            </p:cNvPr>
            <p:cNvGrpSpPr/>
            <p:nvPr/>
          </p:nvGrpSpPr>
          <p:grpSpPr>
            <a:xfrm>
              <a:off x="12279056" y="1790700"/>
              <a:ext cx="4970491" cy="695681"/>
              <a:chOff x="12337765" y="1831143"/>
              <a:chExt cx="4970491" cy="695681"/>
            </a:xfrm>
          </p:grpSpPr>
          <p:sp>
            <p:nvSpPr>
              <p:cNvPr id="236" name="TextBox 14">
                <a:extLst>
                  <a:ext uri="{FF2B5EF4-FFF2-40B4-BE49-F238E27FC236}">
                    <a16:creationId xmlns:a16="http://schemas.microsoft.com/office/drawing/2014/main" id="{AD15BE79-6552-925C-C538-AEE4519EE86B}"/>
                  </a:ext>
                </a:extLst>
              </p:cNvPr>
              <p:cNvSpPr txBox="1"/>
              <p:nvPr/>
            </p:nvSpPr>
            <p:spPr>
              <a:xfrm>
                <a:off x="13117929" y="1916776"/>
                <a:ext cx="4190327" cy="52441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3611"/>
                  </a:lnSpc>
                </a:pPr>
                <a:r>
                  <a:rPr lang="en-US" sz="2799" dirty="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feature/mi-</a:t>
                </a:r>
                <a:r>
                  <a:rPr lang="en-US" sz="2799" dirty="0" err="1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rama</a:t>
                </a:r>
                <a:endParaRPr lang="en-US" sz="2799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pic>
            <p:nvPicPr>
              <p:cNvPr id="237" name="Imagen 236" descr="Git-branch - Free vector icons on creazilla.com">
                <a:extLst>
                  <a:ext uri="{FF2B5EF4-FFF2-40B4-BE49-F238E27FC236}">
                    <a16:creationId xmlns:a16="http://schemas.microsoft.com/office/drawing/2014/main" id="{69A5F5FC-BEE0-9F93-E2FB-7F2AC25BFE4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duotone>
                  <a:schemeClr val="accent3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rightnessContrast bright="40000" contrast="4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12337765" y="1831143"/>
                <a:ext cx="695681" cy="695681"/>
              </a:xfrm>
              <a:prstGeom prst="rect">
                <a:avLst/>
              </a:prstGeom>
            </p:spPr>
          </p:pic>
        </p:grpSp>
      </p:grpSp>
      <p:grpSp>
        <p:nvGrpSpPr>
          <p:cNvPr id="240" name="Grupo 239">
            <a:extLst>
              <a:ext uri="{FF2B5EF4-FFF2-40B4-BE49-F238E27FC236}">
                <a16:creationId xmlns:a16="http://schemas.microsoft.com/office/drawing/2014/main" id="{2E78055B-B561-5323-79E4-943FB719F70C}"/>
              </a:ext>
            </a:extLst>
          </p:cNvPr>
          <p:cNvGrpSpPr/>
          <p:nvPr/>
        </p:nvGrpSpPr>
        <p:grpSpPr>
          <a:xfrm>
            <a:off x="1456672" y="1738380"/>
            <a:ext cx="5723513" cy="973670"/>
            <a:chOff x="709547" y="2145505"/>
            <a:chExt cx="5369360" cy="973670"/>
          </a:xfrm>
        </p:grpSpPr>
        <p:grpSp>
          <p:nvGrpSpPr>
            <p:cNvPr id="241" name="Group 9">
              <a:extLst>
                <a:ext uri="{FF2B5EF4-FFF2-40B4-BE49-F238E27FC236}">
                  <a16:creationId xmlns:a16="http://schemas.microsoft.com/office/drawing/2014/main" id="{9ADAF383-6F48-C212-E4E7-C1FDA1826CE4}"/>
                </a:ext>
              </a:extLst>
            </p:cNvPr>
            <p:cNvGrpSpPr/>
            <p:nvPr/>
          </p:nvGrpSpPr>
          <p:grpSpPr>
            <a:xfrm>
              <a:off x="709547" y="2145505"/>
              <a:ext cx="5369360" cy="973670"/>
              <a:chOff x="0" y="-47625"/>
              <a:chExt cx="2734992" cy="466725"/>
            </a:xfrm>
          </p:grpSpPr>
          <p:sp>
            <p:nvSpPr>
              <p:cNvPr id="244" name="Freeform 10">
                <a:extLst>
                  <a:ext uri="{FF2B5EF4-FFF2-40B4-BE49-F238E27FC236}">
                    <a16:creationId xmlns:a16="http://schemas.microsoft.com/office/drawing/2014/main" id="{814EC83E-3BA9-932A-6986-23854A5155E1}"/>
                  </a:ext>
                </a:extLst>
              </p:cNvPr>
              <p:cNvSpPr/>
              <p:nvPr/>
            </p:nvSpPr>
            <p:spPr>
              <a:xfrm>
                <a:off x="0" y="0"/>
                <a:ext cx="2734992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2031332" h="419100">
                    <a:moveTo>
                      <a:pt x="23643" y="0"/>
                    </a:moveTo>
                    <a:lnTo>
                      <a:pt x="2007689" y="0"/>
                    </a:lnTo>
                    <a:cubicBezTo>
                      <a:pt x="2020747" y="0"/>
                      <a:pt x="2031332" y="10585"/>
                      <a:pt x="2031332" y="23643"/>
                    </a:cubicBezTo>
                    <a:lnTo>
                      <a:pt x="2031332" y="395457"/>
                    </a:lnTo>
                    <a:cubicBezTo>
                      <a:pt x="2031332" y="401727"/>
                      <a:pt x="2028841" y="407741"/>
                      <a:pt x="2024407" y="412175"/>
                    </a:cubicBezTo>
                    <a:cubicBezTo>
                      <a:pt x="2019973" y="416609"/>
                      <a:pt x="2013959" y="419100"/>
                      <a:pt x="2007689" y="419100"/>
                    </a:cubicBezTo>
                    <a:lnTo>
                      <a:pt x="23643" y="419100"/>
                    </a:lnTo>
                    <a:cubicBezTo>
                      <a:pt x="17373" y="419100"/>
                      <a:pt x="11359" y="416609"/>
                      <a:pt x="6925" y="412175"/>
                    </a:cubicBezTo>
                    <a:cubicBezTo>
                      <a:pt x="2491" y="407741"/>
                      <a:pt x="0" y="401727"/>
                      <a:pt x="0" y="395457"/>
                    </a:cubicBezTo>
                    <a:lnTo>
                      <a:pt x="0" y="23643"/>
                    </a:lnTo>
                    <a:cubicBezTo>
                      <a:pt x="0" y="17373"/>
                      <a:pt x="2491" y="11359"/>
                      <a:pt x="6925" y="6925"/>
                    </a:cubicBezTo>
                    <a:cubicBezTo>
                      <a:pt x="11359" y="2491"/>
                      <a:pt x="17373" y="0"/>
                      <a:pt x="23643" y="0"/>
                    </a:cubicBez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245" name="TextBox 11">
                <a:extLst>
                  <a:ext uri="{FF2B5EF4-FFF2-40B4-BE49-F238E27FC236}">
                    <a16:creationId xmlns:a16="http://schemas.microsoft.com/office/drawing/2014/main" id="{0871FBCF-1D93-C961-3B6F-64D7CC13F1FB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2031332" cy="4667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11"/>
                  </a:lnSpc>
                </a:pPr>
                <a:endParaRPr/>
              </a:p>
            </p:txBody>
          </p:sp>
        </p:grpSp>
        <p:sp>
          <p:nvSpPr>
            <p:cNvPr id="242" name="TextBox 14">
              <a:extLst>
                <a:ext uri="{FF2B5EF4-FFF2-40B4-BE49-F238E27FC236}">
                  <a16:creationId xmlns:a16="http://schemas.microsoft.com/office/drawing/2014/main" id="{ACDBAFD2-C821-D33E-F072-A00FAFCF1B88}"/>
                </a:ext>
              </a:extLst>
            </p:cNvPr>
            <p:cNvSpPr txBox="1"/>
            <p:nvPr/>
          </p:nvSpPr>
          <p:spPr>
            <a:xfrm>
              <a:off x="1451443" y="2480525"/>
              <a:ext cx="3989996" cy="4241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>
                <a:lnSpc>
                  <a:spcPts val="3095"/>
                </a:lnSpc>
              </a:pPr>
              <a:r>
                <a:rPr lang="en-US" sz="2800" spc="-131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mi-</a:t>
              </a:r>
              <a:r>
                <a:rPr lang="en-US" sz="2800" spc="-131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proyecto</a:t>
              </a:r>
              <a:r>
                <a:rPr lang="en-US" sz="2800" spc="-131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-</a:t>
              </a:r>
              <a:r>
                <a:rPr lang="en-US" sz="2800" spc="-131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clonado</a:t>
              </a:r>
              <a:endParaRPr lang="en-US" sz="2800" spc="-13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43" name="Freeform 50">
              <a:extLst>
                <a:ext uri="{FF2B5EF4-FFF2-40B4-BE49-F238E27FC236}">
                  <a16:creationId xmlns:a16="http://schemas.microsoft.com/office/drawing/2014/main" id="{08DAF1B6-3A68-69C2-2AC3-0B7DE7C83777}"/>
                </a:ext>
              </a:extLst>
            </p:cNvPr>
            <p:cNvSpPr/>
            <p:nvPr/>
          </p:nvSpPr>
          <p:spPr>
            <a:xfrm>
              <a:off x="1026470" y="2429721"/>
              <a:ext cx="444723" cy="394760"/>
            </a:xfrm>
            <a:custGeom>
              <a:avLst/>
              <a:gdLst/>
              <a:ahLst/>
              <a:cxnLst/>
              <a:rect l="l" t="t" r="r" b="b"/>
              <a:pathLst>
                <a:path w="626768" h="552695">
                  <a:moveTo>
                    <a:pt x="0" y="0"/>
                  </a:moveTo>
                  <a:lnTo>
                    <a:pt x="626768" y="0"/>
                  </a:lnTo>
                  <a:lnTo>
                    <a:pt x="626768" y="552695"/>
                  </a:lnTo>
                  <a:lnTo>
                    <a:pt x="0" y="5526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246" name="Group 9">
            <a:extLst>
              <a:ext uri="{FF2B5EF4-FFF2-40B4-BE49-F238E27FC236}">
                <a16:creationId xmlns:a16="http://schemas.microsoft.com/office/drawing/2014/main" id="{7DCC8E1C-300B-CF2D-B793-1E987344899B}"/>
              </a:ext>
            </a:extLst>
          </p:cNvPr>
          <p:cNvGrpSpPr/>
          <p:nvPr/>
        </p:nvGrpSpPr>
        <p:grpSpPr>
          <a:xfrm>
            <a:off x="2332163" y="3945685"/>
            <a:ext cx="4892112" cy="973670"/>
            <a:chOff x="0" y="-47625"/>
            <a:chExt cx="2734992" cy="466725"/>
          </a:xfrm>
        </p:grpSpPr>
        <p:sp>
          <p:nvSpPr>
            <p:cNvPr id="247" name="Freeform 10">
              <a:extLst>
                <a:ext uri="{FF2B5EF4-FFF2-40B4-BE49-F238E27FC236}">
                  <a16:creationId xmlns:a16="http://schemas.microsoft.com/office/drawing/2014/main" id="{BB704D4D-1ACE-666E-22AC-1072835FBAE2}"/>
                </a:ext>
              </a:extLst>
            </p:cNvPr>
            <p:cNvSpPr/>
            <p:nvPr/>
          </p:nvSpPr>
          <p:spPr>
            <a:xfrm>
              <a:off x="0" y="0"/>
              <a:ext cx="2734992" cy="419100"/>
            </a:xfrm>
            <a:custGeom>
              <a:avLst/>
              <a:gdLst/>
              <a:ahLst/>
              <a:cxnLst/>
              <a:rect l="l" t="t" r="r" b="b"/>
              <a:pathLst>
                <a:path w="2031332" h="419100">
                  <a:moveTo>
                    <a:pt x="23643" y="0"/>
                  </a:moveTo>
                  <a:lnTo>
                    <a:pt x="2007689" y="0"/>
                  </a:lnTo>
                  <a:cubicBezTo>
                    <a:pt x="2020747" y="0"/>
                    <a:pt x="2031332" y="10585"/>
                    <a:pt x="2031332" y="23643"/>
                  </a:cubicBezTo>
                  <a:lnTo>
                    <a:pt x="2031332" y="395457"/>
                  </a:lnTo>
                  <a:cubicBezTo>
                    <a:pt x="2031332" y="401727"/>
                    <a:pt x="2028841" y="407741"/>
                    <a:pt x="2024407" y="412175"/>
                  </a:cubicBezTo>
                  <a:cubicBezTo>
                    <a:pt x="2019973" y="416609"/>
                    <a:pt x="2013959" y="419100"/>
                    <a:pt x="2007689" y="419100"/>
                  </a:cubicBezTo>
                  <a:lnTo>
                    <a:pt x="23643" y="419100"/>
                  </a:lnTo>
                  <a:cubicBezTo>
                    <a:pt x="17373" y="419100"/>
                    <a:pt x="11359" y="416609"/>
                    <a:pt x="6925" y="412175"/>
                  </a:cubicBezTo>
                  <a:cubicBezTo>
                    <a:pt x="2491" y="407741"/>
                    <a:pt x="0" y="401727"/>
                    <a:pt x="0" y="395457"/>
                  </a:cubicBezTo>
                  <a:lnTo>
                    <a:pt x="0" y="23643"/>
                  </a:lnTo>
                  <a:cubicBezTo>
                    <a:pt x="0" y="17373"/>
                    <a:pt x="2491" y="11359"/>
                    <a:pt x="6925" y="6925"/>
                  </a:cubicBezTo>
                  <a:cubicBezTo>
                    <a:pt x="11359" y="2491"/>
                    <a:pt x="17373" y="0"/>
                    <a:pt x="23643" y="0"/>
                  </a:cubicBezTo>
                  <a:close/>
                </a:path>
              </a:pathLst>
            </a:custGeom>
            <a:noFill/>
          </p:spPr>
          <p:txBody>
            <a:bodyPr/>
            <a:lstStyle/>
            <a:p>
              <a:endParaRPr lang="es-MX" dirty="0"/>
            </a:p>
          </p:txBody>
        </p:sp>
        <p:sp>
          <p:nvSpPr>
            <p:cNvPr id="248" name="TextBox 11">
              <a:extLst>
                <a:ext uri="{FF2B5EF4-FFF2-40B4-BE49-F238E27FC236}">
                  <a16:creationId xmlns:a16="http://schemas.microsoft.com/office/drawing/2014/main" id="{64DCE0F5-CAA9-39BF-CEE8-18ACA63A3E3A}"/>
                </a:ext>
              </a:extLst>
            </p:cNvPr>
            <p:cNvSpPr txBox="1"/>
            <p:nvPr/>
          </p:nvSpPr>
          <p:spPr>
            <a:xfrm>
              <a:off x="0" y="-47625"/>
              <a:ext cx="2031332" cy="4667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11"/>
                </a:lnSpc>
              </a:pPr>
              <a:endParaRPr/>
            </a:p>
          </p:txBody>
        </p:sp>
      </p:grpSp>
      <p:grpSp>
        <p:nvGrpSpPr>
          <p:cNvPr id="249" name="Grupo 248">
            <a:extLst>
              <a:ext uri="{FF2B5EF4-FFF2-40B4-BE49-F238E27FC236}">
                <a16:creationId xmlns:a16="http://schemas.microsoft.com/office/drawing/2014/main" id="{A1ABDB11-E89D-53E4-DFBB-C6CDCB281E3A}"/>
              </a:ext>
            </a:extLst>
          </p:cNvPr>
          <p:cNvGrpSpPr/>
          <p:nvPr/>
        </p:nvGrpSpPr>
        <p:grpSpPr>
          <a:xfrm>
            <a:off x="2517559" y="3409181"/>
            <a:ext cx="1693251" cy="464701"/>
            <a:chOff x="2522434" y="5922073"/>
            <a:chExt cx="1693251" cy="464701"/>
          </a:xfrm>
        </p:grpSpPr>
        <p:sp>
          <p:nvSpPr>
            <p:cNvPr id="250" name="TextBox 14">
              <a:extLst>
                <a:ext uri="{FF2B5EF4-FFF2-40B4-BE49-F238E27FC236}">
                  <a16:creationId xmlns:a16="http://schemas.microsoft.com/office/drawing/2014/main" id="{FE9D720B-C178-16D1-3510-75F6F559CBD9}"/>
                </a:ext>
              </a:extLst>
            </p:cNvPr>
            <p:cNvSpPr txBox="1"/>
            <p:nvPr/>
          </p:nvSpPr>
          <p:spPr>
            <a:xfrm>
              <a:off x="3012993" y="5962630"/>
              <a:ext cx="1202692" cy="4241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>
                <a:lnSpc>
                  <a:spcPts val="3095"/>
                </a:lnSpc>
              </a:pPr>
              <a:r>
                <a:rPr lang="en-US" sz="2800" spc="-131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src</a:t>
              </a:r>
              <a:endParaRPr lang="en-US" sz="2800" spc="-13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pic>
          <p:nvPicPr>
            <p:cNvPr id="251" name="Imagen 250" descr="Icono De Carpeta Morada">
              <a:extLst>
                <a:ext uri="{FF2B5EF4-FFF2-40B4-BE49-F238E27FC236}">
                  <a16:creationId xmlns:a16="http://schemas.microsoft.com/office/drawing/2014/main" id="{D1C61B2C-39D4-7EE2-80A5-AC8954014DA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522434" y="5922073"/>
              <a:ext cx="447528" cy="447528"/>
            </a:xfrm>
            <a:prstGeom prst="rect">
              <a:avLst/>
            </a:prstGeom>
          </p:spPr>
        </p:pic>
      </p:grpSp>
      <p:grpSp>
        <p:nvGrpSpPr>
          <p:cNvPr id="252" name="Grupo 251">
            <a:extLst>
              <a:ext uri="{FF2B5EF4-FFF2-40B4-BE49-F238E27FC236}">
                <a16:creationId xmlns:a16="http://schemas.microsoft.com/office/drawing/2014/main" id="{DA2D3639-6684-E6F7-8B5D-C8ED4EEB93F6}"/>
              </a:ext>
            </a:extLst>
          </p:cNvPr>
          <p:cNvGrpSpPr/>
          <p:nvPr/>
        </p:nvGrpSpPr>
        <p:grpSpPr>
          <a:xfrm>
            <a:off x="3006785" y="6350964"/>
            <a:ext cx="1693251" cy="464701"/>
            <a:chOff x="2522434" y="5922073"/>
            <a:chExt cx="1693251" cy="464701"/>
          </a:xfrm>
        </p:grpSpPr>
        <p:sp>
          <p:nvSpPr>
            <p:cNvPr id="253" name="TextBox 14">
              <a:extLst>
                <a:ext uri="{FF2B5EF4-FFF2-40B4-BE49-F238E27FC236}">
                  <a16:creationId xmlns:a16="http://schemas.microsoft.com/office/drawing/2014/main" id="{A23E78A8-1A4F-F85C-1DFF-761E2D6CDD63}"/>
                </a:ext>
              </a:extLst>
            </p:cNvPr>
            <p:cNvSpPr txBox="1"/>
            <p:nvPr/>
          </p:nvSpPr>
          <p:spPr>
            <a:xfrm>
              <a:off x="3012993" y="5962630"/>
              <a:ext cx="1202692" cy="4241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>
                <a:lnSpc>
                  <a:spcPts val="3095"/>
                </a:lnSpc>
              </a:pPr>
              <a:r>
                <a:rPr lang="en-US" sz="2800" spc="-131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img</a:t>
              </a:r>
              <a:endParaRPr lang="en-US" sz="2800" spc="-13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pic>
          <p:nvPicPr>
            <p:cNvPr id="254" name="Imagen 253" descr="Icono De Carpeta Morada">
              <a:extLst>
                <a:ext uri="{FF2B5EF4-FFF2-40B4-BE49-F238E27FC236}">
                  <a16:creationId xmlns:a16="http://schemas.microsoft.com/office/drawing/2014/main" id="{38CB45C9-AF96-C42E-2A62-4EA8895F92E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522434" y="5922073"/>
              <a:ext cx="447528" cy="447528"/>
            </a:xfrm>
            <a:prstGeom prst="rect">
              <a:avLst/>
            </a:prstGeom>
          </p:spPr>
        </p:pic>
      </p:grpSp>
      <p:grpSp>
        <p:nvGrpSpPr>
          <p:cNvPr id="256" name="Group 57">
            <a:extLst>
              <a:ext uri="{FF2B5EF4-FFF2-40B4-BE49-F238E27FC236}">
                <a16:creationId xmlns:a16="http://schemas.microsoft.com/office/drawing/2014/main" id="{A27300ED-0620-9BC7-53F8-D67DB017F7A6}"/>
              </a:ext>
            </a:extLst>
          </p:cNvPr>
          <p:cNvGrpSpPr/>
          <p:nvPr/>
        </p:nvGrpSpPr>
        <p:grpSpPr>
          <a:xfrm>
            <a:off x="3474658" y="7327350"/>
            <a:ext cx="1876174" cy="413190"/>
            <a:chOff x="0" y="-66675"/>
            <a:chExt cx="2644177" cy="578498"/>
          </a:xfrm>
        </p:grpSpPr>
        <p:sp>
          <p:nvSpPr>
            <p:cNvPr id="264" name="TextBox 58">
              <a:extLst>
                <a:ext uri="{FF2B5EF4-FFF2-40B4-BE49-F238E27FC236}">
                  <a16:creationId xmlns:a16="http://schemas.microsoft.com/office/drawing/2014/main" id="{4891F387-22D1-FA41-7414-2C51F5286F58}"/>
                </a:ext>
              </a:extLst>
            </p:cNvPr>
            <p:cNvSpPr txBox="1"/>
            <p:nvPr/>
          </p:nvSpPr>
          <p:spPr>
            <a:xfrm>
              <a:off x="455042" y="-66675"/>
              <a:ext cx="2189135" cy="5784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3359"/>
                </a:lnSpc>
              </a:pPr>
              <a:r>
                <a:rPr lang="en-US" sz="2400" spc="-6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Img-2.png</a:t>
              </a:r>
            </a:p>
          </p:txBody>
        </p:sp>
        <p:grpSp>
          <p:nvGrpSpPr>
            <p:cNvPr id="265" name="Group 59">
              <a:extLst>
                <a:ext uri="{FF2B5EF4-FFF2-40B4-BE49-F238E27FC236}">
                  <a16:creationId xmlns:a16="http://schemas.microsoft.com/office/drawing/2014/main" id="{D3565EDA-C60D-D830-A5B4-3186D5D4B40F}"/>
                </a:ext>
              </a:extLst>
            </p:cNvPr>
            <p:cNvGrpSpPr/>
            <p:nvPr/>
          </p:nvGrpSpPr>
          <p:grpSpPr>
            <a:xfrm>
              <a:off x="0" y="69221"/>
              <a:ext cx="350938" cy="339139"/>
              <a:chOff x="0" y="0"/>
              <a:chExt cx="69321" cy="66990"/>
            </a:xfrm>
          </p:grpSpPr>
          <p:sp>
            <p:nvSpPr>
              <p:cNvPr id="266" name="Freeform 60">
                <a:extLst>
                  <a:ext uri="{FF2B5EF4-FFF2-40B4-BE49-F238E27FC236}">
                    <a16:creationId xmlns:a16="http://schemas.microsoft.com/office/drawing/2014/main" id="{8C1BA3BF-C909-B94B-0BAB-57196117A7A7}"/>
                  </a:ext>
                </a:extLst>
              </p:cNvPr>
              <p:cNvSpPr/>
              <p:nvPr/>
            </p:nvSpPr>
            <p:spPr>
              <a:xfrm>
                <a:off x="0" y="0"/>
                <a:ext cx="69321" cy="66990"/>
              </a:xfrm>
              <a:custGeom>
                <a:avLst/>
                <a:gdLst/>
                <a:ahLst/>
                <a:cxnLst/>
                <a:rect l="l" t="t" r="r" b="b"/>
                <a:pathLst>
                  <a:path w="69321" h="66990">
                    <a:moveTo>
                      <a:pt x="0" y="0"/>
                    </a:moveTo>
                    <a:lnTo>
                      <a:pt x="69321" y="0"/>
                    </a:lnTo>
                    <a:lnTo>
                      <a:pt x="69321" y="66990"/>
                    </a:lnTo>
                    <a:lnTo>
                      <a:pt x="0" y="6699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267" name="TextBox 61">
                <a:extLst>
                  <a:ext uri="{FF2B5EF4-FFF2-40B4-BE49-F238E27FC236}">
                    <a16:creationId xmlns:a16="http://schemas.microsoft.com/office/drawing/2014/main" id="{DAE43D7C-321C-5DC2-2D32-BDB9BD94805D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69321" cy="860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 dirty="0"/>
              </a:p>
            </p:txBody>
          </p:sp>
        </p:grpSp>
      </p:grpSp>
      <p:sp>
        <p:nvSpPr>
          <p:cNvPr id="257" name="TextBox 71">
            <a:extLst>
              <a:ext uri="{FF2B5EF4-FFF2-40B4-BE49-F238E27FC236}">
                <a16:creationId xmlns:a16="http://schemas.microsoft.com/office/drawing/2014/main" id="{D6506DAA-EF0B-C4AC-3946-1345DC205F08}"/>
              </a:ext>
            </a:extLst>
          </p:cNvPr>
          <p:cNvSpPr txBox="1"/>
          <p:nvPr/>
        </p:nvSpPr>
        <p:spPr>
          <a:xfrm>
            <a:off x="3475528" y="7778279"/>
            <a:ext cx="249008" cy="311112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1874"/>
              </a:lnSpc>
            </a:pPr>
            <a:endParaRPr/>
          </a:p>
        </p:txBody>
      </p:sp>
      <p:grpSp>
        <p:nvGrpSpPr>
          <p:cNvPr id="258" name="Group 72">
            <a:extLst>
              <a:ext uri="{FF2B5EF4-FFF2-40B4-BE49-F238E27FC236}">
                <a16:creationId xmlns:a16="http://schemas.microsoft.com/office/drawing/2014/main" id="{99E0D3AA-C045-5A3E-8EB0-BAD12F640A91}"/>
              </a:ext>
            </a:extLst>
          </p:cNvPr>
          <p:cNvGrpSpPr/>
          <p:nvPr/>
        </p:nvGrpSpPr>
        <p:grpSpPr>
          <a:xfrm>
            <a:off x="3458141" y="6900648"/>
            <a:ext cx="2473533" cy="413190"/>
            <a:chOff x="0" y="-66674"/>
            <a:chExt cx="3486061" cy="578499"/>
          </a:xfrm>
        </p:grpSpPr>
        <p:sp>
          <p:nvSpPr>
            <p:cNvPr id="260" name="TextBox 73">
              <a:extLst>
                <a:ext uri="{FF2B5EF4-FFF2-40B4-BE49-F238E27FC236}">
                  <a16:creationId xmlns:a16="http://schemas.microsoft.com/office/drawing/2014/main" id="{D956A1E0-552C-E03E-F771-589534A054BD}"/>
                </a:ext>
              </a:extLst>
            </p:cNvPr>
            <p:cNvSpPr txBox="1"/>
            <p:nvPr/>
          </p:nvSpPr>
          <p:spPr>
            <a:xfrm>
              <a:off x="455044" y="-66674"/>
              <a:ext cx="3031017" cy="5784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3359"/>
                </a:lnSpc>
              </a:pPr>
              <a:r>
                <a:rPr lang="en-US" sz="2400" spc="-6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Img-1.png</a:t>
              </a:r>
            </a:p>
          </p:txBody>
        </p:sp>
        <p:grpSp>
          <p:nvGrpSpPr>
            <p:cNvPr id="261" name="Group 74">
              <a:extLst>
                <a:ext uri="{FF2B5EF4-FFF2-40B4-BE49-F238E27FC236}">
                  <a16:creationId xmlns:a16="http://schemas.microsoft.com/office/drawing/2014/main" id="{B3F9D19E-9C9D-8907-5126-6D77A31E0C88}"/>
                </a:ext>
              </a:extLst>
            </p:cNvPr>
            <p:cNvGrpSpPr/>
            <p:nvPr/>
          </p:nvGrpSpPr>
          <p:grpSpPr>
            <a:xfrm>
              <a:off x="0" y="69221"/>
              <a:ext cx="350938" cy="339139"/>
              <a:chOff x="0" y="0"/>
              <a:chExt cx="69321" cy="66990"/>
            </a:xfrm>
          </p:grpSpPr>
          <p:sp>
            <p:nvSpPr>
              <p:cNvPr id="262" name="Freeform 75">
                <a:extLst>
                  <a:ext uri="{FF2B5EF4-FFF2-40B4-BE49-F238E27FC236}">
                    <a16:creationId xmlns:a16="http://schemas.microsoft.com/office/drawing/2014/main" id="{C1E25E81-5569-91FF-3D54-E0428773FB4B}"/>
                  </a:ext>
                </a:extLst>
              </p:cNvPr>
              <p:cNvSpPr/>
              <p:nvPr/>
            </p:nvSpPr>
            <p:spPr>
              <a:xfrm>
                <a:off x="0" y="0"/>
                <a:ext cx="69321" cy="66990"/>
              </a:xfrm>
              <a:custGeom>
                <a:avLst/>
                <a:gdLst/>
                <a:ahLst/>
                <a:cxnLst/>
                <a:rect l="l" t="t" r="r" b="b"/>
                <a:pathLst>
                  <a:path w="69321" h="66990">
                    <a:moveTo>
                      <a:pt x="0" y="0"/>
                    </a:moveTo>
                    <a:lnTo>
                      <a:pt x="69321" y="0"/>
                    </a:lnTo>
                    <a:lnTo>
                      <a:pt x="69321" y="66990"/>
                    </a:lnTo>
                    <a:lnTo>
                      <a:pt x="0" y="66990"/>
                    </a:lnTo>
                    <a:close/>
                  </a:path>
                </a:pathLst>
              </a:custGeom>
              <a:solidFill>
                <a:srgbClr val="00B0F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263" name="TextBox 76">
                <a:extLst>
                  <a:ext uri="{FF2B5EF4-FFF2-40B4-BE49-F238E27FC236}">
                    <a16:creationId xmlns:a16="http://schemas.microsoft.com/office/drawing/2014/main" id="{4A8EEA8B-DB76-2CE5-DEB2-51CBD5B1A538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69321" cy="860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</p:grpSp>
      <p:grpSp>
        <p:nvGrpSpPr>
          <p:cNvPr id="268" name="Grupo 267">
            <a:extLst>
              <a:ext uri="{FF2B5EF4-FFF2-40B4-BE49-F238E27FC236}">
                <a16:creationId xmlns:a16="http://schemas.microsoft.com/office/drawing/2014/main" id="{BC182915-53BB-C1B0-0A17-8B23017BFB10}"/>
              </a:ext>
            </a:extLst>
          </p:cNvPr>
          <p:cNvGrpSpPr/>
          <p:nvPr/>
        </p:nvGrpSpPr>
        <p:grpSpPr>
          <a:xfrm>
            <a:off x="3006921" y="4017371"/>
            <a:ext cx="2059361" cy="471819"/>
            <a:chOff x="2522434" y="5922073"/>
            <a:chExt cx="2059361" cy="471819"/>
          </a:xfrm>
        </p:grpSpPr>
        <p:sp>
          <p:nvSpPr>
            <p:cNvPr id="269" name="TextBox 14">
              <a:extLst>
                <a:ext uri="{FF2B5EF4-FFF2-40B4-BE49-F238E27FC236}">
                  <a16:creationId xmlns:a16="http://schemas.microsoft.com/office/drawing/2014/main" id="{5D9DF410-2445-E637-A0E6-CEAA7FA2B7A6}"/>
                </a:ext>
              </a:extLst>
            </p:cNvPr>
            <p:cNvSpPr txBox="1"/>
            <p:nvPr/>
          </p:nvSpPr>
          <p:spPr>
            <a:xfrm>
              <a:off x="3012992" y="5962630"/>
              <a:ext cx="1568803" cy="4312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>
                <a:lnSpc>
                  <a:spcPts val="3095"/>
                </a:lnSpc>
              </a:pPr>
              <a:r>
                <a:rPr lang="en-US" sz="2800" spc="-131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frontend</a:t>
              </a:r>
            </a:p>
          </p:txBody>
        </p:sp>
        <p:pic>
          <p:nvPicPr>
            <p:cNvPr id="270" name="Imagen 269" descr="Icono De Carpeta Morada">
              <a:extLst>
                <a:ext uri="{FF2B5EF4-FFF2-40B4-BE49-F238E27FC236}">
                  <a16:creationId xmlns:a16="http://schemas.microsoft.com/office/drawing/2014/main" id="{379556A7-C8AC-647F-A486-37BEF58605B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522434" y="5922073"/>
              <a:ext cx="447528" cy="447528"/>
            </a:xfrm>
            <a:prstGeom prst="rect">
              <a:avLst/>
            </a:prstGeom>
          </p:spPr>
        </p:pic>
      </p:grpSp>
      <p:grpSp>
        <p:nvGrpSpPr>
          <p:cNvPr id="10" name="Group 57">
            <a:extLst>
              <a:ext uri="{FF2B5EF4-FFF2-40B4-BE49-F238E27FC236}">
                <a16:creationId xmlns:a16="http://schemas.microsoft.com/office/drawing/2014/main" id="{9897ABD3-8F5F-ADC7-1F88-D8524D9B5CC4}"/>
              </a:ext>
            </a:extLst>
          </p:cNvPr>
          <p:cNvGrpSpPr/>
          <p:nvPr/>
        </p:nvGrpSpPr>
        <p:grpSpPr>
          <a:xfrm>
            <a:off x="3529384" y="4985818"/>
            <a:ext cx="1876174" cy="341111"/>
            <a:chOff x="0" y="0"/>
            <a:chExt cx="2644177" cy="477582"/>
          </a:xfrm>
        </p:grpSpPr>
        <p:sp>
          <p:nvSpPr>
            <p:cNvPr id="11" name="TextBox 58">
              <a:extLst>
                <a:ext uri="{FF2B5EF4-FFF2-40B4-BE49-F238E27FC236}">
                  <a16:creationId xmlns:a16="http://schemas.microsoft.com/office/drawing/2014/main" id="{D1D5E5E0-B3C3-DA6E-92AE-27D26DA1AFB7}"/>
                </a:ext>
              </a:extLst>
            </p:cNvPr>
            <p:cNvSpPr txBox="1"/>
            <p:nvPr/>
          </p:nvSpPr>
          <p:spPr>
            <a:xfrm>
              <a:off x="455042" y="-66675"/>
              <a:ext cx="2189134" cy="5442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3359"/>
                </a:lnSpc>
              </a:pPr>
              <a:r>
                <a:rPr lang="en-US" sz="2400" spc="-6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styles.css</a:t>
              </a:r>
            </a:p>
          </p:txBody>
        </p:sp>
        <p:grpSp>
          <p:nvGrpSpPr>
            <p:cNvPr id="12" name="Group 59">
              <a:extLst>
                <a:ext uri="{FF2B5EF4-FFF2-40B4-BE49-F238E27FC236}">
                  <a16:creationId xmlns:a16="http://schemas.microsoft.com/office/drawing/2014/main" id="{349DD905-7903-8D5A-F131-5E3612AEB96C}"/>
                </a:ext>
              </a:extLst>
            </p:cNvPr>
            <p:cNvGrpSpPr/>
            <p:nvPr/>
          </p:nvGrpSpPr>
          <p:grpSpPr>
            <a:xfrm>
              <a:off x="0" y="69221"/>
              <a:ext cx="350938" cy="339139"/>
              <a:chOff x="0" y="0"/>
              <a:chExt cx="69321" cy="66990"/>
            </a:xfrm>
          </p:grpSpPr>
          <p:sp>
            <p:nvSpPr>
              <p:cNvPr id="13" name="Freeform 60">
                <a:extLst>
                  <a:ext uri="{FF2B5EF4-FFF2-40B4-BE49-F238E27FC236}">
                    <a16:creationId xmlns:a16="http://schemas.microsoft.com/office/drawing/2014/main" id="{52CBF9E6-C62E-FD1F-1509-048A9D6303DB}"/>
                  </a:ext>
                </a:extLst>
              </p:cNvPr>
              <p:cNvSpPr/>
              <p:nvPr/>
            </p:nvSpPr>
            <p:spPr>
              <a:xfrm>
                <a:off x="0" y="0"/>
                <a:ext cx="69321" cy="66990"/>
              </a:xfrm>
              <a:custGeom>
                <a:avLst/>
                <a:gdLst/>
                <a:ahLst/>
                <a:cxnLst/>
                <a:rect l="l" t="t" r="r" b="b"/>
                <a:pathLst>
                  <a:path w="69321" h="66990">
                    <a:moveTo>
                      <a:pt x="0" y="0"/>
                    </a:moveTo>
                    <a:lnTo>
                      <a:pt x="69321" y="0"/>
                    </a:lnTo>
                    <a:lnTo>
                      <a:pt x="69321" y="66990"/>
                    </a:lnTo>
                    <a:lnTo>
                      <a:pt x="0" y="66990"/>
                    </a:lnTo>
                    <a:close/>
                  </a:path>
                </a:pathLst>
              </a:custGeom>
              <a:solidFill>
                <a:srgbClr val="CB6CE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14" name="TextBox 61">
                <a:extLst>
                  <a:ext uri="{FF2B5EF4-FFF2-40B4-BE49-F238E27FC236}">
                    <a16:creationId xmlns:a16="http://schemas.microsoft.com/office/drawing/2014/main" id="{64934466-5BB7-6345-18EA-3F9CD49D34DD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69321" cy="860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 dirty="0"/>
              </a:p>
            </p:txBody>
          </p:sp>
        </p:grpSp>
      </p:grpSp>
      <p:sp>
        <p:nvSpPr>
          <p:cNvPr id="218" name="Rectángulo 217">
            <a:extLst>
              <a:ext uri="{FF2B5EF4-FFF2-40B4-BE49-F238E27FC236}">
                <a16:creationId xmlns:a16="http://schemas.microsoft.com/office/drawing/2014/main" id="{BCDDC06B-2980-609E-D201-ACBC45EFE549}"/>
              </a:ext>
            </a:extLst>
          </p:cNvPr>
          <p:cNvSpPr/>
          <p:nvPr/>
        </p:nvSpPr>
        <p:spPr>
          <a:xfrm>
            <a:off x="3246393" y="5152688"/>
            <a:ext cx="2150657" cy="5675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EBEB6315-758C-5392-3DED-F7DA89DB3F0B}"/>
              </a:ext>
            </a:extLst>
          </p:cNvPr>
          <p:cNvGrpSpPr/>
          <p:nvPr/>
        </p:nvGrpSpPr>
        <p:grpSpPr>
          <a:xfrm>
            <a:off x="3530672" y="5809070"/>
            <a:ext cx="1995646" cy="413190"/>
            <a:chOff x="3899399" y="2821328"/>
            <a:chExt cx="1995646" cy="413190"/>
          </a:xfrm>
        </p:grpSpPr>
        <p:sp>
          <p:nvSpPr>
            <p:cNvPr id="16" name="TextBox 68">
              <a:extLst>
                <a:ext uri="{FF2B5EF4-FFF2-40B4-BE49-F238E27FC236}">
                  <a16:creationId xmlns:a16="http://schemas.microsoft.com/office/drawing/2014/main" id="{238EC4E8-2A32-4737-3D0D-3EE86F4FDF70}"/>
                </a:ext>
              </a:extLst>
            </p:cNvPr>
            <p:cNvSpPr txBox="1"/>
            <p:nvPr/>
          </p:nvSpPr>
          <p:spPr>
            <a:xfrm>
              <a:off x="4222274" y="2821328"/>
              <a:ext cx="1672771" cy="4131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3359"/>
                </a:lnSpc>
              </a:pPr>
              <a:r>
                <a:rPr lang="en-US" sz="2400" spc="-6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styles-2.js</a:t>
              </a:r>
            </a:p>
          </p:txBody>
        </p:sp>
        <p:sp>
          <p:nvSpPr>
            <p:cNvPr id="20" name="Freeform 70">
              <a:extLst>
                <a:ext uri="{FF2B5EF4-FFF2-40B4-BE49-F238E27FC236}">
                  <a16:creationId xmlns:a16="http://schemas.microsoft.com/office/drawing/2014/main" id="{151B11F3-33E5-8297-5881-1BCD270E8AAF}"/>
                </a:ext>
              </a:extLst>
            </p:cNvPr>
            <p:cNvSpPr/>
            <p:nvPr/>
          </p:nvSpPr>
          <p:spPr>
            <a:xfrm>
              <a:off x="3899399" y="2918391"/>
              <a:ext cx="249008" cy="242229"/>
            </a:xfrm>
            <a:custGeom>
              <a:avLst/>
              <a:gdLst/>
              <a:ahLst/>
              <a:cxnLst/>
              <a:rect l="l" t="t" r="r" b="b"/>
              <a:pathLst>
                <a:path w="69321" h="66990">
                  <a:moveTo>
                    <a:pt x="0" y="0"/>
                  </a:moveTo>
                  <a:lnTo>
                    <a:pt x="69321" y="0"/>
                  </a:lnTo>
                  <a:lnTo>
                    <a:pt x="69321" y="66990"/>
                  </a:lnTo>
                  <a:lnTo>
                    <a:pt x="0" y="66990"/>
                  </a:lnTo>
                  <a:close/>
                </a:path>
              </a:pathLst>
            </a:custGeom>
            <a:solidFill>
              <a:srgbClr val="FFFF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21" name="Group 57">
            <a:extLst>
              <a:ext uri="{FF2B5EF4-FFF2-40B4-BE49-F238E27FC236}">
                <a16:creationId xmlns:a16="http://schemas.microsoft.com/office/drawing/2014/main" id="{CE6DA2D4-CD99-FAED-2F9C-1C732C476C60}"/>
              </a:ext>
            </a:extLst>
          </p:cNvPr>
          <p:cNvGrpSpPr/>
          <p:nvPr/>
        </p:nvGrpSpPr>
        <p:grpSpPr>
          <a:xfrm>
            <a:off x="3474658" y="7327350"/>
            <a:ext cx="1876174" cy="413190"/>
            <a:chOff x="0" y="-66675"/>
            <a:chExt cx="2644177" cy="578498"/>
          </a:xfrm>
        </p:grpSpPr>
        <p:sp>
          <p:nvSpPr>
            <p:cNvPr id="22" name="TextBox 58">
              <a:extLst>
                <a:ext uri="{FF2B5EF4-FFF2-40B4-BE49-F238E27FC236}">
                  <a16:creationId xmlns:a16="http://schemas.microsoft.com/office/drawing/2014/main" id="{8C1E6F58-A724-6734-1493-A5FDEB2B1841}"/>
                </a:ext>
              </a:extLst>
            </p:cNvPr>
            <p:cNvSpPr txBox="1"/>
            <p:nvPr/>
          </p:nvSpPr>
          <p:spPr>
            <a:xfrm>
              <a:off x="455042" y="-66675"/>
              <a:ext cx="2189135" cy="5784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3359"/>
                </a:lnSpc>
              </a:pPr>
              <a:r>
                <a:rPr lang="en-US" sz="2400" spc="-6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Img-2.png</a:t>
              </a:r>
            </a:p>
          </p:txBody>
        </p:sp>
        <p:grpSp>
          <p:nvGrpSpPr>
            <p:cNvPr id="23" name="Group 59">
              <a:extLst>
                <a:ext uri="{FF2B5EF4-FFF2-40B4-BE49-F238E27FC236}">
                  <a16:creationId xmlns:a16="http://schemas.microsoft.com/office/drawing/2014/main" id="{0427C3FB-ED7C-235F-B2A1-2FDA9859A492}"/>
                </a:ext>
              </a:extLst>
            </p:cNvPr>
            <p:cNvGrpSpPr/>
            <p:nvPr/>
          </p:nvGrpSpPr>
          <p:grpSpPr>
            <a:xfrm>
              <a:off x="0" y="69221"/>
              <a:ext cx="350938" cy="339139"/>
              <a:chOff x="0" y="0"/>
              <a:chExt cx="69321" cy="66990"/>
            </a:xfrm>
          </p:grpSpPr>
          <p:sp>
            <p:nvSpPr>
              <p:cNvPr id="24" name="Freeform 60">
                <a:extLst>
                  <a:ext uri="{FF2B5EF4-FFF2-40B4-BE49-F238E27FC236}">
                    <a16:creationId xmlns:a16="http://schemas.microsoft.com/office/drawing/2014/main" id="{D4A67F88-F01D-F043-C41B-62A4C2340F7F}"/>
                  </a:ext>
                </a:extLst>
              </p:cNvPr>
              <p:cNvSpPr/>
              <p:nvPr/>
            </p:nvSpPr>
            <p:spPr>
              <a:xfrm>
                <a:off x="0" y="0"/>
                <a:ext cx="69321" cy="66990"/>
              </a:xfrm>
              <a:custGeom>
                <a:avLst/>
                <a:gdLst/>
                <a:ahLst/>
                <a:cxnLst/>
                <a:rect l="l" t="t" r="r" b="b"/>
                <a:pathLst>
                  <a:path w="69321" h="66990">
                    <a:moveTo>
                      <a:pt x="0" y="0"/>
                    </a:moveTo>
                    <a:lnTo>
                      <a:pt x="69321" y="0"/>
                    </a:lnTo>
                    <a:lnTo>
                      <a:pt x="69321" y="66990"/>
                    </a:lnTo>
                    <a:lnTo>
                      <a:pt x="0" y="6699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25" name="TextBox 61">
                <a:extLst>
                  <a:ext uri="{FF2B5EF4-FFF2-40B4-BE49-F238E27FC236}">
                    <a16:creationId xmlns:a16="http://schemas.microsoft.com/office/drawing/2014/main" id="{B8210079-C3A6-9A7F-BD1B-C5C953E093D0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69321" cy="860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 dirty="0"/>
              </a:p>
            </p:txBody>
          </p:sp>
        </p:grpSp>
      </p:grpSp>
      <p:sp>
        <p:nvSpPr>
          <p:cNvPr id="259" name="Rectángulo 258">
            <a:extLst>
              <a:ext uri="{FF2B5EF4-FFF2-40B4-BE49-F238E27FC236}">
                <a16:creationId xmlns:a16="http://schemas.microsoft.com/office/drawing/2014/main" id="{4648E0CD-441C-D3F9-C7D2-5E06E3C63020}"/>
              </a:ext>
            </a:extLst>
          </p:cNvPr>
          <p:cNvSpPr/>
          <p:nvPr/>
        </p:nvSpPr>
        <p:spPr>
          <a:xfrm>
            <a:off x="3189102" y="7541884"/>
            <a:ext cx="2150657" cy="5675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grpSp>
        <p:nvGrpSpPr>
          <p:cNvPr id="39" name="Grupo 38">
            <a:extLst>
              <a:ext uri="{FF2B5EF4-FFF2-40B4-BE49-F238E27FC236}">
                <a16:creationId xmlns:a16="http://schemas.microsoft.com/office/drawing/2014/main" id="{C75EE947-A08B-04EB-6A1B-D24B87957105}"/>
              </a:ext>
            </a:extLst>
          </p:cNvPr>
          <p:cNvGrpSpPr/>
          <p:nvPr/>
        </p:nvGrpSpPr>
        <p:grpSpPr>
          <a:xfrm>
            <a:off x="12496798" y="4652533"/>
            <a:ext cx="3519648" cy="1570557"/>
            <a:chOff x="12496798" y="4652533"/>
            <a:chExt cx="3519648" cy="1570557"/>
          </a:xfrm>
        </p:grpSpPr>
        <p:sp>
          <p:nvSpPr>
            <p:cNvPr id="149" name="TextBox 68">
              <a:extLst>
                <a:ext uri="{FF2B5EF4-FFF2-40B4-BE49-F238E27FC236}">
                  <a16:creationId xmlns:a16="http://schemas.microsoft.com/office/drawing/2014/main" id="{F2D3087D-C940-66C2-AEE4-30D49AD0C6F4}"/>
                </a:ext>
              </a:extLst>
            </p:cNvPr>
            <p:cNvSpPr txBox="1"/>
            <p:nvPr/>
          </p:nvSpPr>
          <p:spPr>
            <a:xfrm>
              <a:off x="12496799" y="4652533"/>
              <a:ext cx="1342829" cy="41319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1" indent="0" algn="l">
                <a:lnSpc>
                  <a:spcPts val="3359"/>
                </a:lnSpc>
              </a:pPr>
              <a:r>
                <a:rPr lang="en-US" sz="2400" spc="-6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deleted:</a:t>
              </a:r>
            </a:p>
          </p:txBody>
        </p:sp>
        <p:sp>
          <p:nvSpPr>
            <p:cNvPr id="151" name="TextBox 68">
              <a:extLst>
                <a:ext uri="{FF2B5EF4-FFF2-40B4-BE49-F238E27FC236}">
                  <a16:creationId xmlns:a16="http://schemas.microsoft.com/office/drawing/2014/main" id="{36CE3F16-0653-6D74-F036-887D2ED1ADB5}"/>
                </a:ext>
              </a:extLst>
            </p:cNvPr>
            <p:cNvSpPr txBox="1"/>
            <p:nvPr/>
          </p:nvSpPr>
          <p:spPr>
            <a:xfrm>
              <a:off x="12496798" y="5809900"/>
              <a:ext cx="1342829" cy="41319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1" indent="0" algn="l">
                <a:lnSpc>
                  <a:spcPts val="3359"/>
                </a:lnSpc>
              </a:pPr>
              <a:r>
                <a:rPr lang="en-US" sz="2400" spc="-6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added:</a:t>
              </a:r>
            </a:p>
          </p:txBody>
        </p:sp>
        <p:grpSp>
          <p:nvGrpSpPr>
            <p:cNvPr id="26" name="Group 57">
              <a:extLst>
                <a:ext uri="{FF2B5EF4-FFF2-40B4-BE49-F238E27FC236}">
                  <a16:creationId xmlns:a16="http://schemas.microsoft.com/office/drawing/2014/main" id="{AC2B0172-7819-3DAD-BAD2-7B1A10C1E6F7}"/>
                </a:ext>
              </a:extLst>
            </p:cNvPr>
            <p:cNvGrpSpPr/>
            <p:nvPr/>
          </p:nvGrpSpPr>
          <p:grpSpPr>
            <a:xfrm>
              <a:off x="14078744" y="4753472"/>
              <a:ext cx="1876174" cy="341111"/>
              <a:chOff x="0" y="0"/>
              <a:chExt cx="2644177" cy="477582"/>
            </a:xfrm>
          </p:grpSpPr>
          <p:sp>
            <p:nvSpPr>
              <p:cNvPr id="27" name="TextBox 58">
                <a:extLst>
                  <a:ext uri="{FF2B5EF4-FFF2-40B4-BE49-F238E27FC236}">
                    <a16:creationId xmlns:a16="http://schemas.microsoft.com/office/drawing/2014/main" id="{88697ADD-3EE8-6A90-82DA-131C375CDC24}"/>
                  </a:ext>
                </a:extLst>
              </p:cNvPr>
              <p:cNvSpPr txBox="1"/>
              <p:nvPr/>
            </p:nvSpPr>
            <p:spPr>
              <a:xfrm>
                <a:off x="455042" y="-66675"/>
                <a:ext cx="2189134" cy="544257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marL="0" lvl="1" indent="0" algn="l">
                  <a:lnSpc>
                    <a:spcPts val="3359"/>
                  </a:lnSpc>
                </a:pPr>
                <a:r>
                  <a:rPr lang="en-US" sz="2400" spc="-64" dirty="0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styles.css</a:t>
                </a:r>
              </a:p>
            </p:txBody>
          </p:sp>
          <p:grpSp>
            <p:nvGrpSpPr>
              <p:cNvPr id="28" name="Group 59">
                <a:extLst>
                  <a:ext uri="{FF2B5EF4-FFF2-40B4-BE49-F238E27FC236}">
                    <a16:creationId xmlns:a16="http://schemas.microsoft.com/office/drawing/2014/main" id="{3F16E3DC-367F-9F41-7720-245BFD39CC26}"/>
                  </a:ext>
                </a:extLst>
              </p:cNvPr>
              <p:cNvGrpSpPr/>
              <p:nvPr/>
            </p:nvGrpSpPr>
            <p:grpSpPr>
              <a:xfrm>
                <a:off x="0" y="69221"/>
                <a:ext cx="350938" cy="339139"/>
                <a:chOff x="0" y="0"/>
                <a:chExt cx="69321" cy="66990"/>
              </a:xfrm>
            </p:grpSpPr>
            <p:sp>
              <p:nvSpPr>
                <p:cNvPr id="29" name="Freeform 60">
                  <a:extLst>
                    <a:ext uri="{FF2B5EF4-FFF2-40B4-BE49-F238E27FC236}">
                      <a16:creationId xmlns:a16="http://schemas.microsoft.com/office/drawing/2014/main" id="{2E50B648-C050-B430-8EF9-6D5342618287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69321" cy="669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321" h="66990">
                      <a:moveTo>
                        <a:pt x="0" y="0"/>
                      </a:moveTo>
                      <a:lnTo>
                        <a:pt x="69321" y="0"/>
                      </a:lnTo>
                      <a:lnTo>
                        <a:pt x="69321" y="66990"/>
                      </a:lnTo>
                      <a:lnTo>
                        <a:pt x="0" y="66990"/>
                      </a:lnTo>
                      <a:close/>
                    </a:path>
                  </a:pathLst>
                </a:custGeom>
                <a:solidFill>
                  <a:srgbClr val="CB6CE6"/>
                </a:solidFill>
                <a:ln cap="sq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s-MX"/>
                </a:p>
              </p:txBody>
            </p:sp>
            <p:sp>
              <p:nvSpPr>
                <p:cNvPr id="30" name="TextBox 61">
                  <a:extLst>
                    <a:ext uri="{FF2B5EF4-FFF2-40B4-BE49-F238E27FC236}">
                      <a16:creationId xmlns:a16="http://schemas.microsoft.com/office/drawing/2014/main" id="{A9198781-5DEE-6EB2-BFDC-8F4297D92F93}"/>
                    </a:ext>
                  </a:extLst>
                </p:cNvPr>
                <p:cNvSpPr txBox="1"/>
                <p:nvPr/>
              </p:nvSpPr>
              <p:spPr>
                <a:xfrm>
                  <a:off x="0" y="-19050"/>
                  <a:ext cx="69321" cy="86040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1874"/>
                    </a:lnSpc>
                  </a:pPr>
                  <a:endParaRPr dirty="0"/>
                </a:p>
              </p:txBody>
            </p:sp>
          </p:grpSp>
        </p:grpSp>
        <p:grpSp>
          <p:nvGrpSpPr>
            <p:cNvPr id="31" name="Grupo 30">
              <a:extLst>
                <a:ext uri="{FF2B5EF4-FFF2-40B4-BE49-F238E27FC236}">
                  <a16:creationId xmlns:a16="http://schemas.microsoft.com/office/drawing/2014/main" id="{9798C5F5-D6C6-E3A2-7584-85BF247280A1}"/>
                </a:ext>
              </a:extLst>
            </p:cNvPr>
            <p:cNvGrpSpPr/>
            <p:nvPr/>
          </p:nvGrpSpPr>
          <p:grpSpPr>
            <a:xfrm>
              <a:off x="14049647" y="5804349"/>
              <a:ext cx="1966799" cy="413190"/>
              <a:chOff x="3928246" y="2821328"/>
              <a:chExt cx="1966799" cy="413190"/>
            </a:xfrm>
          </p:grpSpPr>
          <p:sp>
            <p:nvSpPr>
              <p:cNvPr id="32" name="TextBox 68">
                <a:extLst>
                  <a:ext uri="{FF2B5EF4-FFF2-40B4-BE49-F238E27FC236}">
                    <a16:creationId xmlns:a16="http://schemas.microsoft.com/office/drawing/2014/main" id="{EA0137DE-DB3F-18AF-F5E4-70CCD8E6E0B0}"/>
                  </a:ext>
                </a:extLst>
              </p:cNvPr>
              <p:cNvSpPr txBox="1"/>
              <p:nvPr/>
            </p:nvSpPr>
            <p:spPr>
              <a:xfrm>
                <a:off x="4222274" y="2821328"/>
                <a:ext cx="1672771" cy="413190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marL="0" lvl="1" indent="0" algn="l">
                  <a:lnSpc>
                    <a:spcPts val="3359"/>
                  </a:lnSpc>
                </a:pPr>
                <a:r>
                  <a:rPr lang="en-US" sz="2400" spc="-64" dirty="0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styles-2.js</a:t>
                </a:r>
              </a:p>
            </p:txBody>
          </p:sp>
          <p:sp>
            <p:nvSpPr>
              <p:cNvPr id="33" name="Freeform 70">
                <a:extLst>
                  <a:ext uri="{FF2B5EF4-FFF2-40B4-BE49-F238E27FC236}">
                    <a16:creationId xmlns:a16="http://schemas.microsoft.com/office/drawing/2014/main" id="{2D78453A-1EC3-3901-81F7-3FCDAD548996}"/>
                  </a:ext>
                </a:extLst>
              </p:cNvPr>
              <p:cNvSpPr/>
              <p:nvPr/>
            </p:nvSpPr>
            <p:spPr>
              <a:xfrm>
                <a:off x="3928246" y="2917775"/>
                <a:ext cx="249008" cy="242229"/>
              </a:xfrm>
              <a:custGeom>
                <a:avLst/>
                <a:gdLst/>
                <a:ahLst/>
                <a:cxnLst/>
                <a:rect l="l" t="t" r="r" b="b"/>
                <a:pathLst>
                  <a:path w="69321" h="66990">
                    <a:moveTo>
                      <a:pt x="0" y="0"/>
                    </a:moveTo>
                    <a:lnTo>
                      <a:pt x="69321" y="0"/>
                    </a:lnTo>
                    <a:lnTo>
                      <a:pt x="69321" y="66990"/>
                    </a:lnTo>
                    <a:lnTo>
                      <a:pt x="0" y="66990"/>
                    </a:lnTo>
                    <a:close/>
                  </a:path>
                </a:pathLst>
              </a:custGeom>
              <a:solidFill>
                <a:srgbClr val="FFFF0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MX"/>
              </a:p>
            </p:txBody>
          </p:sp>
        </p:grpSp>
        <p:grpSp>
          <p:nvGrpSpPr>
            <p:cNvPr id="34" name="Group 57">
              <a:extLst>
                <a:ext uri="{FF2B5EF4-FFF2-40B4-BE49-F238E27FC236}">
                  <a16:creationId xmlns:a16="http://schemas.microsoft.com/office/drawing/2014/main" id="{8BC1DE2D-8814-1978-360A-97396DB230FD}"/>
                </a:ext>
              </a:extLst>
            </p:cNvPr>
            <p:cNvGrpSpPr/>
            <p:nvPr/>
          </p:nvGrpSpPr>
          <p:grpSpPr>
            <a:xfrm>
              <a:off x="14078744" y="5206646"/>
              <a:ext cx="1876174" cy="413190"/>
              <a:chOff x="0" y="-66675"/>
              <a:chExt cx="2644177" cy="578498"/>
            </a:xfrm>
          </p:grpSpPr>
          <p:sp>
            <p:nvSpPr>
              <p:cNvPr id="35" name="TextBox 58">
                <a:extLst>
                  <a:ext uri="{FF2B5EF4-FFF2-40B4-BE49-F238E27FC236}">
                    <a16:creationId xmlns:a16="http://schemas.microsoft.com/office/drawing/2014/main" id="{20BD54B7-FF0F-8F0E-1F81-CE7A5EE060F3}"/>
                  </a:ext>
                </a:extLst>
              </p:cNvPr>
              <p:cNvSpPr txBox="1"/>
              <p:nvPr/>
            </p:nvSpPr>
            <p:spPr>
              <a:xfrm>
                <a:off x="455042" y="-66675"/>
                <a:ext cx="2189135" cy="578498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marL="0" lvl="1" indent="0" algn="l">
                  <a:lnSpc>
                    <a:spcPts val="3359"/>
                  </a:lnSpc>
                </a:pPr>
                <a:r>
                  <a:rPr lang="en-US" sz="2400" spc="-64" dirty="0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Img-2.png</a:t>
                </a:r>
              </a:p>
            </p:txBody>
          </p:sp>
          <p:grpSp>
            <p:nvGrpSpPr>
              <p:cNvPr id="36" name="Group 59">
                <a:extLst>
                  <a:ext uri="{FF2B5EF4-FFF2-40B4-BE49-F238E27FC236}">
                    <a16:creationId xmlns:a16="http://schemas.microsoft.com/office/drawing/2014/main" id="{7DE3194A-C514-DFB3-44EA-C76AC41841C8}"/>
                  </a:ext>
                </a:extLst>
              </p:cNvPr>
              <p:cNvGrpSpPr/>
              <p:nvPr/>
            </p:nvGrpSpPr>
            <p:grpSpPr>
              <a:xfrm>
                <a:off x="0" y="69221"/>
                <a:ext cx="350938" cy="339139"/>
                <a:chOff x="0" y="0"/>
                <a:chExt cx="69321" cy="66990"/>
              </a:xfrm>
            </p:grpSpPr>
            <p:sp>
              <p:nvSpPr>
                <p:cNvPr id="37" name="Freeform 60">
                  <a:extLst>
                    <a:ext uri="{FF2B5EF4-FFF2-40B4-BE49-F238E27FC236}">
                      <a16:creationId xmlns:a16="http://schemas.microsoft.com/office/drawing/2014/main" id="{83DD49B0-A130-02C4-65F0-9F8D5B58089E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69321" cy="669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321" h="66990">
                      <a:moveTo>
                        <a:pt x="0" y="0"/>
                      </a:moveTo>
                      <a:lnTo>
                        <a:pt x="69321" y="0"/>
                      </a:lnTo>
                      <a:lnTo>
                        <a:pt x="69321" y="66990"/>
                      </a:lnTo>
                      <a:lnTo>
                        <a:pt x="0" y="6699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 cap="sq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s-MX"/>
                </a:p>
              </p:txBody>
            </p:sp>
            <p:sp>
              <p:nvSpPr>
                <p:cNvPr id="38" name="TextBox 61">
                  <a:extLst>
                    <a:ext uri="{FF2B5EF4-FFF2-40B4-BE49-F238E27FC236}">
                      <a16:creationId xmlns:a16="http://schemas.microsoft.com/office/drawing/2014/main" id="{B45AB67E-A243-767E-958F-0DCD9E7E4B14}"/>
                    </a:ext>
                  </a:extLst>
                </p:cNvPr>
                <p:cNvSpPr txBox="1"/>
                <p:nvPr/>
              </p:nvSpPr>
              <p:spPr>
                <a:xfrm>
                  <a:off x="0" y="-19050"/>
                  <a:ext cx="69321" cy="86040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1874"/>
                    </a:lnSpc>
                  </a:pPr>
                  <a:endParaRPr dirty="0"/>
                </a:p>
              </p:txBody>
            </p:sp>
          </p:grpSp>
        </p:grpSp>
      </p:grpSp>
      <p:grpSp>
        <p:nvGrpSpPr>
          <p:cNvPr id="40" name="Grupo 39">
            <a:extLst>
              <a:ext uri="{FF2B5EF4-FFF2-40B4-BE49-F238E27FC236}">
                <a16:creationId xmlns:a16="http://schemas.microsoft.com/office/drawing/2014/main" id="{DE9ADF07-1F79-3176-EAF5-7A369CDB154C}"/>
              </a:ext>
            </a:extLst>
          </p:cNvPr>
          <p:cNvGrpSpPr/>
          <p:nvPr/>
        </p:nvGrpSpPr>
        <p:grpSpPr>
          <a:xfrm>
            <a:off x="-228601" y="-478361"/>
            <a:ext cx="2905050" cy="1476032"/>
            <a:chOff x="-228601" y="-478361"/>
            <a:chExt cx="2905050" cy="1476032"/>
          </a:xfrm>
        </p:grpSpPr>
        <p:grpSp>
          <p:nvGrpSpPr>
            <p:cNvPr id="41" name="Group 10">
              <a:extLst>
                <a:ext uri="{FF2B5EF4-FFF2-40B4-BE49-F238E27FC236}">
                  <a16:creationId xmlns:a16="http://schemas.microsoft.com/office/drawing/2014/main" id="{15F31BEB-BB83-2FEA-1352-A9CC7BD57114}"/>
                </a:ext>
              </a:extLst>
            </p:cNvPr>
            <p:cNvGrpSpPr/>
            <p:nvPr/>
          </p:nvGrpSpPr>
          <p:grpSpPr>
            <a:xfrm>
              <a:off x="-228601" y="-478361"/>
              <a:ext cx="2905050" cy="1221311"/>
              <a:chOff x="0" y="0"/>
              <a:chExt cx="1355852" cy="720510"/>
            </a:xfrm>
          </p:grpSpPr>
          <p:sp>
            <p:nvSpPr>
              <p:cNvPr id="43" name="Freeform 11">
                <a:extLst>
                  <a:ext uri="{FF2B5EF4-FFF2-40B4-BE49-F238E27FC236}">
                    <a16:creationId xmlns:a16="http://schemas.microsoft.com/office/drawing/2014/main" id="{8AE0191E-CC33-1F3E-A4FA-4D0E82E202AC}"/>
                  </a:ext>
                </a:extLst>
              </p:cNvPr>
              <p:cNvSpPr/>
              <p:nvPr/>
            </p:nvSpPr>
            <p:spPr>
              <a:xfrm>
                <a:off x="0" y="0"/>
                <a:ext cx="1355852" cy="720510"/>
              </a:xfrm>
              <a:custGeom>
                <a:avLst/>
                <a:gdLst/>
                <a:ahLst/>
                <a:cxnLst/>
                <a:rect l="l" t="t" r="r" b="b"/>
                <a:pathLst>
                  <a:path w="1355852" h="720510">
                    <a:moveTo>
                      <a:pt x="150387" y="0"/>
                    </a:moveTo>
                    <a:lnTo>
                      <a:pt x="1205465" y="0"/>
                    </a:lnTo>
                    <a:cubicBezTo>
                      <a:pt x="1245350" y="0"/>
                      <a:pt x="1283602" y="15844"/>
                      <a:pt x="1311805" y="44047"/>
                    </a:cubicBezTo>
                    <a:cubicBezTo>
                      <a:pt x="1340008" y="72250"/>
                      <a:pt x="1355852" y="110502"/>
                      <a:pt x="1355852" y="150387"/>
                    </a:cubicBezTo>
                    <a:lnTo>
                      <a:pt x="1355852" y="570123"/>
                    </a:lnTo>
                    <a:cubicBezTo>
                      <a:pt x="1355852" y="653179"/>
                      <a:pt x="1288522" y="720510"/>
                      <a:pt x="1205465" y="720510"/>
                    </a:cubicBezTo>
                    <a:lnTo>
                      <a:pt x="150387" y="720510"/>
                    </a:lnTo>
                    <a:cubicBezTo>
                      <a:pt x="67331" y="720510"/>
                      <a:pt x="0" y="653179"/>
                      <a:pt x="0" y="570123"/>
                    </a:cubicBezTo>
                    <a:lnTo>
                      <a:pt x="0" y="150387"/>
                    </a:lnTo>
                    <a:cubicBezTo>
                      <a:pt x="0" y="67331"/>
                      <a:pt x="67331" y="0"/>
                      <a:pt x="150387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44" name="TextBox 12">
                <a:extLst>
                  <a:ext uri="{FF2B5EF4-FFF2-40B4-BE49-F238E27FC236}">
                    <a16:creationId xmlns:a16="http://schemas.microsoft.com/office/drawing/2014/main" id="{6BA24DC5-ED35-7412-2DED-C66AC1599E7C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5852" cy="739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pic>
          <p:nvPicPr>
            <p:cNvPr id="42" name="Imagen 41">
              <a:extLst>
                <a:ext uri="{FF2B5EF4-FFF2-40B4-BE49-F238E27FC236}">
                  <a16:creationId xmlns:a16="http://schemas.microsoft.com/office/drawing/2014/main" id="{18C2D00D-1FD5-EA17-AF79-8210B3C7DA5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1" y="-375754"/>
              <a:ext cx="1373425" cy="13734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641317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11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A6A350-C560-F6D0-D66A-6E224DF92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AD642C3-0AFC-E89C-3CB6-53AB2F7799F5}"/>
              </a:ext>
            </a:extLst>
          </p:cNvPr>
          <p:cNvSpPr/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18" name="Grupo 117">
            <a:extLst>
              <a:ext uri="{FF2B5EF4-FFF2-40B4-BE49-F238E27FC236}">
                <a16:creationId xmlns:a16="http://schemas.microsoft.com/office/drawing/2014/main" id="{000278DF-80C2-FC95-85CD-FE645DB03B16}"/>
              </a:ext>
            </a:extLst>
          </p:cNvPr>
          <p:cNvGrpSpPr/>
          <p:nvPr/>
        </p:nvGrpSpPr>
        <p:grpSpPr>
          <a:xfrm>
            <a:off x="12194536" y="1143738"/>
            <a:ext cx="4569009" cy="2403585"/>
            <a:chOff x="683894" y="4389234"/>
            <a:chExt cx="5183506" cy="3333626"/>
          </a:xfrm>
        </p:grpSpPr>
        <p:grpSp>
          <p:nvGrpSpPr>
            <p:cNvPr id="119" name="Group 13">
              <a:extLst>
                <a:ext uri="{FF2B5EF4-FFF2-40B4-BE49-F238E27FC236}">
                  <a16:creationId xmlns:a16="http://schemas.microsoft.com/office/drawing/2014/main" id="{51702482-224F-B3B2-900B-C0925A8509D7}"/>
                </a:ext>
              </a:extLst>
            </p:cNvPr>
            <p:cNvGrpSpPr/>
            <p:nvPr/>
          </p:nvGrpSpPr>
          <p:grpSpPr>
            <a:xfrm>
              <a:off x="683894" y="4389234"/>
              <a:ext cx="5183506" cy="3333626"/>
              <a:chOff x="0" y="0"/>
              <a:chExt cx="1351154" cy="731404"/>
            </a:xfrm>
          </p:grpSpPr>
          <p:sp>
            <p:nvSpPr>
              <p:cNvPr id="121" name="Freeform 14">
                <a:extLst>
                  <a:ext uri="{FF2B5EF4-FFF2-40B4-BE49-F238E27FC236}">
                    <a16:creationId xmlns:a16="http://schemas.microsoft.com/office/drawing/2014/main" id="{72DF28DC-B484-AE97-41D4-669B119F57AA}"/>
                  </a:ext>
                </a:extLst>
              </p:cNvPr>
              <p:cNvSpPr/>
              <p:nvPr/>
            </p:nvSpPr>
            <p:spPr>
              <a:xfrm>
                <a:off x="0" y="0"/>
                <a:ext cx="1351154" cy="731404"/>
              </a:xfrm>
              <a:custGeom>
                <a:avLst/>
                <a:gdLst/>
                <a:ahLst/>
                <a:cxnLst/>
                <a:rect l="l" t="t" r="r" b="b"/>
                <a:pathLst>
                  <a:path w="1351154" h="731404">
                    <a:moveTo>
                      <a:pt x="23027" y="0"/>
                    </a:moveTo>
                    <a:lnTo>
                      <a:pt x="1328127" y="0"/>
                    </a:lnTo>
                    <a:cubicBezTo>
                      <a:pt x="1340845" y="0"/>
                      <a:pt x="1351154" y="10310"/>
                      <a:pt x="1351154" y="23027"/>
                    </a:cubicBezTo>
                    <a:lnTo>
                      <a:pt x="1351154" y="708377"/>
                    </a:lnTo>
                    <a:cubicBezTo>
                      <a:pt x="1351154" y="721094"/>
                      <a:pt x="1340845" y="731404"/>
                      <a:pt x="1328127" y="731404"/>
                    </a:cubicBezTo>
                    <a:lnTo>
                      <a:pt x="23027" y="731404"/>
                    </a:lnTo>
                    <a:cubicBezTo>
                      <a:pt x="10310" y="731404"/>
                      <a:pt x="0" y="721094"/>
                      <a:pt x="0" y="708377"/>
                    </a:cubicBezTo>
                    <a:lnTo>
                      <a:pt x="0" y="23027"/>
                    </a:lnTo>
                    <a:cubicBezTo>
                      <a:pt x="0" y="10310"/>
                      <a:pt x="10310" y="0"/>
                      <a:pt x="23027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38100" cap="rnd">
                <a:solidFill>
                  <a:srgbClr val="B4B4B4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122" name="TextBox 15">
                <a:extLst>
                  <a:ext uri="{FF2B5EF4-FFF2-40B4-BE49-F238E27FC236}">
                    <a16:creationId xmlns:a16="http://schemas.microsoft.com/office/drawing/2014/main" id="{EA8E4D1D-0607-4743-6D0C-43680DDB9E6E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1154" cy="75045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sp>
          <p:nvSpPr>
            <p:cNvPr id="120" name="TextBox 16">
              <a:extLst>
                <a:ext uri="{FF2B5EF4-FFF2-40B4-BE49-F238E27FC236}">
                  <a16:creationId xmlns:a16="http://schemas.microsoft.com/office/drawing/2014/main" id="{347C4EEC-43F6-515C-C9B6-8AC9FE313DD4}"/>
                </a:ext>
              </a:extLst>
            </p:cNvPr>
            <p:cNvSpPr txBox="1"/>
            <p:nvPr/>
          </p:nvSpPr>
          <p:spPr>
            <a:xfrm>
              <a:off x="869605" y="4490295"/>
              <a:ext cx="4769193" cy="54765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1" indent="0" algn="ctr">
                <a:lnSpc>
                  <a:spcPts val="4479"/>
                </a:lnSpc>
              </a:pPr>
              <a:r>
                <a:rPr lang="en-US" sz="3199" b="1" spc="-86" dirty="0" err="1">
                  <a:solidFill>
                    <a:srgbClr val="FF3131"/>
                  </a:solidFill>
                  <a:latin typeface="Poppins"/>
                  <a:ea typeface="Poppins"/>
                  <a:cs typeface="Poppins"/>
                  <a:sym typeface="Poppins"/>
                </a:rPr>
                <a:t>Modificado</a:t>
              </a:r>
              <a:endParaRPr lang="en-US" sz="3199" b="1" spc="-86" dirty="0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" name="Group 3">
            <a:extLst>
              <a:ext uri="{FF2B5EF4-FFF2-40B4-BE49-F238E27FC236}">
                <a16:creationId xmlns:a16="http://schemas.microsoft.com/office/drawing/2014/main" id="{CFBC8C67-5807-4C1D-1EB8-D287237A11C0}"/>
              </a:ext>
            </a:extLst>
          </p:cNvPr>
          <p:cNvGrpSpPr/>
          <p:nvPr/>
        </p:nvGrpSpPr>
        <p:grpSpPr>
          <a:xfrm>
            <a:off x="-698849" y="9575651"/>
            <a:ext cx="19685699" cy="2666805"/>
            <a:chOff x="0" y="0"/>
            <a:chExt cx="5184711" cy="702368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64049A4B-B235-E7E8-F84F-5BFF1D2D4B56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FDEFD5F7-852E-385E-4446-04B3853E9559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23361DD1-39DD-8D2A-6418-BD3A628DDB8B}"/>
              </a:ext>
            </a:extLst>
          </p:cNvPr>
          <p:cNvSpPr/>
          <p:nvPr/>
        </p:nvSpPr>
        <p:spPr>
          <a:xfrm>
            <a:off x="15872392" y="2091327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4F98DB63-533C-BA1A-BF90-CA1C227E2D75}"/>
              </a:ext>
            </a:extLst>
          </p:cNvPr>
          <p:cNvSpPr/>
          <p:nvPr/>
        </p:nvSpPr>
        <p:spPr>
          <a:xfrm>
            <a:off x="16901092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25443E7D-3214-3889-606B-27B51698E1AF}"/>
              </a:ext>
            </a:extLst>
          </p:cNvPr>
          <p:cNvSpPr/>
          <p:nvPr/>
        </p:nvSpPr>
        <p:spPr>
          <a:xfrm flipH="1">
            <a:off x="-1389129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AF083B77-5170-1C36-1F3D-1A74EA1E32E3}"/>
              </a:ext>
            </a:extLst>
          </p:cNvPr>
          <p:cNvSpPr/>
          <p:nvPr/>
        </p:nvSpPr>
        <p:spPr>
          <a:xfrm flipH="1">
            <a:off x="-360429" y="2459791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7" name="Group 17">
            <a:extLst>
              <a:ext uri="{FF2B5EF4-FFF2-40B4-BE49-F238E27FC236}">
                <a16:creationId xmlns:a16="http://schemas.microsoft.com/office/drawing/2014/main" id="{EF8FBEAA-D315-170B-7C13-9856F60EFE9A}"/>
              </a:ext>
            </a:extLst>
          </p:cNvPr>
          <p:cNvGrpSpPr/>
          <p:nvPr/>
        </p:nvGrpSpPr>
        <p:grpSpPr>
          <a:xfrm>
            <a:off x="-698849" y="-1923855"/>
            <a:ext cx="19685699" cy="2666805"/>
            <a:chOff x="0" y="0"/>
            <a:chExt cx="5184711" cy="702368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D47FFE9F-B894-CA57-66CC-985C02D6E35F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9E50B95A-DCF7-226F-6833-412270E8930F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grpSp>
        <p:nvGrpSpPr>
          <p:cNvPr id="113" name="Group 52">
            <a:extLst>
              <a:ext uri="{FF2B5EF4-FFF2-40B4-BE49-F238E27FC236}">
                <a16:creationId xmlns:a16="http://schemas.microsoft.com/office/drawing/2014/main" id="{B8301B44-985D-DA8B-26D0-34AB3045792B}"/>
              </a:ext>
            </a:extLst>
          </p:cNvPr>
          <p:cNvGrpSpPr/>
          <p:nvPr/>
        </p:nvGrpSpPr>
        <p:grpSpPr>
          <a:xfrm>
            <a:off x="1188019" y="8172420"/>
            <a:ext cx="9320543" cy="960554"/>
            <a:chOff x="0" y="0"/>
            <a:chExt cx="2441105" cy="197645"/>
          </a:xfrm>
        </p:grpSpPr>
        <p:sp>
          <p:nvSpPr>
            <p:cNvPr id="116" name="Freeform 53">
              <a:extLst>
                <a:ext uri="{FF2B5EF4-FFF2-40B4-BE49-F238E27FC236}">
                  <a16:creationId xmlns:a16="http://schemas.microsoft.com/office/drawing/2014/main" id="{69BB3A3F-F3BE-7978-5B69-C31568EF789D}"/>
                </a:ext>
              </a:extLst>
            </p:cNvPr>
            <p:cNvSpPr/>
            <p:nvPr/>
          </p:nvSpPr>
          <p:spPr>
            <a:xfrm>
              <a:off x="0" y="0"/>
              <a:ext cx="2441105" cy="197645"/>
            </a:xfrm>
            <a:custGeom>
              <a:avLst/>
              <a:gdLst/>
              <a:ahLst/>
              <a:cxnLst/>
              <a:rect l="l" t="t" r="r" b="b"/>
              <a:pathLst>
                <a:path w="2441105" h="197645">
                  <a:moveTo>
                    <a:pt x="12745" y="0"/>
                  </a:moveTo>
                  <a:lnTo>
                    <a:pt x="2428360" y="0"/>
                  </a:lnTo>
                  <a:cubicBezTo>
                    <a:pt x="2431740" y="0"/>
                    <a:pt x="2434982" y="1343"/>
                    <a:pt x="2437372" y="3733"/>
                  </a:cubicBezTo>
                  <a:cubicBezTo>
                    <a:pt x="2439763" y="6123"/>
                    <a:pt x="2441105" y="9365"/>
                    <a:pt x="2441105" y="12745"/>
                  </a:cubicBezTo>
                  <a:lnTo>
                    <a:pt x="2441105" y="184899"/>
                  </a:lnTo>
                  <a:cubicBezTo>
                    <a:pt x="2441105" y="188280"/>
                    <a:pt x="2439763" y="191522"/>
                    <a:pt x="2437372" y="193912"/>
                  </a:cubicBezTo>
                  <a:cubicBezTo>
                    <a:pt x="2434982" y="196302"/>
                    <a:pt x="2431740" y="197645"/>
                    <a:pt x="2428360" y="197645"/>
                  </a:cubicBezTo>
                  <a:lnTo>
                    <a:pt x="12745" y="197645"/>
                  </a:lnTo>
                  <a:cubicBezTo>
                    <a:pt x="9365" y="197645"/>
                    <a:pt x="6123" y="196302"/>
                    <a:pt x="3733" y="193912"/>
                  </a:cubicBezTo>
                  <a:cubicBezTo>
                    <a:pt x="1343" y="191522"/>
                    <a:pt x="0" y="188280"/>
                    <a:pt x="0" y="184899"/>
                  </a:cubicBezTo>
                  <a:lnTo>
                    <a:pt x="0" y="12745"/>
                  </a:lnTo>
                  <a:cubicBezTo>
                    <a:pt x="0" y="9365"/>
                    <a:pt x="1343" y="6123"/>
                    <a:pt x="3733" y="3733"/>
                  </a:cubicBezTo>
                  <a:cubicBezTo>
                    <a:pt x="6123" y="1343"/>
                    <a:pt x="9365" y="0"/>
                    <a:pt x="12745" y="0"/>
                  </a:cubicBezTo>
                  <a:close/>
                </a:path>
              </a:pathLst>
            </a:custGeom>
            <a:solidFill>
              <a:srgbClr val="0F0E0E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17" name="TextBox 54">
              <a:extLst>
                <a:ext uri="{FF2B5EF4-FFF2-40B4-BE49-F238E27FC236}">
                  <a16:creationId xmlns:a16="http://schemas.microsoft.com/office/drawing/2014/main" id="{3ABCCECD-CC1E-CE54-6F6B-88966C55C8E7}"/>
                </a:ext>
              </a:extLst>
            </p:cNvPr>
            <p:cNvSpPr txBox="1"/>
            <p:nvPr/>
          </p:nvSpPr>
          <p:spPr>
            <a:xfrm>
              <a:off x="0" y="-19050"/>
              <a:ext cx="2441105" cy="2166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114" name="TextBox 55">
            <a:extLst>
              <a:ext uri="{FF2B5EF4-FFF2-40B4-BE49-F238E27FC236}">
                <a16:creationId xmlns:a16="http://schemas.microsoft.com/office/drawing/2014/main" id="{0C22D32C-C4BF-BC59-2388-A765C0D47308}"/>
              </a:ext>
            </a:extLst>
          </p:cNvPr>
          <p:cNvSpPr txBox="1"/>
          <p:nvPr/>
        </p:nvSpPr>
        <p:spPr>
          <a:xfrm>
            <a:off x="2153407" y="8317543"/>
            <a:ext cx="6460211" cy="504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4199"/>
              </a:lnSpc>
            </a:pPr>
            <a:endParaRPr/>
          </a:p>
        </p:txBody>
      </p:sp>
      <p:sp>
        <p:nvSpPr>
          <p:cNvPr id="115" name="TextBox 56">
            <a:extLst>
              <a:ext uri="{FF2B5EF4-FFF2-40B4-BE49-F238E27FC236}">
                <a16:creationId xmlns:a16="http://schemas.microsoft.com/office/drawing/2014/main" id="{6508D156-9898-B5CD-D823-FDCF8C540B3A}"/>
              </a:ext>
            </a:extLst>
          </p:cNvPr>
          <p:cNvSpPr txBox="1"/>
          <p:nvPr/>
        </p:nvSpPr>
        <p:spPr>
          <a:xfrm>
            <a:off x="1422289" y="8423597"/>
            <a:ext cx="8852003" cy="413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359"/>
              </a:lnSpc>
            </a:pPr>
            <a:r>
              <a:rPr lang="en-US" sz="2400" spc="-6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&gt; git commit –m “commit 1”</a:t>
            </a:r>
            <a:endParaRPr lang="en-US" sz="2400" spc="-64" dirty="0">
              <a:solidFill>
                <a:srgbClr val="D9D9D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23" name="Grupo 122">
            <a:extLst>
              <a:ext uri="{FF2B5EF4-FFF2-40B4-BE49-F238E27FC236}">
                <a16:creationId xmlns:a16="http://schemas.microsoft.com/office/drawing/2014/main" id="{F483BBB6-AEB5-8B4E-A2A2-757E9A64C44F}"/>
              </a:ext>
            </a:extLst>
          </p:cNvPr>
          <p:cNvGrpSpPr/>
          <p:nvPr/>
        </p:nvGrpSpPr>
        <p:grpSpPr>
          <a:xfrm>
            <a:off x="12194536" y="4015151"/>
            <a:ext cx="4569009" cy="2403585"/>
            <a:chOff x="6337647" y="4389234"/>
            <a:chExt cx="5183506" cy="3333626"/>
          </a:xfrm>
        </p:grpSpPr>
        <p:grpSp>
          <p:nvGrpSpPr>
            <p:cNvPr id="124" name="Group 13">
              <a:extLst>
                <a:ext uri="{FF2B5EF4-FFF2-40B4-BE49-F238E27FC236}">
                  <a16:creationId xmlns:a16="http://schemas.microsoft.com/office/drawing/2014/main" id="{BBC7ACE3-9C92-BD5C-FE90-D317C9BE6AD0}"/>
                </a:ext>
              </a:extLst>
            </p:cNvPr>
            <p:cNvGrpSpPr/>
            <p:nvPr/>
          </p:nvGrpSpPr>
          <p:grpSpPr>
            <a:xfrm>
              <a:off x="6337647" y="4389234"/>
              <a:ext cx="5183506" cy="3333626"/>
              <a:chOff x="0" y="0"/>
              <a:chExt cx="1351154" cy="731404"/>
            </a:xfrm>
          </p:grpSpPr>
          <p:sp>
            <p:nvSpPr>
              <p:cNvPr id="126" name="Freeform 14">
                <a:extLst>
                  <a:ext uri="{FF2B5EF4-FFF2-40B4-BE49-F238E27FC236}">
                    <a16:creationId xmlns:a16="http://schemas.microsoft.com/office/drawing/2014/main" id="{555D99E0-0D03-6353-A843-BAC7F7A28E79}"/>
                  </a:ext>
                </a:extLst>
              </p:cNvPr>
              <p:cNvSpPr/>
              <p:nvPr/>
            </p:nvSpPr>
            <p:spPr>
              <a:xfrm>
                <a:off x="0" y="0"/>
                <a:ext cx="1351154" cy="731404"/>
              </a:xfrm>
              <a:custGeom>
                <a:avLst/>
                <a:gdLst/>
                <a:ahLst/>
                <a:cxnLst/>
                <a:rect l="l" t="t" r="r" b="b"/>
                <a:pathLst>
                  <a:path w="1351154" h="731404">
                    <a:moveTo>
                      <a:pt x="23027" y="0"/>
                    </a:moveTo>
                    <a:lnTo>
                      <a:pt x="1328127" y="0"/>
                    </a:lnTo>
                    <a:cubicBezTo>
                      <a:pt x="1340845" y="0"/>
                      <a:pt x="1351154" y="10310"/>
                      <a:pt x="1351154" y="23027"/>
                    </a:cubicBezTo>
                    <a:lnTo>
                      <a:pt x="1351154" y="708377"/>
                    </a:lnTo>
                    <a:cubicBezTo>
                      <a:pt x="1351154" y="721094"/>
                      <a:pt x="1340845" y="731404"/>
                      <a:pt x="1328127" y="731404"/>
                    </a:cubicBezTo>
                    <a:lnTo>
                      <a:pt x="23027" y="731404"/>
                    </a:lnTo>
                    <a:cubicBezTo>
                      <a:pt x="10310" y="731404"/>
                      <a:pt x="0" y="721094"/>
                      <a:pt x="0" y="708377"/>
                    </a:cubicBezTo>
                    <a:lnTo>
                      <a:pt x="0" y="23027"/>
                    </a:lnTo>
                    <a:cubicBezTo>
                      <a:pt x="0" y="10310"/>
                      <a:pt x="10310" y="0"/>
                      <a:pt x="23027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38100" cap="rnd">
                <a:solidFill>
                  <a:srgbClr val="B4B4B4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127" name="TextBox 15">
                <a:extLst>
                  <a:ext uri="{FF2B5EF4-FFF2-40B4-BE49-F238E27FC236}">
                    <a16:creationId xmlns:a16="http://schemas.microsoft.com/office/drawing/2014/main" id="{C3A43243-C5DE-3689-3183-CD1A0DFE7028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1154" cy="75045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sp>
          <p:nvSpPr>
            <p:cNvPr id="125" name="TextBox 16">
              <a:extLst>
                <a:ext uri="{FF2B5EF4-FFF2-40B4-BE49-F238E27FC236}">
                  <a16:creationId xmlns:a16="http://schemas.microsoft.com/office/drawing/2014/main" id="{AA2F6E61-912C-620C-CDA8-57D5C02FF4A8}"/>
                </a:ext>
              </a:extLst>
            </p:cNvPr>
            <p:cNvSpPr txBox="1"/>
            <p:nvPr/>
          </p:nvSpPr>
          <p:spPr>
            <a:xfrm>
              <a:off x="6523358" y="4490295"/>
              <a:ext cx="4769193" cy="54765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1" indent="0" algn="ctr">
                <a:lnSpc>
                  <a:spcPts val="4479"/>
                </a:lnSpc>
              </a:pPr>
              <a:r>
                <a:rPr lang="en-US" sz="3199" b="1" spc="-86" dirty="0" err="1">
                  <a:solidFill>
                    <a:srgbClr val="00B050"/>
                  </a:solidFill>
                  <a:latin typeface="Poppins"/>
                  <a:ea typeface="Poppins"/>
                  <a:cs typeface="Poppins"/>
                  <a:sym typeface="Poppins"/>
                </a:rPr>
                <a:t>Preparado</a:t>
              </a:r>
              <a:endParaRPr lang="en-US" sz="3199" b="1" spc="-86" dirty="0">
                <a:solidFill>
                  <a:srgbClr val="00B05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28" name="Grupo 127">
            <a:extLst>
              <a:ext uri="{FF2B5EF4-FFF2-40B4-BE49-F238E27FC236}">
                <a16:creationId xmlns:a16="http://schemas.microsoft.com/office/drawing/2014/main" id="{A6313E42-FE42-FD14-D206-AB6429383064}"/>
              </a:ext>
            </a:extLst>
          </p:cNvPr>
          <p:cNvGrpSpPr/>
          <p:nvPr/>
        </p:nvGrpSpPr>
        <p:grpSpPr>
          <a:xfrm>
            <a:off x="12194536" y="6729389"/>
            <a:ext cx="4569009" cy="2403585"/>
            <a:chOff x="6337647" y="4389234"/>
            <a:chExt cx="5183506" cy="3333626"/>
          </a:xfrm>
        </p:grpSpPr>
        <p:grpSp>
          <p:nvGrpSpPr>
            <p:cNvPr id="129" name="Group 13">
              <a:extLst>
                <a:ext uri="{FF2B5EF4-FFF2-40B4-BE49-F238E27FC236}">
                  <a16:creationId xmlns:a16="http://schemas.microsoft.com/office/drawing/2014/main" id="{9C519FFE-EBA5-346E-DD97-753657DD4AD1}"/>
                </a:ext>
              </a:extLst>
            </p:cNvPr>
            <p:cNvGrpSpPr/>
            <p:nvPr/>
          </p:nvGrpSpPr>
          <p:grpSpPr>
            <a:xfrm>
              <a:off x="6337647" y="4389234"/>
              <a:ext cx="5183506" cy="3333626"/>
              <a:chOff x="0" y="0"/>
              <a:chExt cx="1351154" cy="731404"/>
            </a:xfrm>
          </p:grpSpPr>
          <p:sp>
            <p:nvSpPr>
              <p:cNvPr id="131" name="Freeform 14">
                <a:extLst>
                  <a:ext uri="{FF2B5EF4-FFF2-40B4-BE49-F238E27FC236}">
                    <a16:creationId xmlns:a16="http://schemas.microsoft.com/office/drawing/2014/main" id="{9BF700FF-F11D-E7FF-682F-AB0D4E4CB392}"/>
                  </a:ext>
                </a:extLst>
              </p:cNvPr>
              <p:cNvSpPr/>
              <p:nvPr/>
            </p:nvSpPr>
            <p:spPr>
              <a:xfrm>
                <a:off x="0" y="0"/>
                <a:ext cx="1351154" cy="731404"/>
              </a:xfrm>
              <a:custGeom>
                <a:avLst/>
                <a:gdLst/>
                <a:ahLst/>
                <a:cxnLst/>
                <a:rect l="l" t="t" r="r" b="b"/>
                <a:pathLst>
                  <a:path w="1351154" h="731404">
                    <a:moveTo>
                      <a:pt x="23027" y="0"/>
                    </a:moveTo>
                    <a:lnTo>
                      <a:pt x="1328127" y="0"/>
                    </a:lnTo>
                    <a:cubicBezTo>
                      <a:pt x="1340845" y="0"/>
                      <a:pt x="1351154" y="10310"/>
                      <a:pt x="1351154" y="23027"/>
                    </a:cubicBezTo>
                    <a:lnTo>
                      <a:pt x="1351154" y="708377"/>
                    </a:lnTo>
                    <a:cubicBezTo>
                      <a:pt x="1351154" y="721094"/>
                      <a:pt x="1340845" y="731404"/>
                      <a:pt x="1328127" y="731404"/>
                    </a:cubicBezTo>
                    <a:lnTo>
                      <a:pt x="23027" y="731404"/>
                    </a:lnTo>
                    <a:cubicBezTo>
                      <a:pt x="10310" y="731404"/>
                      <a:pt x="0" y="721094"/>
                      <a:pt x="0" y="708377"/>
                    </a:cubicBezTo>
                    <a:lnTo>
                      <a:pt x="0" y="23027"/>
                    </a:lnTo>
                    <a:cubicBezTo>
                      <a:pt x="0" y="10310"/>
                      <a:pt x="10310" y="0"/>
                      <a:pt x="23027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38100" cap="rnd">
                <a:solidFill>
                  <a:srgbClr val="B4B4B4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132" name="TextBox 15">
                <a:extLst>
                  <a:ext uri="{FF2B5EF4-FFF2-40B4-BE49-F238E27FC236}">
                    <a16:creationId xmlns:a16="http://schemas.microsoft.com/office/drawing/2014/main" id="{86DAE512-B218-24B0-83AA-392ADB28AD67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1154" cy="75045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sp>
          <p:nvSpPr>
            <p:cNvPr id="130" name="TextBox 16">
              <a:extLst>
                <a:ext uri="{FF2B5EF4-FFF2-40B4-BE49-F238E27FC236}">
                  <a16:creationId xmlns:a16="http://schemas.microsoft.com/office/drawing/2014/main" id="{8EA10136-20A4-D9B2-65D0-036E24F3EDCE}"/>
                </a:ext>
              </a:extLst>
            </p:cNvPr>
            <p:cNvSpPr txBox="1"/>
            <p:nvPr/>
          </p:nvSpPr>
          <p:spPr>
            <a:xfrm>
              <a:off x="6523358" y="4490295"/>
              <a:ext cx="4769193" cy="54765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1" indent="0" algn="ctr">
                <a:lnSpc>
                  <a:spcPts val="4479"/>
                </a:lnSpc>
              </a:pPr>
              <a:r>
                <a:rPr lang="en-US" sz="3199" b="1" spc="-86" dirty="0">
                  <a:solidFill>
                    <a:schemeClr val="bg1"/>
                  </a:solidFill>
                  <a:latin typeface="Poppins"/>
                  <a:ea typeface="Poppins"/>
                  <a:cs typeface="Poppins"/>
                  <a:sym typeface="Poppins"/>
                </a:rPr>
                <a:t>Guardado</a:t>
              </a:r>
            </a:p>
          </p:txBody>
        </p:sp>
      </p:grpSp>
      <p:sp>
        <p:nvSpPr>
          <p:cNvPr id="205" name="TextBox 22">
            <a:extLst>
              <a:ext uri="{FF2B5EF4-FFF2-40B4-BE49-F238E27FC236}">
                <a16:creationId xmlns:a16="http://schemas.microsoft.com/office/drawing/2014/main" id="{C6C624EE-F92C-9C93-604F-0C82870A641B}"/>
              </a:ext>
            </a:extLst>
          </p:cNvPr>
          <p:cNvSpPr txBox="1"/>
          <p:nvPr/>
        </p:nvSpPr>
        <p:spPr>
          <a:xfrm>
            <a:off x="2083536" y="4512898"/>
            <a:ext cx="3612844" cy="254548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1874"/>
              </a:lnSpc>
            </a:pPr>
            <a:endParaRPr/>
          </a:p>
        </p:txBody>
      </p:sp>
      <p:grpSp>
        <p:nvGrpSpPr>
          <p:cNvPr id="206" name="Group 36">
            <a:extLst>
              <a:ext uri="{FF2B5EF4-FFF2-40B4-BE49-F238E27FC236}">
                <a16:creationId xmlns:a16="http://schemas.microsoft.com/office/drawing/2014/main" id="{599E1191-A229-DE9C-3EBC-66CE921E48DA}"/>
              </a:ext>
            </a:extLst>
          </p:cNvPr>
          <p:cNvGrpSpPr/>
          <p:nvPr/>
        </p:nvGrpSpPr>
        <p:grpSpPr>
          <a:xfrm>
            <a:off x="1165559" y="876400"/>
            <a:ext cx="6376953" cy="7053071"/>
            <a:chOff x="0" y="0"/>
            <a:chExt cx="1351154" cy="731404"/>
          </a:xfrm>
        </p:grpSpPr>
        <p:sp>
          <p:nvSpPr>
            <p:cNvPr id="207" name="Freeform 37">
              <a:extLst>
                <a:ext uri="{FF2B5EF4-FFF2-40B4-BE49-F238E27FC236}">
                  <a16:creationId xmlns:a16="http://schemas.microsoft.com/office/drawing/2014/main" id="{AF526489-55EE-A50F-9518-C2C4A8AD229E}"/>
                </a:ext>
              </a:extLst>
            </p:cNvPr>
            <p:cNvSpPr/>
            <p:nvPr/>
          </p:nvSpPr>
          <p:spPr>
            <a:xfrm>
              <a:off x="0" y="0"/>
              <a:ext cx="1351154" cy="731404"/>
            </a:xfrm>
            <a:custGeom>
              <a:avLst/>
              <a:gdLst/>
              <a:ahLst/>
              <a:cxnLst/>
              <a:rect l="l" t="t" r="r" b="b"/>
              <a:pathLst>
                <a:path w="1351154" h="731404">
                  <a:moveTo>
                    <a:pt x="23027" y="0"/>
                  </a:moveTo>
                  <a:lnTo>
                    <a:pt x="1328127" y="0"/>
                  </a:lnTo>
                  <a:cubicBezTo>
                    <a:pt x="1340845" y="0"/>
                    <a:pt x="1351154" y="10310"/>
                    <a:pt x="1351154" y="23027"/>
                  </a:cubicBezTo>
                  <a:lnTo>
                    <a:pt x="1351154" y="708377"/>
                  </a:lnTo>
                  <a:cubicBezTo>
                    <a:pt x="1351154" y="721094"/>
                    <a:pt x="1340845" y="731404"/>
                    <a:pt x="1328127" y="731404"/>
                  </a:cubicBezTo>
                  <a:lnTo>
                    <a:pt x="23027" y="731404"/>
                  </a:lnTo>
                  <a:cubicBezTo>
                    <a:pt x="10310" y="731404"/>
                    <a:pt x="0" y="721094"/>
                    <a:pt x="0" y="708377"/>
                  </a:cubicBezTo>
                  <a:lnTo>
                    <a:pt x="0" y="23027"/>
                  </a:lnTo>
                  <a:cubicBezTo>
                    <a:pt x="0" y="10310"/>
                    <a:pt x="10310" y="0"/>
                    <a:pt x="23027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B4B4B4"/>
              </a:solidFill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208" name="TextBox 38">
              <a:extLst>
                <a:ext uri="{FF2B5EF4-FFF2-40B4-BE49-F238E27FC236}">
                  <a16:creationId xmlns:a16="http://schemas.microsoft.com/office/drawing/2014/main" id="{E1F01359-7548-5E92-CAE1-A8206EFE3FD3}"/>
                </a:ext>
              </a:extLst>
            </p:cNvPr>
            <p:cNvSpPr txBox="1"/>
            <p:nvPr/>
          </p:nvSpPr>
          <p:spPr>
            <a:xfrm>
              <a:off x="0" y="-19050"/>
              <a:ext cx="1351154" cy="7504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209" name="TextBox 39">
            <a:extLst>
              <a:ext uri="{FF2B5EF4-FFF2-40B4-BE49-F238E27FC236}">
                <a16:creationId xmlns:a16="http://schemas.microsoft.com/office/drawing/2014/main" id="{638C9755-05EC-4F90-E8BC-DDBF36A9DEFD}"/>
              </a:ext>
            </a:extLst>
          </p:cNvPr>
          <p:cNvSpPr txBox="1"/>
          <p:nvPr/>
        </p:nvSpPr>
        <p:spPr>
          <a:xfrm>
            <a:off x="1467206" y="1114918"/>
            <a:ext cx="5201002" cy="539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4479"/>
              </a:lnSpc>
            </a:pPr>
            <a:r>
              <a:rPr lang="en-US" sz="3199" spc="-86" dirty="0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Mi </a:t>
            </a:r>
            <a:r>
              <a:rPr lang="en-US" sz="3199" spc="-86" dirty="0" err="1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máquina</a:t>
            </a:r>
            <a:r>
              <a:rPr lang="en-US" sz="3199" spc="-86" dirty="0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 local</a:t>
            </a:r>
          </a:p>
        </p:txBody>
      </p:sp>
      <p:grpSp>
        <p:nvGrpSpPr>
          <p:cNvPr id="210" name="Group 40">
            <a:extLst>
              <a:ext uri="{FF2B5EF4-FFF2-40B4-BE49-F238E27FC236}">
                <a16:creationId xmlns:a16="http://schemas.microsoft.com/office/drawing/2014/main" id="{3D6B1F9D-7A22-9AA2-0AE4-DD690EFC9D81}"/>
              </a:ext>
            </a:extLst>
          </p:cNvPr>
          <p:cNvGrpSpPr/>
          <p:nvPr/>
        </p:nvGrpSpPr>
        <p:grpSpPr>
          <a:xfrm>
            <a:off x="1456672" y="2316143"/>
            <a:ext cx="5723513" cy="5473651"/>
            <a:chOff x="0" y="0"/>
            <a:chExt cx="1358522" cy="590257"/>
          </a:xfrm>
        </p:grpSpPr>
        <p:sp>
          <p:nvSpPr>
            <p:cNvPr id="211" name="Freeform 41">
              <a:extLst>
                <a:ext uri="{FF2B5EF4-FFF2-40B4-BE49-F238E27FC236}">
                  <a16:creationId xmlns:a16="http://schemas.microsoft.com/office/drawing/2014/main" id="{99B382E8-0092-BE88-E56F-6B3AF32C1D01}"/>
                </a:ext>
              </a:extLst>
            </p:cNvPr>
            <p:cNvSpPr/>
            <p:nvPr/>
          </p:nvSpPr>
          <p:spPr>
            <a:xfrm>
              <a:off x="0" y="0"/>
              <a:ext cx="1358522" cy="590257"/>
            </a:xfrm>
            <a:custGeom>
              <a:avLst/>
              <a:gdLst/>
              <a:ahLst/>
              <a:cxnLst/>
              <a:rect l="l" t="t" r="r" b="b"/>
              <a:pathLst>
                <a:path w="1358522" h="590257">
                  <a:moveTo>
                    <a:pt x="26643" y="0"/>
                  </a:moveTo>
                  <a:lnTo>
                    <a:pt x="1331879" y="0"/>
                  </a:lnTo>
                  <a:cubicBezTo>
                    <a:pt x="1338945" y="0"/>
                    <a:pt x="1345722" y="2807"/>
                    <a:pt x="1350719" y="7803"/>
                  </a:cubicBezTo>
                  <a:cubicBezTo>
                    <a:pt x="1355715" y="12800"/>
                    <a:pt x="1358522" y="19577"/>
                    <a:pt x="1358522" y="26643"/>
                  </a:cubicBezTo>
                  <a:lnTo>
                    <a:pt x="1358522" y="563615"/>
                  </a:lnTo>
                  <a:cubicBezTo>
                    <a:pt x="1358522" y="570681"/>
                    <a:pt x="1355715" y="577458"/>
                    <a:pt x="1350719" y="582454"/>
                  </a:cubicBezTo>
                  <a:cubicBezTo>
                    <a:pt x="1345722" y="587450"/>
                    <a:pt x="1338945" y="590257"/>
                    <a:pt x="1331879" y="590257"/>
                  </a:cubicBezTo>
                  <a:lnTo>
                    <a:pt x="26643" y="590257"/>
                  </a:lnTo>
                  <a:cubicBezTo>
                    <a:pt x="19577" y="590257"/>
                    <a:pt x="12800" y="587450"/>
                    <a:pt x="7803" y="582454"/>
                  </a:cubicBezTo>
                  <a:cubicBezTo>
                    <a:pt x="2807" y="577458"/>
                    <a:pt x="0" y="570681"/>
                    <a:pt x="0" y="563615"/>
                  </a:cubicBezTo>
                  <a:lnTo>
                    <a:pt x="0" y="26643"/>
                  </a:lnTo>
                  <a:cubicBezTo>
                    <a:pt x="0" y="19577"/>
                    <a:pt x="2807" y="12800"/>
                    <a:pt x="7803" y="7803"/>
                  </a:cubicBezTo>
                  <a:cubicBezTo>
                    <a:pt x="12800" y="2807"/>
                    <a:pt x="19577" y="0"/>
                    <a:pt x="26643" y="0"/>
                  </a:cubicBezTo>
                  <a:close/>
                </a:path>
              </a:pathLst>
            </a:custGeom>
            <a:solidFill>
              <a:srgbClr val="0F0E0E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212" name="TextBox 42">
              <a:extLst>
                <a:ext uri="{FF2B5EF4-FFF2-40B4-BE49-F238E27FC236}">
                  <a16:creationId xmlns:a16="http://schemas.microsoft.com/office/drawing/2014/main" id="{2C7A2922-24C6-D10E-F530-A627C4CFF581}"/>
                </a:ext>
              </a:extLst>
            </p:cNvPr>
            <p:cNvSpPr txBox="1"/>
            <p:nvPr/>
          </p:nvSpPr>
          <p:spPr>
            <a:xfrm>
              <a:off x="0" y="-19050"/>
              <a:ext cx="1358522" cy="6093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grpSp>
        <p:nvGrpSpPr>
          <p:cNvPr id="214" name="Group 57">
            <a:extLst>
              <a:ext uri="{FF2B5EF4-FFF2-40B4-BE49-F238E27FC236}">
                <a16:creationId xmlns:a16="http://schemas.microsoft.com/office/drawing/2014/main" id="{DA974DC4-521C-E5F4-1E34-7A542C719A62}"/>
              </a:ext>
            </a:extLst>
          </p:cNvPr>
          <p:cNvGrpSpPr/>
          <p:nvPr/>
        </p:nvGrpSpPr>
        <p:grpSpPr>
          <a:xfrm>
            <a:off x="3531949" y="4985776"/>
            <a:ext cx="1876174" cy="341111"/>
            <a:chOff x="0" y="0"/>
            <a:chExt cx="2644177" cy="477582"/>
          </a:xfrm>
        </p:grpSpPr>
        <p:sp>
          <p:nvSpPr>
            <p:cNvPr id="229" name="TextBox 58">
              <a:extLst>
                <a:ext uri="{FF2B5EF4-FFF2-40B4-BE49-F238E27FC236}">
                  <a16:creationId xmlns:a16="http://schemas.microsoft.com/office/drawing/2014/main" id="{6E15B5A3-7974-6D85-1A71-058951B5E0F7}"/>
                </a:ext>
              </a:extLst>
            </p:cNvPr>
            <p:cNvSpPr txBox="1"/>
            <p:nvPr/>
          </p:nvSpPr>
          <p:spPr>
            <a:xfrm>
              <a:off x="455042" y="-66675"/>
              <a:ext cx="2189134" cy="5442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3359"/>
                </a:lnSpc>
              </a:pPr>
              <a:r>
                <a:rPr lang="en-US" sz="2400" spc="-6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styles.css</a:t>
              </a:r>
            </a:p>
          </p:txBody>
        </p:sp>
        <p:grpSp>
          <p:nvGrpSpPr>
            <p:cNvPr id="230" name="Group 59">
              <a:extLst>
                <a:ext uri="{FF2B5EF4-FFF2-40B4-BE49-F238E27FC236}">
                  <a16:creationId xmlns:a16="http://schemas.microsoft.com/office/drawing/2014/main" id="{DA890598-2C1E-39D4-ADC3-590E64A4D69C}"/>
                </a:ext>
              </a:extLst>
            </p:cNvPr>
            <p:cNvGrpSpPr/>
            <p:nvPr/>
          </p:nvGrpSpPr>
          <p:grpSpPr>
            <a:xfrm>
              <a:off x="0" y="69221"/>
              <a:ext cx="350938" cy="339139"/>
              <a:chOff x="0" y="0"/>
              <a:chExt cx="69321" cy="66990"/>
            </a:xfrm>
          </p:grpSpPr>
          <p:sp>
            <p:nvSpPr>
              <p:cNvPr id="231" name="Freeform 60">
                <a:extLst>
                  <a:ext uri="{FF2B5EF4-FFF2-40B4-BE49-F238E27FC236}">
                    <a16:creationId xmlns:a16="http://schemas.microsoft.com/office/drawing/2014/main" id="{ECD10DEB-7A86-5428-F076-58DA8EF0994D}"/>
                  </a:ext>
                </a:extLst>
              </p:cNvPr>
              <p:cNvSpPr/>
              <p:nvPr/>
            </p:nvSpPr>
            <p:spPr>
              <a:xfrm>
                <a:off x="0" y="0"/>
                <a:ext cx="69321" cy="66990"/>
              </a:xfrm>
              <a:custGeom>
                <a:avLst/>
                <a:gdLst/>
                <a:ahLst/>
                <a:cxnLst/>
                <a:rect l="l" t="t" r="r" b="b"/>
                <a:pathLst>
                  <a:path w="69321" h="66990">
                    <a:moveTo>
                      <a:pt x="0" y="0"/>
                    </a:moveTo>
                    <a:lnTo>
                      <a:pt x="69321" y="0"/>
                    </a:lnTo>
                    <a:lnTo>
                      <a:pt x="69321" y="66990"/>
                    </a:lnTo>
                    <a:lnTo>
                      <a:pt x="0" y="66990"/>
                    </a:lnTo>
                    <a:close/>
                  </a:path>
                </a:pathLst>
              </a:custGeom>
              <a:solidFill>
                <a:srgbClr val="CB6CE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232" name="TextBox 61">
                <a:extLst>
                  <a:ext uri="{FF2B5EF4-FFF2-40B4-BE49-F238E27FC236}">
                    <a16:creationId xmlns:a16="http://schemas.microsoft.com/office/drawing/2014/main" id="{413D6BC0-7C06-1890-D8D2-3E3AC11E4B3F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69321" cy="860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 dirty="0"/>
              </a:p>
            </p:txBody>
          </p:sp>
        </p:grpSp>
      </p:grpSp>
      <p:grpSp>
        <p:nvGrpSpPr>
          <p:cNvPr id="215" name="Grupo 214">
            <a:extLst>
              <a:ext uri="{FF2B5EF4-FFF2-40B4-BE49-F238E27FC236}">
                <a16:creationId xmlns:a16="http://schemas.microsoft.com/office/drawing/2014/main" id="{5FB4CE8F-7D97-2275-E71A-A96C05071A38}"/>
              </a:ext>
            </a:extLst>
          </p:cNvPr>
          <p:cNvGrpSpPr/>
          <p:nvPr/>
        </p:nvGrpSpPr>
        <p:grpSpPr>
          <a:xfrm>
            <a:off x="3530672" y="5808395"/>
            <a:ext cx="1995646" cy="413190"/>
            <a:chOff x="3899399" y="2821328"/>
            <a:chExt cx="1995646" cy="413190"/>
          </a:xfrm>
        </p:grpSpPr>
        <p:sp>
          <p:nvSpPr>
            <p:cNvPr id="227" name="TextBox 68">
              <a:extLst>
                <a:ext uri="{FF2B5EF4-FFF2-40B4-BE49-F238E27FC236}">
                  <a16:creationId xmlns:a16="http://schemas.microsoft.com/office/drawing/2014/main" id="{72481B48-FFE6-1301-CE12-E05233162156}"/>
                </a:ext>
              </a:extLst>
            </p:cNvPr>
            <p:cNvSpPr txBox="1"/>
            <p:nvPr/>
          </p:nvSpPr>
          <p:spPr>
            <a:xfrm>
              <a:off x="4222274" y="2821328"/>
              <a:ext cx="1672771" cy="4131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3359"/>
                </a:lnSpc>
              </a:pPr>
              <a:r>
                <a:rPr lang="en-US" sz="2400" spc="-6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styles-2.js</a:t>
              </a:r>
            </a:p>
          </p:txBody>
        </p:sp>
        <p:sp>
          <p:nvSpPr>
            <p:cNvPr id="228" name="Freeform 70">
              <a:extLst>
                <a:ext uri="{FF2B5EF4-FFF2-40B4-BE49-F238E27FC236}">
                  <a16:creationId xmlns:a16="http://schemas.microsoft.com/office/drawing/2014/main" id="{12544C61-1B4F-C10F-40E5-26FD661FD519}"/>
                </a:ext>
              </a:extLst>
            </p:cNvPr>
            <p:cNvSpPr/>
            <p:nvPr/>
          </p:nvSpPr>
          <p:spPr>
            <a:xfrm>
              <a:off x="3899399" y="2918391"/>
              <a:ext cx="249008" cy="242229"/>
            </a:xfrm>
            <a:custGeom>
              <a:avLst/>
              <a:gdLst/>
              <a:ahLst/>
              <a:cxnLst/>
              <a:rect l="l" t="t" r="r" b="b"/>
              <a:pathLst>
                <a:path w="69321" h="66990">
                  <a:moveTo>
                    <a:pt x="0" y="0"/>
                  </a:moveTo>
                  <a:lnTo>
                    <a:pt x="69321" y="0"/>
                  </a:lnTo>
                  <a:lnTo>
                    <a:pt x="69321" y="66990"/>
                  </a:lnTo>
                  <a:lnTo>
                    <a:pt x="0" y="66990"/>
                  </a:lnTo>
                  <a:close/>
                </a:path>
              </a:pathLst>
            </a:custGeom>
            <a:solidFill>
              <a:srgbClr val="FFFF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216" name="Group 67">
            <a:extLst>
              <a:ext uri="{FF2B5EF4-FFF2-40B4-BE49-F238E27FC236}">
                <a16:creationId xmlns:a16="http://schemas.microsoft.com/office/drawing/2014/main" id="{86C21DE7-E86C-C242-F3BE-413B92D584B1}"/>
              </a:ext>
            </a:extLst>
          </p:cNvPr>
          <p:cNvGrpSpPr/>
          <p:nvPr/>
        </p:nvGrpSpPr>
        <p:grpSpPr>
          <a:xfrm>
            <a:off x="3532819" y="5408525"/>
            <a:ext cx="1995646" cy="341111"/>
            <a:chOff x="0" y="0"/>
            <a:chExt cx="2812553" cy="477582"/>
          </a:xfrm>
        </p:grpSpPr>
        <p:sp>
          <p:nvSpPr>
            <p:cNvPr id="223" name="TextBox 68">
              <a:extLst>
                <a:ext uri="{FF2B5EF4-FFF2-40B4-BE49-F238E27FC236}">
                  <a16:creationId xmlns:a16="http://schemas.microsoft.com/office/drawing/2014/main" id="{94727D13-8B3D-3389-E609-127A838F52DA}"/>
                </a:ext>
              </a:extLst>
            </p:cNvPr>
            <p:cNvSpPr txBox="1"/>
            <p:nvPr/>
          </p:nvSpPr>
          <p:spPr>
            <a:xfrm>
              <a:off x="455042" y="-66675"/>
              <a:ext cx="2357511" cy="5442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3359"/>
                </a:lnSpc>
              </a:pPr>
              <a:r>
                <a:rPr lang="en-US" sz="2400" spc="-6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scripts.js</a:t>
              </a:r>
            </a:p>
          </p:txBody>
        </p:sp>
        <p:grpSp>
          <p:nvGrpSpPr>
            <p:cNvPr id="224" name="Group 69">
              <a:extLst>
                <a:ext uri="{FF2B5EF4-FFF2-40B4-BE49-F238E27FC236}">
                  <a16:creationId xmlns:a16="http://schemas.microsoft.com/office/drawing/2014/main" id="{7BBD7BCF-74E8-C78B-A292-37F94D246C58}"/>
                </a:ext>
              </a:extLst>
            </p:cNvPr>
            <p:cNvGrpSpPr/>
            <p:nvPr/>
          </p:nvGrpSpPr>
          <p:grpSpPr>
            <a:xfrm>
              <a:off x="0" y="69221"/>
              <a:ext cx="350938" cy="339139"/>
              <a:chOff x="0" y="0"/>
              <a:chExt cx="69321" cy="66990"/>
            </a:xfrm>
          </p:grpSpPr>
          <p:sp>
            <p:nvSpPr>
              <p:cNvPr id="225" name="Freeform 70">
                <a:extLst>
                  <a:ext uri="{FF2B5EF4-FFF2-40B4-BE49-F238E27FC236}">
                    <a16:creationId xmlns:a16="http://schemas.microsoft.com/office/drawing/2014/main" id="{807651C2-5C64-44B9-17E1-8948A2F551C3}"/>
                  </a:ext>
                </a:extLst>
              </p:cNvPr>
              <p:cNvSpPr/>
              <p:nvPr/>
            </p:nvSpPr>
            <p:spPr>
              <a:xfrm>
                <a:off x="0" y="0"/>
                <a:ext cx="69321" cy="66990"/>
              </a:xfrm>
              <a:custGeom>
                <a:avLst/>
                <a:gdLst/>
                <a:ahLst/>
                <a:cxnLst/>
                <a:rect l="l" t="t" r="r" b="b"/>
                <a:pathLst>
                  <a:path w="69321" h="66990">
                    <a:moveTo>
                      <a:pt x="0" y="0"/>
                    </a:moveTo>
                    <a:lnTo>
                      <a:pt x="69321" y="0"/>
                    </a:lnTo>
                    <a:lnTo>
                      <a:pt x="69321" y="66990"/>
                    </a:lnTo>
                    <a:lnTo>
                      <a:pt x="0" y="66990"/>
                    </a:lnTo>
                    <a:close/>
                  </a:path>
                </a:pathLst>
              </a:custGeom>
              <a:solidFill>
                <a:srgbClr val="1E3EE3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226" name="TextBox 71">
                <a:extLst>
                  <a:ext uri="{FF2B5EF4-FFF2-40B4-BE49-F238E27FC236}">
                    <a16:creationId xmlns:a16="http://schemas.microsoft.com/office/drawing/2014/main" id="{1B501605-4B87-F68B-EDE1-D740F685A7F8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69321" cy="860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</p:grpSp>
      <p:grpSp>
        <p:nvGrpSpPr>
          <p:cNvPr id="217" name="Group 72">
            <a:extLst>
              <a:ext uri="{FF2B5EF4-FFF2-40B4-BE49-F238E27FC236}">
                <a16:creationId xmlns:a16="http://schemas.microsoft.com/office/drawing/2014/main" id="{45D78D58-BACD-2B9C-DBCB-BE97AD51CEF6}"/>
              </a:ext>
            </a:extLst>
          </p:cNvPr>
          <p:cNvGrpSpPr/>
          <p:nvPr/>
        </p:nvGrpSpPr>
        <p:grpSpPr>
          <a:xfrm>
            <a:off x="3515432" y="4511452"/>
            <a:ext cx="2473533" cy="388733"/>
            <a:chOff x="0" y="-66674"/>
            <a:chExt cx="3486061" cy="544257"/>
          </a:xfrm>
        </p:grpSpPr>
        <p:sp>
          <p:nvSpPr>
            <p:cNvPr id="219" name="TextBox 73">
              <a:extLst>
                <a:ext uri="{FF2B5EF4-FFF2-40B4-BE49-F238E27FC236}">
                  <a16:creationId xmlns:a16="http://schemas.microsoft.com/office/drawing/2014/main" id="{C7A96EC5-A495-2F82-935B-BDABDF947574}"/>
                </a:ext>
              </a:extLst>
            </p:cNvPr>
            <p:cNvSpPr txBox="1"/>
            <p:nvPr/>
          </p:nvSpPr>
          <p:spPr>
            <a:xfrm>
              <a:off x="455043" y="-66674"/>
              <a:ext cx="3031018" cy="5442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3359"/>
                </a:lnSpc>
              </a:pPr>
              <a:r>
                <a:rPr lang="en-US" sz="2400" spc="-6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index.html</a:t>
              </a:r>
            </a:p>
          </p:txBody>
        </p:sp>
        <p:grpSp>
          <p:nvGrpSpPr>
            <p:cNvPr id="220" name="Group 74">
              <a:extLst>
                <a:ext uri="{FF2B5EF4-FFF2-40B4-BE49-F238E27FC236}">
                  <a16:creationId xmlns:a16="http://schemas.microsoft.com/office/drawing/2014/main" id="{8CCFDA11-9698-5BCF-B3D0-A02688D60E76}"/>
                </a:ext>
              </a:extLst>
            </p:cNvPr>
            <p:cNvGrpSpPr/>
            <p:nvPr/>
          </p:nvGrpSpPr>
          <p:grpSpPr>
            <a:xfrm>
              <a:off x="0" y="69221"/>
              <a:ext cx="350938" cy="339139"/>
              <a:chOff x="0" y="0"/>
              <a:chExt cx="69321" cy="66990"/>
            </a:xfrm>
          </p:grpSpPr>
          <p:sp>
            <p:nvSpPr>
              <p:cNvPr id="221" name="Freeform 75">
                <a:extLst>
                  <a:ext uri="{FF2B5EF4-FFF2-40B4-BE49-F238E27FC236}">
                    <a16:creationId xmlns:a16="http://schemas.microsoft.com/office/drawing/2014/main" id="{20037FA1-A0C0-72E3-538E-4B48803CB01C}"/>
                  </a:ext>
                </a:extLst>
              </p:cNvPr>
              <p:cNvSpPr/>
              <p:nvPr/>
            </p:nvSpPr>
            <p:spPr>
              <a:xfrm>
                <a:off x="0" y="0"/>
                <a:ext cx="69321" cy="66990"/>
              </a:xfrm>
              <a:custGeom>
                <a:avLst/>
                <a:gdLst/>
                <a:ahLst/>
                <a:cxnLst/>
                <a:rect l="l" t="t" r="r" b="b"/>
                <a:pathLst>
                  <a:path w="69321" h="66990">
                    <a:moveTo>
                      <a:pt x="0" y="0"/>
                    </a:moveTo>
                    <a:lnTo>
                      <a:pt x="69321" y="0"/>
                    </a:lnTo>
                    <a:lnTo>
                      <a:pt x="69321" y="66990"/>
                    </a:lnTo>
                    <a:lnTo>
                      <a:pt x="0" y="66990"/>
                    </a:lnTo>
                    <a:close/>
                  </a:path>
                </a:pathLst>
              </a:custGeom>
              <a:solidFill>
                <a:srgbClr val="7ED957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222" name="TextBox 76">
                <a:extLst>
                  <a:ext uri="{FF2B5EF4-FFF2-40B4-BE49-F238E27FC236}">
                    <a16:creationId xmlns:a16="http://schemas.microsoft.com/office/drawing/2014/main" id="{BEA5C36E-2997-5A1C-02A7-383F60F448F5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69321" cy="860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</p:grpSp>
      <p:grpSp>
        <p:nvGrpSpPr>
          <p:cNvPr id="233" name="Grupo 232">
            <a:extLst>
              <a:ext uri="{FF2B5EF4-FFF2-40B4-BE49-F238E27FC236}">
                <a16:creationId xmlns:a16="http://schemas.microsoft.com/office/drawing/2014/main" id="{29EAE8CE-B37D-EBE8-B23D-B9E7EFADA207}"/>
              </a:ext>
            </a:extLst>
          </p:cNvPr>
          <p:cNvGrpSpPr/>
          <p:nvPr/>
        </p:nvGrpSpPr>
        <p:grpSpPr>
          <a:xfrm>
            <a:off x="1456673" y="2672822"/>
            <a:ext cx="5369360" cy="742727"/>
            <a:chOff x="11277600" y="1501245"/>
            <a:chExt cx="7277100" cy="1203855"/>
          </a:xfrm>
        </p:grpSpPr>
        <p:grpSp>
          <p:nvGrpSpPr>
            <p:cNvPr id="234" name="Group 9">
              <a:extLst>
                <a:ext uri="{FF2B5EF4-FFF2-40B4-BE49-F238E27FC236}">
                  <a16:creationId xmlns:a16="http://schemas.microsoft.com/office/drawing/2014/main" id="{763EFB3B-D6D5-7FB6-B35A-C081BF4CD272}"/>
                </a:ext>
              </a:extLst>
            </p:cNvPr>
            <p:cNvGrpSpPr/>
            <p:nvPr/>
          </p:nvGrpSpPr>
          <p:grpSpPr>
            <a:xfrm>
              <a:off x="11277600" y="1501245"/>
              <a:ext cx="7277100" cy="1203855"/>
              <a:chOff x="0" y="-47625"/>
              <a:chExt cx="2734992" cy="466725"/>
            </a:xfrm>
          </p:grpSpPr>
          <p:sp>
            <p:nvSpPr>
              <p:cNvPr id="238" name="Freeform 10">
                <a:extLst>
                  <a:ext uri="{FF2B5EF4-FFF2-40B4-BE49-F238E27FC236}">
                    <a16:creationId xmlns:a16="http://schemas.microsoft.com/office/drawing/2014/main" id="{7E38D9DC-6D01-E057-0E1B-6971EC47BA27}"/>
                  </a:ext>
                </a:extLst>
              </p:cNvPr>
              <p:cNvSpPr/>
              <p:nvPr/>
            </p:nvSpPr>
            <p:spPr>
              <a:xfrm>
                <a:off x="0" y="0"/>
                <a:ext cx="2734992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2031332" h="419100">
                    <a:moveTo>
                      <a:pt x="23643" y="0"/>
                    </a:moveTo>
                    <a:lnTo>
                      <a:pt x="2007689" y="0"/>
                    </a:lnTo>
                    <a:cubicBezTo>
                      <a:pt x="2020747" y="0"/>
                      <a:pt x="2031332" y="10585"/>
                      <a:pt x="2031332" y="23643"/>
                    </a:cubicBezTo>
                    <a:lnTo>
                      <a:pt x="2031332" y="395457"/>
                    </a:lnTo>
                    <a:cubicBezTo>
                      <a:pt x="2031332" y="401727"/>
                      <a:pt x="2028841" y="407741"/>
                      <a:pt x="2024407" y="412175"/>
                    </a:cubicBezTo>
                    <a:cubicBezTo>
                      <a:pt x="2019973" y="416609"/>
                      <a:pt x="2013959" y="419100"/>
                      <a:pt x="2007689" y="419100"/>
                    </a:cubicBezTo>
                    <a:lnTo>
                      <a:pt x="23643" y="419100"/>
                    </a:lnTo>
                    <a:cubicBezTo>
                      <a:pt x="17373" y="419100"/>
                      <a:pt x="11359" y="416609"/>
                      <a:pt x="6925" y="412175"/>
                    </a:cubicBezTo>
                    <a:cubicBezTo>
                      <a:pt x="2491" y="407741"/>
                      <a:pt x="0" y="401727"/>
                      <a:pt x="0" y="395457"/>
                    </a:cubicBezTo>
                    <a:lnTo>
                      <a:pt x="0" y="23643"/>
                    </a:lnTo>
                    <a:cubicBezTo>
                      <a:pt x="0" y="17373"/>
                      <a:pt x="2491" y="11359"/>
                      <a:pt x="6925" y="6925"/>
                    </a:cubicBezTo>
                    <a:cubicBezTo>
                      <a:pt x="11359" y="2491"/>
                      <a:pt x="17373" y="0"/>
                      <a:pt x="23643" y="0"/>
                    </a:cubicBezTo>
                    <a:close/>
                  </a:path>
                </a:pathLst>
              </a:custGeom>
              <a:noFill/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239" name="TextBox 11">
                <a:extLst>
                  <a:ext uri="{FF2B5EF4-FFF2-40B4-BE49-F238E27FC236}">
                    <a16:creationId xmlns:a16="http://schemas.microsoft.com/office/drawing/2014/main" id="{E859ABFD-47C8-5CEA-B6D3-921A7AE23D2E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2031332" cy="4667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11"/>
                  </a:lnSpc>
                </a:pPr>
                <a:endParaRPr/>
              </a:p>
            </p:txBody>
          </p:sp>
        </p:grpSp>
        <p:grpSp>
          <p:nvGrpSpPr>
            <p:cNvPr id="235" name="Grupo 234">
              <a:extLst>
                <a:ext uri="{FF2B5EF4-FFF2-40B4-BE49-F238E27FC236}">
                  <a16:creationId xmlns:a16="http://schemas.microsoft.com/office/drawing/2014/main" id="{E58711B8-04D5-1AD4-F62D-E61E94CBDFC1}"/>
                </a:ext>
              </a:extLst>
            </p:cNvPr>
            <p:cNvGrpSpPr/>
            <p:nvPr/>
          </p:nvGrpSpPr>
          <p:grpSpPr>
            <a:xfrm>
              <a:off x="12279056" y="1790700"/>
              <a:ext cx="4970491" cy="695681"/>
              <a:chOff x="12337765" y="1831143"/>
              <a:chExt cx="4970491" cy="695681"/>
            </a:xfrm>
          </p:grpSpPr>
          <p:sp>
            <p:nvSpPr>
              <p:cNvPr id="236" name="TextBox 14">
                <a:extLst>
                  <a:ext uri="{FF2B5EF4-FFF2-40B4-BE49-F238E27FC236}">
                    <a16:creationId xmlns:a16="http://schemas.microsoft.com/office/drawing/2014/main" id="{5E8CBBDA-FF53-9453-C747-37C5D682C916}"/>
                  </a:ext>
                </a:extLst>
              </p:cNvPr>
              <p:cNvSpPr txBox="1"/>
              <p:nvPr/>
            </p:nvSpPr>
            <p:spPr>
              <a:xfrm>
                <a:off x="13117929" y="1916776"/>
                <a:ext cx="4190327" cy="52441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3611"/>
                  </a:lnSpc>
                </a:pPr>
                <a:r>
                  <a:rPr lang="en-US" sz="2799" dirty="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feature/mi-</a:t>
                </a:r>
                <a:r>
                  <a:rPr lang="en-US" sz="2799" dirty="0" err="1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rama</a:t>
                </a:r>
                <a:endParaRPr lang="en-US" sz="2799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pic>
            <p:nvPicPr>
              <p:cNvPr id="237" name="Imagen 236" descr="Git-branch - Free vector icons on creazilla.com">
                <a:extLst>
                  <a:ext uri="{FF2B5EF4-FFF2-40B4-BE49-F238E27FC236}">
                    <a16:creationId xmlns:a16="http://schemas.microsoft.com/office/drawing/2014/main" id="{436A9CAA-1B72-24F5-F4AE-BB7B490BCEB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duotone>
                  <a:schemeClr val="accent3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rightnessContrast bright="40000" contrast="4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12337765" y="1831143"/>
                <a:ext cx="695681" cy="695681"/>
              </a:xfrm>
              <a:prstGeom prst="rect">
                <a:avLst/>
              </a:prstGeom>
            </p:spPr>
          </p:pic>
        </p:grpSp>
      </p:grpSp>
      <p:grpSp>
        <p:nvGrpSpPr>
          <p:cNvPr id="240" name="Grupo 239">
            <a:extLst>
              <a:ext uri="{FF2B5EF4-FFF2-40B4-BE49-F238E27FC236}">
                <a16:creationId xmlns:a16="http://schemas.microsoft.com/office/drawing/2014/main" id="{84F6BA82-89FF-E7F0-A6C4-86A88A5A7265}"/>
              </a:ext>
            </a:extLst>
          </p:cNvPr>
          <p:cNvGrpSpPr/>
          <p:nvPr/>
        </p:nvGrpSpPr>
        <p:grpSpPr>
          <a:xfrm>
            <a:off x="1456672" y="1738380"/>
            <a:ext cx="5723513" cy="973670"/>
            <a:chOff x="709547" y="2145505"/>
            <a:chExt cx="5369360" cy="973670"/>
          </a:xfrm>
        </p:grpSpPr>
        <p:grpSp>
          <p:nvGrpSpPr>
            <p:cNvPr id="241" name="Group 9">
              <a:extLst>
                <a:ext uri="{FF2B5EF4-FFF2-40B4-BE49-F238E27FC236}">
                  <a16:creationId xmlns:a16="http://schemas.microsoft.com/office/drawing/2014/main" id="{4ED9FED2-CECA-E611-0210-366A7BB54BB4}"/>
                </a:ext>
              </a:extLst>
            </p:cNvPr>
            <p:cNvGrpSpPr/>
            <p:nvPr/>
          </p:nvGrpSpPr>
          <p:grpSpPr>
            <a:xfrm>
              <a:off x="709547" y="2145505"/>
              <a:ext cx="5369360" cy="973670"/>
              <a:chOff x="0" y="-47625"/>
              <a:chExt cx="2734992" cy="466725"/>
            </a:xfrm>
          </p:grpSpPr>
          <p:sp>
            <p:nvSpPr>
              <p:cNvPr id="244" name="Freeform 10">
                <a:extLst>
                  <a:ext uri="{FF2B5EF4-FFF2-40B4-BE49-F238E27FC236}">
                    <a16:creationId xmlns:a16="http://schemas.microsoft.com/office/drawing/2014/main" id="{11535644-933E-3620-4D0D-8563F3A193D2}"/>
                  </a:ext>
                </a:extLst>
              </p:cNvPr>
              <p:cNvSpPr/>
              <p:nvPr/>
            </p:nvSpPr>
            <p:spPr>
              <a:xfrm>
                <a:off x="0" y="0"/>
                <a:ext cx="2734992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2031332" h="419100">
                    <a:moveTo>
                      <a:pt x="23643" y="0"/>
                    </a:moveTo>
                    <a:lnTo>
                      <a:pt x="2007689" y="0"/>
                    </a:lnTo>
                    <a:cubicBezTo>
                      <a:pt x="2020747" y="0"/>
                      <a:pt x="2031332" y="10585"/>
                      <a:pt x="2031332" y="23643"/>
                    </a:cubicBezTo>
                    <a:lnTo>
                      <a:pt x="2031332" y="395457"/>
                    </a:lnTo>
                    <a:cubicBezTo>
                      <a:pt x="2031332" y="401727"/>
                      <a:pt x="2028841" y="407741"/>
                      <a:pt x="2024407" y="412175"/>
                    </a:cubicBezTo>
                    <a:cubicBezTo>
                      <a:pt x="2019973" y="416609"/>
                      <a:pt x="2013959" y="419100"/>
                      <a:pt x="2007689" y="419100"/>
                    </a:cubicBezTo>
                    <a:lnTo>
                      <a:pt x="23643" y="419100"/>
                    </a:lnTo>
                    <a:cubicBezTo>
                      <a:pt x="17373" y="419100"/>
                      <a:pt x="11359" y="416609"/>
                      <a:pt x="6925" y="412175"/>
                    </a:cubicBezTo>
                    <a:cubicBezTo>
                      <a:pt x="2491" y="407741"/>
                      <a:pt x="0" y="401727"/>
                      <a:pt x="0" y="395457"/>
                    </a:cubicBezTo>
                    <a:lnTo>
                      <a:pt x="0" y="23643"/>
                    </a:lnTo>
                    <a:cubicBezTo>
                      <a:pt x="0" y="17373"/>
                      <a:pt x="2491" y="11359"/>
                      <a:pt x="6925" y="6925"/>
                    </a:cubicBezTo>
                    <a:cubicBezTo>
                      <a:pt x="11359" y="2491"/>
                      <a:pt x="17373" y="0"/>
                      <a:pt x="23643" y="0"/>
                    </a:cubicBez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245" name="TextBox 11">
                <a:extLst>
                  <a:ext uri="{FF2B5EF4-FFF2-40B4-BE49-F238E27FC236}">
                    <a16:creationId xmlns:a16="http://schemas.microsoft.com/office/drawing/2014/main" id="{8B1B898B-4E85-C013-7B9A-5289780EC5A3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2031332" cy="4667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11"/>
                  </a:lnSpc>
                </a:pPr>
                <a:endParaRPr/>
              </a:p>
            </p:txBody>
          </p:sp>
        </p:grpSp>
        <p:sp>
          <p:nvSpPr>
            <p:cNvPr id="242" name="TextBox 14">
              <a:extLst>
                <a:ext uri="{FF2B5EF4-FFF2-40B4-BE49-F238E27FC236}">
                  <a16:creationId xmlns:a16="http://schemas.microsoft.com/office/drawing/2014/main" id="{5561C631-FBA4-389F-5E09-33D3B604FB31}"/>
                </a:ext>
              </a:extLst>
            </p:cNvPr>
            <p:cNvSpPr txBox="1"/>
            <p:nvPr/>
          </p:nvSpPr>
          <p:spPr>
            <a:xfrm>
              <a:off x="1451443" y="2480525"/>
              <a:ext cx="3989996" cy="4241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>
                <a:lnSpc>
                  <a:spcPts val="3095"/>
                </a:lnSpc>
              </a:pPr>
              <a:r>
                <a:rPr lang="en-US" sz="2800" spc="-131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mi-</a:t>
              </a:r>
              <a:r>
                <a:rPr lang="en-US" sz="2800" spc="-131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proyecto</a:t>
              </a:r>
              <a:r>
                <a:rPr lang="en-US" sz="2800" spc="-131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-</a:t>
              </a:r>
              <a:r>
                <a:rPr lang="en-US" sz="2800" spc="-131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clonado</a:t>
              </a:r>
              <a:endParaRPr lang="en-US" sz="2800" spc="-13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43" name="Freeform 50">
              <a:extLst>
                <a:ext uri="{FF2B5EF4-FFF2-40B4-BE49-F238E27FC236}">
                  <a16:creationId xmlns:a16="http://schemas.microsoft.com/office/drawing/2014/main" id="{C05CDE8B-3F03-F1F9-D6E7-2AA272A6C8B4}"/>
                </a:ext>
              </a:extLst>
            </p:cNvPr>
            <p:cNvSpPr/>
            <p:nvPr/>
          </p:nvSpPr>
          <p:spPr>
            <a:xfrm>
              <a:off x="1026470" y="2429721"/>
              <a:ext cx="444723" cy="394760"/>
            </a:xfrm>
            <a:custGeom>
              <a:avLst/>
              <a:gdLst/>
              <a:ahLst/>
              <a:cxnLst/>
              <a:rect l="l" t="t" r="r" b="b"/>
              <a:pathLst>
                <a:path w="626768" h="552695">
                  <a:moveTo>
                    <a:pt x="0" y="0"/>
                  </a:moveTo>
                  <a:lnTo>
                    <a:pt x="626768" y="0"/>
                  </a:lnTo>
                  <a:lnTo>
                    <a:pt x="626768" y="552695"/>
                  </a:lnTo>
                  <a:lnTo>
                    <a:pt x="0" y="5526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246" name="Group 9">
            <a:extLst>
              <a:ext uri="{FF2B5EF4-FFF2-40B4-BE49-F238E27FC236}">
                <a16:creationId xmlns:a16="http://schemas.microsoft.com/office/drawing/2014/main" id="{03537E63-767B-090E-5F36-04F539236458}"/>
              </a:ext>
            </a:extLst>
          </p:cNvPr>
          <p:cNvGrpSpPr/>
          <p:nvPr/>
        </p:nvGrpSpPr>
        <p:grpSpPr>
          <a:xfrm>
            <a:off x="2332163" y="3945685"/>
            <a:ext cx="4892112" cy="973670"/>
            <a:chOff x="0" y="-47625"/>
            <a:chExt cx="2734992" cy="466725"/>
          </a:xfrm>
        </p:grpSpPr>
        <p:sp>
          <p:nvSpPr>
            <p:cNvPr id="247" name="Freeform 10">
              <a:extLst>
                <a:ext uri="{FF2B5EF4-FFF2-40B4-BE49-F238E27FC236}">
                  <a16:creationId xmlns:a16="http://schemas.microsoft.com/office/drawing/2014/main" id="{77469D43-FF2F-C53B-DE96-C231EAB34AAC}"/>
                </a:ext>
              </a:extLst>
            </p:cNvPr>
            <p:cNvSpPr/>
            <p:nvPr/>
          </p:nvSpPr>
          <p:spPr>
            <a:xfrm>
              <a:off x="0" y="0"/>
              <a:ext cx="2734992" cy="419100"/>
            </a:xfrm>
            <a:custGeom>
              <a:avLst/>
              <a:gdLst/>
              <a:ahLst/>
              <a:cxnLst/>
              <a:rect l="l" t="t" r="r" b="b"/>
              <a:pathLst>
                <a:path w="2031332" h="419100">
                  <a:moveTo>
                    <a:pt x="23643" y="0"/>
                  </a:moveTo>
                  <a:lnTo>
                    <a:pt x="2007689" y="0"/>
                  </a:lnTo>
                  <a:cubicBezTo>
                    <a:pt x="2020747" y="0"/>
                    <a:pt x="2031332" y="10585"/>
                    <a:pt x="2031332" y="23643"/>
                  </a:cubicBezTo>
                  <a:lnTo>
                    <a:pt x="2031332" y="395457"/>
                  </a:lnTo>
                  <a:cubicBezTo>
                    <a:pt x="2031332" y="401727"/>
                    <a:pt x="2028841" y="407741"/>
                    <a:pt x="2024407" y="412175"/>
                  </a:cubicBezTo>
                  <a:cubicBezTo>
                    <a:pt x="2019973" y="416609"/>
                    <a:pt x="2013959" y="419100"/>
                    <a:pt x="2007689" y="419100"/>
                  </a:cubicBezTo>
                  <a:lnTo>
                    <a:pt x="23643" y="419100"/>
                  </a:lnTo>
                  <a:cubicBezTo>
                    <a:pt x="17373" y="419100"/>
                    <a:pt x="11359" y="416609"/>
                    <a:pt x="6925" y="412175"/>
                  </a:cubicBezTo>
                  <a:cubicBezTo>
                    <a:pt x="2491" y="407741"/>
                    <a:pt x="0" y="401727"/>
                    <a:pt x="0" y="395457"/>
                  </a:cubicBezTo>
                  <a:lnTo>
                    <a:pt x="0" y="23643"/>
                  </a:lnTo>
                  <a:cubicBezTo>
                    <a:pt x="0" y="17373"/>
                    <a:pt x="2491" y="11359"/>
                    <a:pt x="6925" y="6925"/>
                  </a:cubicBezTo>
                  <a:cubicBezTo>
                    <a:pt x="11359" y="2491"/>
                    <a:pt x="17373" y="0"/>
                    <a:pt x="23643" y="0"/>
                  </a:cubicBezTo>
                  <a:close/>
                </a:path>
              </a:pathLst>
            </a:custGeom>
            <a:noFill/>
          </p:spPr>
          <p:txBody>
            <a:bodyPr/>
            <a:lstStyle/>
            <a:p>
              <a:endParaRPr lang="es-MX" dirty="0"/>
            </a:p>
          </p:txBody>
        </p:sp>
        <p:sp>
          <p:nvSpPr>
            <p:cNvPr id="248" name="TextBox 11">
              <a:extLst>
                <a:ext uri="{FF2B5EF4-FFF2-40B4-BE49-F238E27FC236}">
                  <a16:creationId xmlns:a16="http://schemas.microsoft.com/office/drawing/2014/main" id="{527B3B3D-33A9-5C3E-EC1A-841363BB84E6}"/>
                </a:ext>
              </a:extLst>
            </p:cNvPr>
            <p:cNvSpPr txBox="1"/>
            <p:nvPr/>
          </p:nvSpPr>
          <p:spPr>
            <a:xfrm>
              <a:off x="0" y="-47625"/>
              <a:ext cx="2031332" cy="4667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11"/>
                </a:lnSpc>
              </a:pPr>
              <a:endParaRPr/>
            </a:p>
          </p:txBody>
        </p:sp>
      </p:grpSp>
      <p:grpSp>
        <p:nvGrpSpPr>
          <p:cNvPr id="249" name="Grupo 248">
            <a:extLst>
              <a:ext uri="{FF2B5EF4-FFF2-40B4-BE49-F238E27FC236}">
                <a16:creationId xmlns:a16="http://schemas.microsoft.com/office/drawing/2014/main" id="{2F3DA92C-BCDF-7BA1-867D-FF163EA54939}"/>
              </a:ext>
            </a:extLst>
          </p:cNvPr>
          <p:cNvGrpSpPr/>
          <p:nvPr/>
        </p:nvGrpSpPr>
        <p:grpSpPr>
          <a:xfrm>
            <a:off x="2517559" y="3409181"/>
            <a:ext cx="1693251" cy="464701"/>
            <a:chOff x="2522434" y="5922073"/>
            <a:chExt cx="1693251" cy="464701"/>
          </a:xfrm>
        </p:grpSpPr>
        <p:sp>
          <p:nvSpPr>
            <p:cNvPr id="250" name="TextBox 14">
              <a:extLst>
                <a:ext uri="{FF2B5EF4-FFF2-40B4-BE49-F238E27FC236}">
                  <a16:creationId xmlns:a16="http://schemas.microsoft.com/office/drawing/2014/main" id="{730676C4-A8F6-46F5-4DE0-02A6DBF95FC6}"/>
                </a:ext>
              </a:extLst>
            </p:cNvPr>
            <p:cNvSpPr txBox="1"/>
            <p:nvPr/>
          </p:nvSpPr>
          <p:spPr>
            <a:xfrm>
              <a:off x="3012993" y="5962630"/>
              <a:ext cx="1202692" cy="4241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>
                <a:lnSpc>
                  <a:spcPts val="3095"/>
                </a:lnSpc>
              </a:pPr>
              <a:r>
                <a:rPr lang="en-US" sz="2800" spc="-131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src</a:t>
              </a:r>
              <a:endParaRPr lang="en-US" sz="2800" spc="-13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pic>
          <p:nvPicPr>
            <p:cNvPr id="251" name="Imagen 250" descr="Icono De Carpeta Morada">
              <a:extLst>
                <a:ext uri="{FF2B5EF4-FFF2-40B4-BE49-F238E27FC236}">
                  <a16:creationId xmlns:a16="http://schemas.microsoft.com/office/drawing/2014/main" id="{3E733B52-9CDD-AF68-DF70-B55ED0C99F0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522434" y="5922073"/>
              <a:ext cx="447528" cy="447528"/>
            </a:xfrm>
            <a:prstGeom prst="rect">
              <a:avLst/>
            </a:prstGeom>
          </p:spPr>
        </p:pic>
      </p:grpSp>
      <p:grpSp>
        <p:nvGrpSpPr>
          <p:cNvPr id="252" name="Grupo 251">
            <a:extLst>
              <a:ext uri="{FF2B5EF4-FFF2-40B4-BE49-F238E27FC236}">
                <a16:creationId xmlns:a16="http://schemas.microsoft.com/office/drawing/2014/main" id="{58CB7ADC-B94C-75A7-DB1B-8707C2D54275}"/>
              </a:ext>
            </a:extLst>
          </p:cNvPr>
          <p:cNvGrpSpPr/>
          <p:nvPr/>
        </p:nvGrpSpPr>
        <p:grpSpPr>
          <a:xfrm>
            <a:off x="3006785" y="6350964"/>
            <a:ext cx="1693251" cy="464701"/>
            <a:chOff x="2522434" y="5922073"/>
            <a:chExt cx="1693251" cy="464701"/>
          </a:xfrm>
        </p:grpSpPr>
        <p:sp>
          <p:nvSpPr>
            <p:cNvPr id="253" name="TextBox 14">
              <a:extLst>
                <a:ext uri="{FF2B5EF4-FFF2-40B4-BE49-F238E27FC236}">
                  <a16:creationId xmlns:a16="http://schemas.microsoft.com/office/drawing/2014/main" id="{B4905F27-5B17-8148-B88F-DA3230857697}"/>
                </a:ext>
              </a:extLst>
            </p:cNvPr>
            <p:cNvSpPr txBox="1"/>
            <p:nvPr/>
          </p:nvSpPr>
          <p:spPr>
            <a:xfrm>
              <a:off x="3012993" y="5962630"/>
              <a:ext cx="1202692" cy="4241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>
                <a:lnSpc>
                  <a:spcPts val="3095"/>
                </a:lnSpc>
              </a:pPr>
              <a:r>
                <a:rPr lang="en-US" sz="2800" spc="-131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img</a:t>
              </a:r>
              <a:endParaRPr lang="en-US" sz="2800" spc="-13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pic>
          <p:nvPicPr>
            <p:cNvPr id="254" name="Imagen 253" descr="Icono De Carpeta Morada">
              <a:extLst>
                <a:ext uri="{FF2B5EF4-FFF2-40B4-BE49-F238E27FC236}">
                  <a16:creationId xmlns:a16="http://schemas.microsoft.com/office/drawing/2014/main" id="{A0F5B268-C7EB-BF42-78FF-1D88ECC7D32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522434" y="5922073"/>
              <a:ext cx="447528" cy="447528"/>
            </a:xfrm>
            <a:prstGeom prst="rect">
              <a:avLst/>
            </a:prstGeom>
          </p:spPr>
        </p:pic>
      </p:grpSp>
      <p:grpSp>
        <p:nvGrpSpPr>
          <p:cNvPr id="256" name="Group 57">
            <a:extLst>
              <a:ext uri="{FF2B5EF4-FFF2-40B4-BE49-F238E27FC236}">
                <a16:creationId xmlns:a16="http://schemas.microsoft.com/office/drawing/2014/main" id="{4E54EBA1-DEEB-8C64-CA12-E7EF6FD432E1}"/>
              </a:ext>
            </a:extLst>
          </p:cNvPr>
          <p:cNvGrpSpPr/>
          <p:nvPr/>
        </p:nvGrpSpPr>
        <p:grpSpPr>
          <a:xfrm>
            <a:off x="3474658" y="7327350"/>
            <a:ext cx="1876174" cy="413190"/>
            <a:chOff x="0" y="-66675"/>
            <a:chExt cx="2644177" cy="578498"/>
          </a:xfrm>
        </p:grpSpPr>
        <p:sp>
          <p:nvSpPr>
            <p:cNvPr id="264" name="TextBox 58">
              <a:extLst>
                <a:ext uri="{FF2B5EF4-FFF2-40B4-BE49-F238E27FC236}">
                  <a16:creationId xmlns:a16="http://schemas.microsoft.com/office/drawing/2014/main" id="{04D9ACD2-3666-8D76-A35F-E98BA2CCCDCD}"/>
                </a:ext>
              </a:extLst>
            </p:cNvPr>
            <p:cNvSpPr txBox="1"/>
            <p:nvPr/>
          </p:nvSpPr>
          <p:spPr>
            <a:xfrm>
              <a:off x="455042" y="-66675"/>
              <a:ext cx="2189135" cy="5784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3359"/>
                </a:lnSpc>
              </a:pPr>
              <a:r>
                <a:rPr lang="en-US" sz="2400" spc="-6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Img-2.png</a:t>
              </a:r>
            </a:p>
          </p:txBody>
        </p:sp>
        <p:grpSp>
          <p:nvGrpSpPr>
            <p:cNvPr id="265" name="Group 59">
              <a:extLst>
                <a:ext uri="{FF2B5EF4-FFF2-40B4-BE49-F238E27FC236}">
                  <a16:creationId xmlns:a16="http://schemas.microsoft.com/office/drawing/2014/main" id="{A68C452A-2D0B-0E9F-0A9C-463BDD66DD17}"/>
                </a:ext>
              </a:extLst>
            </p:cNvPr>
            <p:cNvGrpSpPr/>
            <p:nvPr/>
          </p:nvGrpSpPr>
          <p:grpSpPr>
            <a:xfrm>
              <a:off x="0" y="69221"/>
              <a:ext cx="350938" cy="339139"/>
              <a:chOff x="0" y="0"/>
              <a:chExt cx="69321" cy="66990"/>
            </a:xfrm>
          </p:grpSpPr>
          <p:sp>
            <p:nvSpPr>
              <p:cNvPr id="266" name="Freeform 60">
                <a:extLst>
                  <a:ext uri="{FF2B5EF4-FFF2-40B4-BE49-F238E27FC236}">
                    <a16:creationId xmlns:a16="http://schemas.microsoft.com/office/drawing/2014/main" id="{F65830A3-8368-C6CD-7FE5-D3E5689546DD}"/>
                  </a:ext>
                </a:extLst>
              </p:cNvPr>
              <p:cNvSpPr/>
              <p:nvPr/>
            </p:nvSpPr>
            <p:spPr>
              <a:xfrm>
                <a:off x="0" y="0"/>
                <a:ext cx="69321" cy="66990"/>
              </a:xfrm>
              <a:custGeom>
                <a:avLst/>
                <a:gdLst/>
                <a:ahLst/>
                <a:cxnLst/>
                <a:rect l="l" t="t" r="r" b="b"/>
                <a:pathLst>
                  <a:path w="69321" h="66990">
                    <a:moveTo>
                      <a:pt x="0" y="0"/>
                    </a:moveTo>
                    <a:lnTo>
                      <a:pt x="69321" y="0"/>
                    </a:lnTo>
                    <a:lnTo>
                      <a:pt x="69321" y="66990"/>
                    </a:lnTo>
                    <a:lnTo>
                      <a:pt x="0" y="6699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267" name="TextBox 61">
                <a:extLst>
                  <a:ext uri="{FF2B5EF4-FFF2-40B4-BE49-F238E27FC236}">
                    <a16:creationId xmlns:a16="http://schemas.microsoft.com/office/drawing/2014/main" id="{4ACB41E1-483E-BB2A-31DD-5629DB3FC545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69321" cy="860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 dirty="0"/>
              </a:p>
            </p:txBody>
          </p:sp>
        </p:grpSp>
      </p:grpSp>
      <p:sp>
        <p:nvSpPr>
          <p:cNvPr id="257" name="TextBox 71">
            <a:extLst>
              <a:ext uri="{FF2B5EF4-FFF2-40B4-BE49-F238E27FC236}">
                <a16:creationId xmlns:a16="http://schemas.microsoft.com/office/drawing/2014/main" id="{FBE74D75-0848-E716-1A53-6565980DAB75}"/>
              </a:ext>
            </a:extLst>
          </p:cNvPr>
          <p:cNvSpPr txBox="1"/>
          <p:nvPr/>
        </p:nvSpPr>
        <p:spPr>
          <a:xfrm>
            <a:off x="3475528" y="7778279"/>
            <a:ext cx="249008" cy="311112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1874"/>
              </a:lnSpc>
            </a:pPr>
            <a:endParaRPr/>
          </a:p>
        </p:txBody>
      </p:sp>
      <p:grpSp>
        <p:nvGrpSpPr>
          <p:cNvPr id="258" name="Group 72">
            <a:extLst>
              <a:ext uri="{FF2B5EF4-FFF2-40B4-BE49-F238E27FC236}">
                <a16:creationId xmlns:a16="http://schemas.microsoft.com/office/drawing/2014/main" id="{983650A8-09A7-6B76-D5F3-9459B857868D}"/>
              </a:ext>
            </a:extLst>
          </p:cNvPr>
          <p:cNvGrpSpPr/>
          <p:nvPr/>
        </p:nvGrpSpPr>
        <p:grpSpPr>
          <a:xfrm>
            <a:off x="3458141" y="6900648"/>
            <a:ext cx="2473533" cy="413190"/>
            <a:chOff x="0" y="-66674"/>
            <a:chExt cx="3486061" cy="578499"/>
          </a:xfrm>
        </p:grpSpPr>
        <p:sp>
          <p:nvSpPr>
            <p:cNvPr id="260" name="TextBox 73">
              <a:extLst>
                <a:ext uri="{FF2B5EF4-FFF2-40B4-BE49-F238E27FC236}">
                  <a16:creationId xmlns:a16="http://schemas.microsoft.com/office/drawing/2014/main" id="{EE1800F4-23A7-CFDF-BB84-7B50F2C361AE}"/>
                </a:ext>
              </a:extLst>
            </p:cNvPr>
            <p:cNvSpPr txBox="1"/>
            <p:nvPr/>
          </p:nvSpPr>
          <p:spPr>
            <a:xfrm>
              <a:off x="455044" y="-66674"/>
              <a:ext cx="3031017" cy="5784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3359"/>
                </a:lnSpc>
              </a:pPr>
              <a:r>
                <a:rPr lang="en-US" sz="2400" spc="-6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Img-1.png</a:t>
              </a:r>
            </a:p>
          </p:txBody>
        </p:sp>
        <p:grpSp>
          <p:nvGrpSpPr>
            <p:cNvPr id="261" name="Group 74">
              <a:extLst>
                <a:ext uri="{FF2B5EF4-FFF2-40B4-BE49-F238E27FC236}">
                  <a16:creationId xmlns:a16="http://schemas.microsoft.com/office/drawing/2014/main" id="{16435CCD-2B0A-F9DA-9BD3-CD40A6C04193}"/>
                </a:ext>
              </a:extLst>
            </p:cNvPr>
            <p:cNvGrpSpPr/>
            <p:nvPr/>
          </p:nvGrpSpPr>
          <p:grpSpPr>
            <a:xfrm>
              <a:off x="0" y="69221"/>
              <a:ext cx="350938" cy="339139"/>
              <a:chOff x="0" y="0"/>
              <a:chExt cx="69321" cy="66990"/>
            </a:xfrm>
          </p:grpSpPr>
          <p:sp>
            <p:nvSpPr>
              <p:cNvPr id="262" name="Freeform 75">
                <a:extLst>
                  <a:ext uri="{FF2B5EF4-FFF2-40B4-BE49-F238E27FC236}">
                    <a16:creationId xmlns:a16="http://schemas.microsoft.com/office/drawing/2014/main" id="{79890C9D-B60A-9EF7-842C-0C4CE914C592}"/>
                  </a:ext>
                </a:extLst>
              </p:cNvPr>
              <p:cNvSpPr/>
              <p:nvPr/>
            </p:nvSpPr>
            <p:spPr>
              <a:xfrm>
                <a:off x="0" y="0"/>
                <a:ext cx="69321" cy="66990"/>
              </a:xfrm>
              <a:custGeom>
                <a:avLst/>
                <a:gdLst/>
                <a:ahLst/>
                <a:cxnLst/>
                <a:rect l="l" t="t" r="r" b="b"/>
                <a:pathLst>
                  <a:path w="69321" h="66990">
                    <a:moveTo>
                      <a:pt x="0" y="0"/>
                    </a:moveTo>
                    <a:lnTo>
                      <a:pt x="69321" y="0"/>
                    </a:lnTo>
                    <a:lnTo>
                      <a:pt x="69321" y="66990"/>
                    </a:lnTo>
                    <a:lnTo>
                      <a:pt x="0" y="66990"/>
                    </a:lnTo>
                    <a:close/>
                  </a:path>
                </a:pathLst>
              </a:custGeom>
              <a:solidFill>
                <a:srgbClr val="00B0F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263" name="TextBox 76">
                <a:extLst>
                  <a:ext uri="{FF2B5EF4-FFF2-40B4-BE49-F238E27FC236}">
                    <a16:creationId xmlns:a16="http://schemas.microsoft.com/office/drawing/2014/main" id="{BDA844F5-985C-7B42-D8ED-CDD45A40E454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69321" cy="860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</p:grpSp>
      <p:grpSp>
        <p:nvGrpSpPr>
          <p:cNvPr id="268" name="Grupo 267">
            <a:extLst>
              <a:ext uri="{FF2B5EF4-FFF2-40B4-BE49-F238E27FC236}">
                <a16:creationId xmlns:a16="http://schemas.microsoft.com/office/drawing/2014/main" id="{B660D484-8EAA-6745-1519-790CF4C0139E}"/>
              </a:ext>
            </a:extLst>
          </p:cNvPr>
          <p:cNvGrpSpPr/>
          <p:nvPr/>
        </p:nvGrpSpPr>
        <p:grpSpPr>
          <a:xfrm>
            <a:off x="3006921" y="4017371"/>
            <a:ext cx="2059361" cy="471819"/>
            <a:chOff x="2522434" y="5922073"/>
            <a:chExt cx="2059361" cy="471819"/>
          </a:xfrm>
        </p:grpSpPr>
        <p:sp>
          <p:nvSpPr>
            <p:cNvPr id="269" name="TextBox 14">
              <a:extLst>
                <a:ext uri="{FF2B5EF4-FFF2-40B4-BE49-F238E27FC236}">
                  <a16:creationId xmlns:a16="http://schemas.microsoft.com/office/drawing/2014/main" id="{3A2E64EF-C997-A2C5-1A58-18F3D6FAC72C}"/>
                </a:ext>
              </a:extLst>
            </p:cNvPr>
            <p:cNvSpPr txBox="1"/>
            <p:nvPr/>
          </p:nvSpPr>
          <p:spPr>
            <a:xfrm>
              <a:off x="3012992" y="5962630"/>
              <a:ext cx="1568803" cy="4312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>
                <a:lnSpc>
                  <a:spcPts val="3095"/>
                </a:lnSpc>
              </a:pPr>
              <a:r>
                <a:rPr lang="en-US" sz="2800" spc="-131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frontend</a:t>
              </a:r>
            </a:p>
          </p:txBody>
        </p:sp>
        <p:pic>
          <p:nvPicPr>
            <p:cNvPr id="270" name="Imagen 269" descr="Icono De Carpeta Morada">
              <a:extLst>
                <a:ext uri="{FF2B5EF4-FFF2-40B4-BE49-F238E27FC236}">
                  <a16:creationId xmlns:a16="http://schemas.microsoft.com/office/drawing/2014/main" id="{AB3C2855-DA29-DFF3-9C2D-24AA69FFE33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522434" y="5922073"/>
              <a:ext cx="447528" cy="447528"/>
            </a:xfrm>
            <a:prstGeom prst="rect">
              <a:avLst/>
            </a:prstGeom>
          </p:spPr>
        </p:pic>
      </p:grpSp>
      <p:grpSp>
        <p:nvGrpSpPr>
          <p:cNvPr id="10" name="Group 57">
            <a:extLst>
              <a:ext uri="{FF2B5EF4-FFF2-40B4-BE49-F238E27FC236}">
                <a16:creationId xmlns:a16="http://schemas.microsoft.com/office/drawing/2014/main" id="{7DFE36CF-277D-085E-68DD-0C61C937123B}"/>
              </a:ext>
            </a:extLst>
          </p:cNvPr>
          <p:cNvGrpSpPr/>
          <p:nvPr/>
        </p:nvGrpSpPr>
        <p:grpSpPr>
          <a:xfrm>
            <a:off x="3529384" y="4985818"/>
            <a:ext cx="1876174" cy="341111"/>
            <a:chOff x="0" y="0"/>
            <a:chExt cx="2644177" cy="477582"/>
          </a:xfrm>
        </p:grpSpPr>
        <p:sp>
          <p:nvSpPr>
            <p:cNvPr id="11" name="TextBox 58">
              <a:extLst>
                <a:ext uri="{FF2B5EF4-FFF2-40B4-BE49-F238E27FC236}">
                  <a16:creationId xmlns:a16="http://schemas.microsoft.com/office/drawing/2014/main" id="{74A8E9BC-06F5-B201-DDA0-AAC577CDF8EF}"/>
                </a:ext>
              </a:extLst>
            </p:cNvPr>
            <p:cNvSpPr txBox="1"/>
            <p:nvPr/>
          </p:nvSpPr>
          <p:spPr>
            <a:xfrm>
              <a:off x="455042" y="-66675"/>
              <a:ext cx="2189134" cy="5442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3359"/>
                </a:lnSpc>
              </a:pPr>
              <a:r>
                <a:rPr lang="en-US" sz="2400" spc="-6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styles.css</a:t>
              </a:r>
            </a:p>
          </p:txBody>
        </p:sp>
        <p:grpSp>
          <p:nvGrpSpPr>
            <p:cNvPr id="12" name="Group 59">
              <a:extLst>
                <a:ext uri="{FF2B5EF4-FFF2-40B4-BE49-F238E27FC236}">
                  <a16:creationId xmlns:a16="http://schemas.microsoft.com/office/drawing/2014/main" id="{DE4E2728-914A-8E4F-0472-B18C33B536B7}"/>
                </a:ext>
              </a:extLst>
            </p:cNvPr>
            <p:cNvGrpSpPr/>
            <p:nvPr/>
          </p:nvGrpSpPr>
          <p:grpSpPr>
            <a:xfrm>
              <a:off x="0" y="69221"/>
              <a:ext cx="350938" cy="339139"/>
              <a:chOff x="0" y="0"/>
              <a:chExt cx="69321" cy="66990"/>
            </a:xfrm>
          </p:grpSpPr>
          <p:sp>
            <p:nvSpPr>
              <p:cNvPr id="13" name="Freeform 60">
                <a:extLst>
                  <a:ext uri="{FF2B5EF4-FFF2-40B4-BE49-F238E27FC236}">
                    <a16:creationId xmlns:a16="http://schemas.microsoft.com/office/drawing/2014/main" id="{FC78A917-7B0C-F0CE-1F7E-6759FF678397}"/>
                  </a:ext>
                </a:extLst>
              </p:cNvPr>
              <p:cNvSpPr/>
              <p:nvPr/>
            </p:nvSpPr>
            <p:spPr>
              <a:xfrm>
                <a:off x="0" y="0"/>
                <a:ext cx="69321" cy="66990"/>
              </a:xfrm>
              <a:custGeom>
                <a:avLst/>
                <a:gdLst/>
                <a:ahLst/>
                <a:cxnLst/>
                <a:rect l="l" t="t" r="r" b="b"/>
                <a:pathLst>
                  <a:path w="69321" h="66990">
                    <a:moveTo>
                      <a:pt x="0" y="0"/>
                    </a:moveTo>
                    <a:lnTo>
                      <a:pt x="69321" y="0"/>
                    </a:lnTo>
                    <a:lnTo>
                      <a:pt x="69321" y="66990"/>
                    </a:lnTo>
                    <a:lnTo>
                      <a:pt x="0" y="66990"/>
                    </a:lnTo>
                    <a:close/>
                  </a:path>
                </a:pathLst>
              </a:custGeom>
              <a:solidFill>
                <a:srgbClr val="CB6CE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14" name="TextBox 61">
                <a:extLst>
                  <a:ext uri="{FF2B5EF4-FFF2-40B4-BE49-F238E27FC236}">
                    <a16:creationId xmlns:a16="http://schemas.microsoft.com/office/drawing/2014/main" id="{A82025BA-243C-024B-77B6-39C0D72CF382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69321" cy="860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 dirty="0"/>
              </a:p>
            </p:txBody>
          </p:sp>
        </p:grpSp>
      </p:grpSp>
      <p:sp>
        <p:nvSpPr>
          <p:cNvPr id="218" name="Rectángulo 217">
            <a:extLst>
              <a:ext uri="{FF2B5EF4-FFF2-40B4-BE49-F238E27FC236}">
                <a16:creationId xmlns:a16="http://schemas.microsoft.com/office/drawing/2014/main" id="{16BA7FF1-00BB-527E-C8FE-287224160F20}"/>
              </a:ext>
            </a:extLst>
          </p:cNvPr>
          <p:cNvSpPr/>
          <p:nvPr/>
        </p:nvSpPr>
        <p:spPr>
          <a:xfrm>
            <a:off x="3246393" y="5152688"/>
            <a:ext cx="2150657" cy="5675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D11B2973-7CDF-6855-09BF-54A9053D26D2}"/>
              </a:ext>
            </a:extLst>
          </p:cNvPr>
          <p:cNvGrpSpPr/>
          <p:nvPr/>
        </p:nvGrpSpPr>
        <p:grpSpPr>
          <a:xfrm>
            <a:off x="3530672" y="5809070"/>
            <a:ext cx="1995646" cy="413190"/>
            <a:chOff x="3899399" y="2821328"/>
            <a:chExt cx="1995646" cy="413190"/>
          </a:xfrm>
        </p:grpSpPr>
        <p:sp>
          <p:nvSpPr>
            <p:cNvPr id="16" name="TextBox 68">
              <a:extLst>
                <a:ext uri="{FF2B5EF4-FFF2-40B4-BE49-F238E27FC236}">
                  <a16:creationId xmlns:a16="http://schemas.microsoft.com/office/drawing/2014/main" id="{F7930BA2-26D5-E894-9D31-684BBE83F30E}"/>
                </a:ext>
              </a:extLst>
            </p:cNvPr>
            <p:cNvSpPr txBox="1"/>
            <p:nvPr/>
          </p:nvSpPr>
          <p:spPr>
            <a:xfrm>
              <a:off x="4222274" y="2821328"/>
              <a:ext cx="1672771" cy="4131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3359"/>
                </a:lnSpc>
              </a:pPr>
              <a:r>
                <a:rPr lang="en-US" sz="2400" spc="-6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styles-2.js</a:t>
              </a:r>
            </a:p>
          </p:txBody>
        </p:sp>
        <p:sp>
          <p:nvSpPr>
            <p:cNvPr id="20" name="Freeform 70">
              <a:extLst>
                <a:ext uri="{FF2B5EF4-FFF2-40B4-BE49-F238E27FC236}">
                  <a16:creationId xmlns:a16="http://schemas.microsoft.com/office/drawing/2014/main" id="{06F7F588-971E-D158-BFF9-2E99DDCF1662}"/>
                </a:ext>
              </a:extLst>
            </p:cNvPr>
            <p:cNvSpPr/>
            <p:nvPr/>
          </p:nvSpPr>
          <p:spPr>
            <a:xfrm>
              <a:off x="3899399" y="2918391"/>
              <a:ext cx="249008" cy="242229"/>
            </a:xfrm>
            <a:custGeom>
              <a:avLst/>
              <a:gdLst/>
              <a:ahLst/>
              <a:cxnLst/>
              <a:rect l="l" t="t" r="r" b="b"/>
              <a:pathLst>
                <a:path w="69321" h="66990">
                  <a:moveTo>
                    <a:pt x="0" y="0"/>
                  </a:moveTo>
                  <a:lnTo>
                    <a:pt x="69321" y="0"/>
                  </a:lnTo>
                  <a:lnTo>
                    <a:pt x="69321" y="66990"/>
                  </a:lnTo>
                  <a:lnTo>
                    <a:pt x="0" y="66990"/>
                  </a:lnTo>
                  <a:close/>
                </a:path>
              </a:pathLst>
            </a:custGeom>
            <a:solidFill>
              <a:srgbClr val="FFFF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21" name="Group 57">
            <a:extLst>
              <a:ext uri="{FF2B5EF4-FFF2-40B4-BE49-F238E27FC236}">
                <a16:creationId xmlns:a16="http://schemas.microsoft.com/office/drawing/2014/main" id="{6DE35B89-2953-FB13-1903-7EAD8DB3207A}"/>
              </a:ext>
            </a:extLst>
          </p:cNvPr>
          <p:cNvGrpSpPr/>
          <p:nvPr/>
        </p:nvGrpSpPr>
        <p:grpSpPr>
          <a:xfrm>
            <a:off x="3474658" y="7327350"/>
            <a:ext cx="1876174" cy="413190"/>
            <a:chOff x="0" y="-66675"/>
            <a:chExt cx="2644177" cy="578498"/>
          </a:xfrm>
        </p:grpSpPr>
        <p:sp>
          <p:nvSpPr>
            <p:cNvPr id="22" name="TextBox 58">
              <a:extLst>
                <a:ext uri="{FF2B5EF4-FFF2-40B4-BE49-F238E27FC236}">
                  <a16:creationId xmlns:a16="http://schemas.microsoft.com/office/drawing/2014/main" id="{8CE9D074-DB8E-EBB2-1E82-5E5E12F16E46}"/>
                </a:ext>
              </a:extLst>
            </p:cNvPr>
            <p:cNvSpPr txBox="1"/>
            <p:nvPr/>
          </p:nvSpPr>
          <p:spPr>
            <a:xfrm>
              <a:off x="455042" y="-66675"/>
              <a:ext cx="2189135" cy="5784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3359"/>
                </a:lnSpc>
              </a:pPr>
              <a:r>
                <a:rPr lang="en-US" sz="2400" spc="-6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Img-2.png</a:t>
              </a:r>
            </a:p>
          </p:txBody>
        </p:sp>
        <p:grpSp>
          <p:nvGrpSpPr>
            <p:cNvPr id="23" name="Group 59">
              <a:extLst>
                <a:ext uri="{FF2B5EF4-FFF2-40B4-BE49-F238E27FC236}">
                  <a16:creationId xmlns:a16="http://schemas.microsoft.com/office/drawing/2014/main" id="{2C8A9090-FD2D-F339-6E8B-19CC565359AE}"/>
                </a:ext>
              </a:extLst>
            </p:cNvPr>
            <p:cNvGrpSpPr/>
            <p:nvPr/>
          </p:nvGrpSpPr>
          <p:grpSpPr>
            <a:xfrm>
              <a:off x="0" y="69221"/>
              <a:ext cx="350938" cy="339139"/>
              <a:chOff x="0" y="0"/>
              <a:chExt cx="69321" cy="66990"/>
            </a:xfrm>
          </p:grpSpPr>
          <p:sp>
            <p:nvSpPr>
              <p:cNvPr id="24" name="Freeform 60">
                <a:extLst>
                  <a:ext uri="{FF2B5EF4-FFF2-40B4-BE49-F238E27FC236}">
                    <a16:creationId xmlns:a16="http://schemas.microsoft.com/office/drawing/2014/main" id="{5779E458-2763-D726-1ABC-92444322A1CB}"/>
                  </a:ext>
                </a:extLst>
              </p:cNvPr>
              <p:cNvSpPr/>
              <p:nvPr/>
            </p:nvSpPr>
            <p:spPr>
              <a:xfrm>
                <a:off x="0" y="0"/>
                <a:ext cx="69321" cy="66990"/>
              </a:xfrm>
              <a:custGeom>
                <a:avLst/>
                <a:gdLst/>
                <a:ahLst/>
                <a:cxnLst/>
                <a:rect l="l" t="t" r="r" b="b"/>
                <a:pathLst>
                  <a:path w="69321" h="66990">
                    <a:moveTo>
                      <a:pt x="0" y="0"/>
                    </a:moveTo>
                    <a:lnTo>
                      <a:pt x="69321" y="0"/>
                    </a:lnTo>
                    <a:lnTo>
                      <a:pt x="69321" y="66990"/>
                    </a:lnTo>
                    <a:lnTo>
                      <a:pt x="0" y="6699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25" name="TextBox 61">
                <a:extLst>
                  <a:ext uri="{FF2B5EF4-FFF2-40B4-BE49-F238E27FC236}">
                    <a16:creationId xmlns:a16="http://schemas.microsoft.com/office/drawing/2014/main" id="{CA0BE070-C34D-AC7A-DB91-46FDF1B89E27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69321" cy="860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 dirty="0"/>
              </a:p>
            </p:txBody>
          </p:sp>
        </p:grpSp>
      </p:grpSp>
      <p:sp>
        <p:nvSpPr>
          <p:cNvPr id="259" name="Rectángulo 258">
            <a:extLst>
              <a:ext uri="{FF2B5EF4-FFF2-40B4-BE49-F238E27FC236}">
                <a16:creationId xmlns:a16="http://schemas.microsoft.com/office/drawing/2014/main" id="{52F3F99F-08D7-9A9A-0717-08374286F7AA}"/>
              </a:ext>
            </a:extLst>
          </p:cNvPr>
          <p:cNvSpPr/>
          <p:nvPr/>
        </p:nvSpPr>
        <p:spPr>
          <a:xfrm>
            <a:off x="3189102" y="7541884"/>
            <a:ext cx="2150657" cy="5675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grpSp>
        <p:nvGrpSpPr>
          <p:cNvPr id="41" name="Grupo 40">
            <a:extLst>
              <a:ext uri="{FF2B5EF4-FFF2-40B4-BE49-F238E27FC236}">
                <a16:creationId xmlns:a16="http://schemas.microsoft.com/office/drawing/2014/main" id="{F76FA737-A775-0FFF-200B-1A1245821E68}"/>
              </a:ext>
            </a:extLst>
          </p:cNvPr>
          <p:cNvGrpSpPr/>
          <p:nvPr/>
        </p:nvGrpSpPr>
        <p:grpSpPr>
          <a:xfrm>
            <a:off x="12613773" y="7727451"/>
            <a:ext cx="4459837" cy="609604"/>
            <a:chOff x="11832209" y="4861574"/>
            <a:chExt cx="4459837" cy="609604"/>
          </a:xfrm>
        </p:grpSpPr>
        <p:sp>
          <p:nvSpPr>
            <p:cNvPr id="39" name="TextBox 56">
              <a:extLst>
                <a:ext uri="{FF2B5EF4-FFF2-40B4-BE49-F238E27FC236}">
                  <a16:creationId xmlns:a16="http://schemas.microsoft.com/office/drawing/2014/main" id="{AAD7E1BF-E81B-8EFC-52C8-F0C7CA93BB30}"/>
                </a:ext>
              </a:extLst>
            </p:cNvPr>
            <p:cNvSpPr txBox="1"/>
            <p:nvPr/>
          </p:nvSpPr>
          <p:spPr>
            <a:xfrm>
              <a:off x="12574305" y="4919355"/>
              <a:ext cx="3717741" cy="41319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1" indent="0" algn="l">
                <a:lnSpc>
                  <a:spcPts val="3359"/>
                </a:lnSpc>
              </a:pPr>
              <a:r>
                <a:rPr lang="en-US" sz="2400" spc="-6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commit 1</a:t>
              </a:r>
              <a:endParaRPr lang="en-US" sz="2400" spc="-64" dirty="0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pic>
          <p:nvPicPr>
            <p:cNvPr id="40" name="Imagen 39" descr="Email Generic color fill icon">
              <a:extLst>
                <a:ext uri="{FF2B5EF4-FFF2-40B4-BE49-F238E27FC236}">
                  <a16:creationId xmlns:a16="http://schemas.microsoft.com/office/drawing/2014/main" id="{8BD72941-0EDE-4926-F3F6-254097D2992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duotone>
                <a:prstClr val="black"/>
                <a:schemeClr val="accent6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11832209" y="4861574"/>
              <a:ext cx="609604" cy="609604"/>
            </a:xfrm>
            <a:prstGeom prst="rect">
              <a:avLst/>
            </a:prstGeom>
          </p:spPr>
        </p:pic>
      </p:grpSp>
      <p:grpSp>
        <p:nvGrpSpPr>
          <p:cNvPr id="42" name="Grupo 41">
            <a:extLst>
              <a:ext uri="{FF2B5EF4-FFF2-40B4-BE49-F238E27FC236}">
                <a16:creationId xmlns:a16="http://schemas.microsoft.com/office/drawing/2014/main" id="{FAEF0DBA-A6B5-2E62-A450-54BFB57AD610}"/>
              </a:ext>
            </a:extLst>
          </p:cNvPr>
          <p:cNvGrpSpPr/>
          <p:nvPr/>
        </p:nvGrpSpPr>
        <p:grpSpPr>
          <a:xfrm>
            <a:off x="12496798" y="7230543"/>
            <a:ext cx="3519648" cy="1570557"/>
            <a:chOff x="12496798" y="4652533"/>
            <a:chExt cx="3519648" cy="1570557"/>
          </a:xfrm>
        </p:grpSpPr>
        <p:sp>
          <p:nvSpPr>
            <p:cNvPr id="43" name="TextBox 68">
              <a:extLst>
                <a:ext uri="{FF2B5EF4-FFF2-40B4-BE49-F238E27FC236}">
                  <a16:creationId xmlns:a16="http://schemas.microsoft.com/office/drawing/2014/main" id="{151EEAB1-0BC8-4448-B936-530F0A515A2A}"/>
                </a:ext>
              </a:extLst>
            </p:cNvPr>
            <p:cNvSpPr txBox="1"/>
            <p:nvPr/>
          </p:nvSpPr>
          <p:spPr>
            <a:xfrm>
              <a:off x="12496799" y="4652533"/>
              <a:ext cx="1342829" cy="41319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1" indent="0" algn="l">
                <a:lnSpc>
                  <a:spcPts val="3359"/>
                </a:lnSpc>
              </a:pPr>
              <a:r>
                <a:rPr lang="en-US" sz="2400" spc="-6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deleted:</a:t>
              </a:r>
            </a:p>
          </p:txBody>
        </p:sp>
        <p:sp>
          <p:nvSpPr>
            <p:cNvPr id="44" name="TextBox 68">
              <a:extLst>
                <a:ext uri="{FF2B5EF4-FFF2-40B4-BE49-F238E27FC236}">
                  <a16:creationId xmlns:a16="http://schemas.microsoft.com/office/drawing/2014/main" id="{535C1F8A-7393-D69D-202A-64B9B738CD45}"/>
                </a:ext>
              </a:extLst>
            </p:cNvPr>
            <p:cNvSpPr txBox="1"/>
            <p:nvPr/>
          </p:nvSpPr>
          <p:spPr>
            <a:xfrm>
              <a:off x="12496798" y="5809900"/>
              <a:ext cx="1342829" cy="41319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1" indent="0" algn="l">
                <a:lnSpc>
                  <a:spcPts val="3359"/>
                </a:lnSpc>
              </a:pPr>
              <a:r>
                <a:rPr lang="en-US" sz="2400" spc="-6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added:</a:t>
              </a:r>
            </a:p>
          </p:txBody>
        </p:sp>
        <p:grpSp>
          <p:nvGrpSpPr>
            <p:cNvPr id="45" name="Group 57">
              <a:extLst>
                <a:ext uri="{FF2B5EF4-FFF2-40B4-BE49-F238E27FC236}">
                  <a16:creationId xmlns:a16="http://schemas.microsoft.com/office/drawing/2014/main" id="{F01BFB7F-7C3E-E33B-A94E-8DCA93B4F099}"/>
                </a:ext>
              </a:extLst>
            </p:cNvPr>
            <p:cNvGrpSpPr/>
            <p:nvPr/>
          </p:nvGrpSpPr>
          <p:grpSpPr>
            <a:xfrm>
              <a:off x="14078744" y="4753472"/>
              <a:ext cx="1876174" cy="341111"/>
              <a:chOff x="0" y="0"/>
              <a:chExt cx="2644177" cy="477582"/>
            </a:xfrm>
          </p:grpSpPr>
          <p:sp>
            <p:nvSpPr>
              <p:cNvPr id="54" name="TextBox 58">
                <a:extLst>
                  <a:ext uri="{FF2B5EF4-FFF2-40B4-BE49-F238E27FC236}">
                    <a16:creationId xmlns:a16="http://schemas.microsoft.com/office/drawing/2014/main" id="{C29B6B10-92A6-28DC-1872-DCA0AC3CE0AE}"/>
                  </a:ext>
                </a:extLst>
              </p:cNvPr>
              <p:cNvSpPr txBox="1"/>
              <p:nvPr/>
            </p:nvSpPr>
            <p:spPr>
              <a:xfrm>
                <a:off x="455042" y="-66675"/>
                <a:ext cx="2189134" cy="544257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marL="0" lvl="1" indent="0" algn="l">
                  <a:lnSpc>
                    <a:spcPts val="3359"/>
                  </a:lnSpc>
                </a:pPr>
                <a:r>
                  <a:rPr lang="en-US" sz="2400" spc="-64" dirty="0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styles.css</a:t>
                </a:r>
              </a:p>
            </p:txBody>
          </p:sp>
          <p:grpSp>
            <p:nvGrpSpPr>
              <p:cNvPr id="55" name="Group 59">
                <a:extLst>
                  <a:ext uri="{FF2B5EF4-FFF2-40B4-BE49-F238E27FC236}">
                    <a16:creationId xmlns:a16="http://schemas.microsoft.com/office/drawing/2014/main" id="{1FD2FB71-BA04-B374-19D5-23AD39025F65}"/>
                  </a:ext>
                </a:extLst>
              </p:cNvPr>
              <p:cNvGrpSpPr/>
              <p:nvPr/>
            </p:nvGrpSpPr>
            <p:grpSpPr>
              <a:xfrm>
                <a:off x="0" y="69221"/>
                <a:ext cx="350938" cy="339139"/>
                <a:chOff x="0" y="0"/>
                <a:chExt cx="69321" cy="66990"/>
              </a:xfrm>
            </p:grpSpPr>
            <p:sp>
              <p:nvSpPr>
                <p:cNvPr id="56" name="Freeform 60">
                  <a:extLst>
                    <a:ext uri="{FF2B5EF4-FFF2-40B4-BE49-F238E27FC236}">
                      <a16:creationId xmlns:a16="http://schemas.microsoft.com/office/drawing/2014/main" id="{49154F1B-1741-CBA6-4690-0AB2FFCB8CF1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69321" cy="669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321" h="66990">
                      <a:moveTo>
                        <a:pt x="0" y="0"/>
                      </a:moveTo>
                      <a:lnTo>
                        <a:pt x="69321" y="0"/>
                      </a:lnTo>
                      <a:lnTo>
                        <a:pt x="69321" y="66990"/>
                      </a:lnTo>
                      <a:lnTo>
                        <a:pt x="0" y="66990"/>
                      </a:lnTo>
                      <a:close/>
                    </a:path>
                  </a:pathLst>
                </a:custGeom>
                <a:solidFill>
                  <a:srgbClr val="CB6CE6"/>
                </a:solidFill>
                <a:ln cap="sq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s-MX"/>
                </a:p>
              </p:txBody>
            </p:sp>
            <p:sp>
              <p:nvSpPr>
                <p:cNvPr id="57" name="TextBox 61">
                  <a:extLst>
                    <a:ext uri="{FF2B5EF4-FFF2-40B4-BE49-F238E27FC236}">
                      <a16:creationId xmlns:a16="http://schemas.microsoft.com/office/drawing/2014/main" id="{B0C8AD93-B163-6BF5-E571-FEC77B478410}"/>
                    </a:ext>
                  </a:extLst>
                </p:cNvPr>
                <p:cNvSpPr txBox="1"/>
                <p:nvPr/>
              </p:nvSpPr>
              <p:spPr>
                <a:xfrm>
                  <a:off x="0" y="-19050"/>
                  <a:ext cx="69321" cy="86040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1874"/>
                    </a:lnSpc>
                  </a:pPr>
                  <a:endParaRPr dirty="0"/>
                </a:p>
              </p:txBody>
            </p:sp>
          </p:grpSp>
        </p:grpSp>
        <p:grpSp>
          <p:nvGrpSpPr>
            <p:cNvPr id="46" name="Grupo 45">
              <a:extLst>
                <a:ext uri="{FF2B5EF4-FFF2-40B4-BE49-F238E27FC236}">
                  <a16:creationId xmlns:a16="http://schemas.microsoft.com/office/drawing/2014/main" id="{7582949C-9FF0-C603-6761-054E44DA8142}"/>
                </a:ext>
              </a:extLst>
            </p:cNvPr>
            <p:cNvGrpSpPr/>
            <p:nvPr/>
          </p:nvGrpSpPr>
          <p:grpSpPr>
            <a:xfrm>
              <a:off x="14049647" y="5804349"/>
              <a:ext cx="1966799" cy="413190"/>
              <a:chOff x="3928246" y="2821328"/>
              <a:chExt cx="1966799" cy="413190"/>
            </a:xfrm>
          </p:grpSpPr>
          <p:sp>
            <p:nvSpPr>
              <p:cNvPr id="52" name="TextBox 68">
                <a:extLst>
                  <a:ext uri="{FF2B5EF4-FFF2-40B4-BE49-F238E27FC236}">
                    <a16:creationId xmlns:a16="http://schemas.microsoft.com/office/drawing/2014/main" id="{6B18A16A-71E4-498B-6B3D-13100F32DF05}"/>
                  </a:ext>
                </a:extLst>
              </p:cNvPr>
              <p:cNvSpPr txBox="1"/>
              <p:nvPr/>
            </p:nvSpPr>
            <p:spPr>
              <a:xfrm>
                <a:off x="4222274" y="2821328"/>
                <a:ext cx="1672771" cy="413190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marL="0" lvl="1" indent="0" algn="l">
                  <a:lnSpc>
                    <a:spcPts val="3359"/>
                  </a:lnSpc>
                </a:pPr>
                <a:r>
                  <a:rPr lang="en-US" sz="2400" spc="-64" dirty="0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styles-2.js</a:t>
                </a:r>
              </a:p>
            </p:txBody>
          </p:sp>
          <p:sp>
            <p:nvSpPr>
              <p:cNvPr id="53" name="Freeform 70">
                <a:extLst>
                  <a:ext uri="{FF2B5EF4-FFF2-40B4-BE49-F238E27FC236}">
                    <a16:creationId xmlns:a16="http://schemas.microsoft.com/office/drawing/2014/main" id="{5FE190D5-579E-F73D-FC5E-D01CE0CA2CDB}"/>
                  </a:ext>
                </a:extLst>
              </p:cNvPr>
              <p:cNvSpPr/>
              <p:nvPr/>
            </p:nvSpPr>
            <p:spPr>
              <a:xfrm>
                <a:off x="3928246" y="2917775"/>
                <a:ext cx="249008" cy="242229"/>
              </a:xfrm>
              <a:custGeom>
                <a:avLst/>
                <a:gdLst/>
                <a:ahLst/>
                <a:cxnLst/>
                <a:rect l="l" t="t" r="r" b="b"/>
                <a:pathLst>
                  <a:path w="69321" h="66990">
                    <a:moveTo>
                      <a:pt x="0" y="0"/>
                    </a:moveTo>
                    <a:lnTo>
                      <a:pt x="69321" y="0"/>
                    </a:lnTo>
                    <a:lnTo>
                      <a:pt x="69321" y="66990"/>
                    </a:lnTo>
                    <a:lnTo>
                      <a:pt x="0" y="66990"/>
                    </a:lnTo>
                    <a:close/>
                  </a:path>
                </a:pathLst>
              </a:custGeom>
              <a:solidFill>
                <a:srgbClr val="FFFF0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MX"/>
              </a:p>
            </p:txBody>
          </p:sp>
        </p:grpSp>
        <p:grpSp>
          <p:nvGrpSpPr>
            <p:cNvPr id="47" name="Group 57">
              <a:extLst>
                <a:ext uri="{FF2B5EF4-FFF2-40B4-BE49-F238E27FC236}">
                  <a16:creationId xmlns:a16="http://schemas.microsoft.com/office/drawing/2014/main" id="{9444AB3C-1904-6AAB-AA9B-8BCE25821CA4}"/>
                </a:ext>
              </a:extLst>
            </p:cNvPr>
            <p:cNvGrpSpPr/>
            <p:nvPr/>
          </p:nvGrpSpPr>
          <p:grpSpPr>
            <a:xfrm>
              <a:off x="14078744" y="5206646"/>
              <a:ext cx="1876174" cy="413190"/>
              <a:chOff x="0" y="-66675"/>
              <a:chExt cx="2644177" cy="578498"/>
            </a:xfrm>
          </p:grpSpPr>
          <p:sp>
            <p:nvSpPr>
              <p:cNvPr id="48" name="TextBox 58">
                <a:extLst>
                  <a:ext uri="{FF2B5EF4-FFF2-40B4-BE49-F238E27FC236}">
                    <a16:creationId xmlns:a16="http://schemas.microsoft.com/office/drawing/2014/main" id="{3FB6AEE9-1B49-1959-D942-B3F100ACB92D}"/>
                  </a:ext>
                </a:extLst>
              </p:cNvPr>
              <p:cNvSpPr txBox="1"/>
              <p:nvPr/>
            </p:nvSpPr>
            <p:spPr>
              <a:xfrm>
                <a:off x="455042" y="-66675"/>
                <a:ext cx="2189135" cy="578498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marL="0" lvl="1" indent="0" algn="l">
                  <a:lnSpc>
                    <a:spcPts val="3359"/>
                  </a:lnSpc>
                </a:pPr>
                <a:r>
                  <a:rPr lang="en-US" sz="2400" spc="-64" dirty="0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Img-2.png</a:t>
                </a:r>
              </a:p>
            </p:txBody>
          </p:sp>
          <p:grpSp>
            <p:nvGrpSpPr>
              <p:cNvPr id="49" name="Group 59">
                <a:extLst>
                  <a:ext uri="{FF2B5EF4-FFF2-40B4-BE49-F238E27FC236}">
                    <a16:creationId xmlns:a16="http://schemas.microsoft.com/office/drawing/2014/main" id="{430D1E5D-43D8-167D-99C7-AE283771805A}"/>
                  </a:ext>
                </a:extLst>
              </p:cNvPr>
              <p:cNvGrpSpPr/>
              <p:nvPr/>
            </p:nvGrpSpPr>
            <p:grpSpPr>
              <a:xfrm>
                <a:off x="0" y="69221"/>
                <a:ext cx="350938" cy="339139"/>
                <a:chOff x="0" y="0"/>
                <a:chExt cx="69321" cy="66990"/>
              </a:xfrm>
            </p:grpSpPr>
            <p:sp>
              <p:nvSpPr>
                <p:cNvPr id="50" name="Freeform 60">
                  <a:extLst>
                    <a:ext uri="{FF2B5EF4-FFF2-40B4-BE49-F238E27FC236}">
                      <a16:creationId xmlns:a16="http://schemas.microsoft.com/office/drawing/2014/main" id="{565A1E09-7D08-E5AE-28B0-E7E67BF1085F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69321" cy="669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321" h="66990">
                      <a:moveTo>
                        <a:pt x="0" y="0"/>
                      </a:moveTo>
                      <a:lnTo>
                        <a:pt x="69321" y="0"/>
                      </a:lnTo>
                      <a:lnTo>
                        <a:pt x="69321" y="66990"/>
                      </a:lnTo>
                      <a:lnTo>
                        <a:pt x="0" y="6699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 cap="sq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s-MX"/>
                </a:p>
              </p:txBody>
            </p:sp>
            <p:sp>
              <p:nvSpPr>
                <p:cNvPr id="51" name="TextBox 61">
                  <a:extLst>
                    <a:ext uri="{FF2B5EF4-FFF2-40B4-BE49-F238E27FC236}">
                      <a16:creationId xmlns:a16="http://schemas.microsoft.com/office/drawing/2014/main" id="{C8368DC3-04DA-EEF9-70EE-C042BC9473F5}"/>
                    </a:ext>
                  </a:extLst>
                </p:cNvPr>
                <p:cNvSpPr txBox="1"/>
                <p:nvPr/>
              </p:nvSpPr>
              <p:spPr>
                <a:xfrm>
                  <a:off x="0" y="-19050"/>
                  <a:ext cx="69321" cy="86040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1874"/>
                    </a:lnSpc>
                  </a:pPr>
                  <a:endParaRPr dirty="0"/>
                </a:p>
              </p:txBody>
            </p:sp>
          </p:grpSp>
        </p:grpSp>
      </p:grpSp>
      <p:grpSp>
        <p:nvGrpSpPr>
          <p:cNvPr id="58" name="Grupo 57">
            <a:extLst>
              <a:ext uri="{FF2B5EF4-FFF2-40B4-BE49-F238E27FC236}">
                <a16:creationId xmlns:a16="http://schemas.microsoft.com/office/drawing/2014/main" id="{CA664081-5AF1-A712-C220-A6564EFA07E2}"/>
              </a:ext>
            </a:extLst>
          </p:cNvPr>
          <p:cNvGrpSpPr/>
          <p:nvPr/>
        </p:nvGrpSpPr>
        <p:grpSpPr>
          <a:xfrm>
            <a:off x="-228601" y="-478361"/>
            <a:ext cx="2905050" cy="1476032"/>
            <a:chOff x="-228601" y="-478361"/>
            <a:chExt cx="2905050" cy="1476032"/>
          </a:xfrm>
        </p:grpSpPr>
        <p:grpSp>
          <p:nvGrpSpPr>
            <p:cNvPr id="59" name="Group 10">
              <a:extLst>
                <a:ext uri="{FF2B5EF4-FFF2-40B4-BE49-F238E27FC236}">
                  <a16:creationId xmlns:a16="http://schemas.microsoft.com/office/drawing/2014/main" id="{1DBB4EDC-4FBB-F5F1-5EC8-9009294B66C0}"/>
                </a:ext>
              </a:extLst>
            </p:cNvPr>
            <p:cNvGrpSpPr/>
            <p:nvPr/>
          </p:nvGrpSpPr>
          <p:grpSpPr>
            <a:xfrm>
              <a:off x="-228601" y="-478361"/>
              <a:ext cx="2905050" cy="1221311"/>
              <a:chOff x="0" y="0"/>
              <a:chExt cx="1355852" cy="720510"/>
            </a:xfrm>
          </p:grpSpPr>
          <p:sp>
            <p:nvSpPr>
              <p:cNvPr id="61" name="Freeform 11">
                <a:extLst>
                  <a:ext uri="{FF2B5EF4-FFF2-40B4-BE49-F238E27FC236}">
                    <a16:creationId xmlns:a16="http://schemas.microsoft.com/office/drawing/2014/main" id="{BD0EACE5-8C02-72E7-FC78-E9F738C312C9}"/>
                  </a:ext>
                </a:extLst>
              </p:cNvPr>
              <p:cNvSpPr/>
              <p:nvPr/>
            </p:nvSpPr>
            <p:spPr>
              <a:xfrm>
                <a:off x="0" y="0"/>
                <a:ext cx="1355852" cy="720510"/>
              </a:xfrm>
              <a:custGeom>
                <a:avLst/>
                <a:gdLst/>
                <a:ahLst/>
                <a:cxnLst/>
                <a:rect l="l" t="t" r="r" b="b"/>
                <a:pathLst>
                  <a:path w="1355852" h="720510">
                    <a:moveTo>
                      <a:pt x="150387" y="0"/>
                    </a:moveTo>
                    <a:lnTo>
                      <a:pt x="1205465" y="0"/>
                    </a:lnTo>
                    <a:cubicBezTo>
                      <a:pt x="1245350" y="0"/>
                      <a:pt x="1283602" y="15844"/>
                      <a:pt x="1311805" y="44047"/>
                    </a:cubicBezTo>
                    <a:cubicBezTo>
                      <a:pt x="1340008" y="72250"/>
                      <a:pt x="1355852" y="110502"/>
                      <a:pt x="1355852" y="150387"/>
                    </a:cubicBezTo>
                    <a:lnTo>
                      <a:pt x="1355852" y="570123"/>
                    </a:lnTo>
                    <a:cubicBezTo>
                      <a:pt x="1355852" y="653179"/>
                      <a:pt x="1288522" y="720510"/>
                      <a:pt x="1205465" y="720510"/>
                    </a:cubicBezTo>
                    <a:lnTo>
                      <a:pt x="150387" y="720510"/>
                    </a:lnTo>
                    <a:cubicBezTo>
                      <a:pt x="67331" y="720510"/>
                      <a:pt x="0" y="653179"/>
                      <a:pt x="0" y="570123"/>
                    </a:cubicBezTo>
                    <a:lnTo>
                      <a:pt x="0" y="150387"/>
                    </a:lnTo>
                    <a:cubicBezTo>
                      <a:pt x="0" y="67331"/>
                      <a:pt x="67331" y="0"/>
                      <a:pt x="150387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62" name="TextBox 12">
                <a:extLst>
                  <a:ext uri="{FF2B5EF4-FFF2-40B4-BE49-F238E27FC236}">
                    <a16:creationId xmlns:a16="http://schemas.microsoft.com/office/drawing/2014/main" id="{690555C9-2DD6-F0D2-452E-04D7E06FCBE7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5852" cy="739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pic>
          <p:nvPicPr>
            <p:cNvPr id="60" name="Imagen 59">
              <a:extLst>
                <a:ext uri="{FF2B5EF4-FFF2-40B4-BE49-F238E27FC236}">
                  <a16:creationId xmlns:a16="http://schemas.microsoft.com/office/drawing/2014/main" id="{CAC0801F-F0CB-B6FE-FE21-BEB093705FC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1" y="-375754"/>
              <a:ext cx="1373425" cy="13734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820682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72710D-867E-1B30-6B77-C5158A70F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B9F4866-795E-8F6C-C0B5-178EBF1EE260}"/>
              </a:ext>
            </a:extLst>
          </p:cNvPr>
          <p:cNvSpPr/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62E326A9-8514-ED67-0B32-308B3C6A00D1}"/>
              </a:ext>
            </a:extLst>
          </p:cNvPr>
          <p:cNvGrpSpPr/>
          <p:nvPr/>
        </p:nvGrpSpPr>
        <p:grpSpPr>
          <a:xfrm>
            <a:off x="-698849" y="9575651"/>
            <a:ext cx="19685699" cy="2666805"/>
            <a:chOff x="0" y="0"/>
            <a:chExt cx="5184711" cy="702368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EA20AE7-2652-A210-8CDF-8027CF45B353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80D3E24F-1DBC-C025-66D7-BF89C6B22755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14C53573-7F5A-F228-F074-F9E897A5B98F}"/>
              </a:ext>
            </a:extLst>
          </p:cNvPr>
          <p:cNvSpPr/>
          <p:nvPr/>
        </p:nvSpPr>
        <p:spPr>
          <a:xfrm>
            <a:off x="15872392" y="2091327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88345223-A00D-A8DC-667E-E8DA5B70D267}"/>
              </a:ext>
            </a:extLst>
          </p:cNvPr>
          <p:cNvSpPr/>
          <p:nvPr/>
        </p:nvSpPr>
        <p:spPr>
          <a:xfrm>
            <a:off x="16901092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933293F0-BC47-70B1-C89B-3A33651598F7}"/>
              </a:ext>
            </a:extLst>
          </p:cNvPr>
          <p:cNvSpPr/>
          <p:nvPr/>
        </p:nvSpPr>
        <p:spPr>
          <a:xfrm flipH="1">
            <a:off x="-1389129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C722D8D4-7876-6863-5063-A98D5BA0E53F}"/>
              </a:ext>
            </a:extLst>
          </p:cNvPr>
          <p:cNvSpPr/>
          <p:nvPr/>
        </p:nvSpPr>
        <p:spPr>
          <a:xfrm flipH="1">
            <a:off x="-360429" y="2459791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9B86E336-A159-5D23-03F7-1F3DC03909EF}"/>
              </a:ext>
            </a:extLst>
          </p:cNvPr>
          <p:cNvGrpSpPr/>
          <p:nvPr/>
        </p:nvGrpSpPr>
        <p:grpSpPr>
          <a:xfrm>
            <a:off x="-2221" y="927183"/>
            <a:ext cx="4706728" cy="1723876"/>
            <a:chOff x="0" y="-26737"/>
            <a:chExt cx="1239632" cy="454025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D58D5CC3-C508-C086-9594-922D9F16E888}"/>
                </a:ext>
              </a:extLst>
            </p:cNvPr>
            <p:cNvSpPr/>
            <p:nvPr/>
          </p:nvSpPr>
          <p:spPr>
            <a:xfrm>
              <a:off x="0" y="0"/>
              <a:ext cx="1239632" cy="406400"/>
            </a:xfrm>
            <a:custGeom>
              <a:avLst/>
              <a:gdLst/>
              <a:ahLst/>
              <a:cxnLst/>
              <a:rect l="l" t="t" r="r" b="b"/>
              <a:pathLst>
                <a:path w="1239632" h="406400">
                  <a:moveTo>
                    <a:pt x="1036432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1036432" y="406400"/>
                  </a:lnTo>
                  <a:lnTo>
                    <a:pt x="1239632" y="203200"/>
                  </a:lnTo>
                  <a:lnTo>
                    <a:pt x="1036432" y="0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4A6F7024-54BD-80C9-E80F-DB2C31946B42}"/>
                </a:ext>
              </a:extLst>
            </p:cNvPr>
            <p:cNvSpPr txBox="1"/>
            <p:nvPr/>
          </p:nvSpPr>
          <p:spPr>
            <a:xfrm>
              <a:off x="0" y="-26737"/>
              <a:ext cx="1125332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418"/>
                </a:lnSpc>
              </a:pPr>
              <a:r>
                <a:rPr lang="en-US" sz="4200" spc="-231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&gt; git status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C719F7F1-C22D-151F-DCB1-09528CCBFF65}"/>
              </a:ext>
            </a:extLst>
          </p:cNvPr>
          <p:cNvGrpSpPr/>
          <p:nvPr/>
        </p:nvGrpSpPr>
        <p:grpSpPr>
          <a:xfrm>
            <a:off x="-698849" y="-1923855"/>
            <a:ext cx="19685699" cy="2666805"/>
            <a:chOff x="0" y="0"/>
            <a:chExt cx="5184711" cy="702368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5E97DDAF-B81E-2C81-A0AF-C5DEC3F4756E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BD4179CB-4170-95A6-D7B0-C9F9EBE35CA2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35" name="TextBox 35">
            <a:extLst>
              <a:ext uri="{FF2B5EF4-FFF2-40B4-BE49-F238E27FC236}">
                <a16:creationId xmlns:a16="http://schemas.microsoft.com/office/drawing/2014/main" id="{CC8CE579-BDC1-1FEE-576C-BE8612BF1FCC}"/>
              </a:ext>
            </a:extLst>
          </p:cNvPr>
          <p:cNvSpPr txBox="1"/>
          <p:nvPr/>
        </p:nvSpPr>
        <p:spPr>
          <a:xfrm>
            <a:off x="5071158" y="1315235"/>
            <a:ext cx="12658371" cy="975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 un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comando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puramente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informativo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que no modifica ni borra nada en tus archivos; simplemente te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dice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el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estado actual 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 tu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proyecto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lang="en-US" sz="2799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9" name="TextBox 35">
            <a:extLst>
              <a:ext uri="{FF2B5EF4-FFF2-40B4-BE49-F238E27FC236}">
                <a16:creationId xmlns:a16="http://schemas.microsoft.com/office/drawing/2014/main" id="{2E38AF55-D8FF-B34B-8721-3954D21D1C23}"/>
              </a:ext>
            </a:extLst>
          </p:cNvPr>
          <p:cNvSpPr txBox="1"/>
          <p:nvPr/>
        </p:nvSpPr>
        <p:spPr>
          <a:xfrm>
            <a:off x="1223213" y="3097333"/>
            <a:ext cx="12658371" cy="4755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Tenemos 3 estados fundamentales</a:t>
            </a:r>
            <a:endParaRPr lang="en-US" sz="2799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0" name="Grupo 19">
            <a:extLst>
              <a:ext uri="{FF2B5EF4-FFF2-40B4-BE49-F238E27FC236}">
                <a16:creationId xmlns:a16="http://schemas.microsoft.com/office/drawing/2014/main" id="{F555115A-2738-2DF1-B9B4-4696C29202A1}"/>
              </a:ext>
            </a:extLst>
          </p:cNvPr>
          <p:cNvGrpSpPr/>
          <p:nvPr/>
        </p:nvGrpSpPr>
        <p:grpSpPr>
          <a:xfrm>
            <a:off x="828907" y="4376691"/>
            <a:ext cx="5183506" cy="3333626"/>
            <a:chOff x="6337647" y="4389234"/>
            <a:chExt cx="5183506" cy="3333626"/>
          </a:xfrm>
        </p:grpSpPr>
        <p:grpSp>
          <p:nvGrpSpPr>
            <p:cNvPr id="21" name="Group 13">
              <a:extLst>
                <a:ext uri="{FF2B5EF4-FFF2-40B4-BE49-F238E27FC236}">
                  <a16:creationId xmlns:a16="http://schemas.microsoft.com/office/drawing/2014/main" id="{286BAB95-09AD-BD07-99FE-9479AEE03043}"/>
                </a:ext>
              </a:extLst>
            </p:cNvPr>
            <p:cNvGrpSpPr/>
            <p:nvPr/>
          </p:nvGrpSpPr>
          <p:grpSpPr>
            <a:xfrm>
              <a:off x="6337647" y="4389234"/>
              <a:ext cx="5183506" cy="3333626"/>
              <a:chOff x="0" y="0"/>
              <a:chExt cx="1351154" cy="731404"/>
            </a:xfrm>
          </p:grpSpPr>
          <p:sp>
            <p:nvSpPr>
              <p:cNvPr id="27" name="Freeform 14">
                <a:extLst>
                  <a:ext uri="{FF2B5EF4-FFF2-40B4-BE49-F238E27FC236}">
                    <a16:creationId xmlns:a16="http://schemas.microsoft.com/office/drawing/2014/main" id="{70655567-3453-09FE-23DE-16F7C55FB867}"/>
                  </a:ext>
                </a:extLst>
              </p:cNvPr>
              <p:cNvSpPr/>
              <p:nvPr/>
            </p:nvSpPr>
            <p:spPr>
              <a:xfrm>
                <a:off x="0" y="0"/>
                <a:ext cx="1351154" cy="731404"/>
              </a:xfrm>
              <a:custGeom>
                <a:avLst/>
                <a:gdLst/>
                <a:ahLst/>
                <a:cxnLst/>
                <a:rect l="l" t="t" r="r" b="b"/>
                <a:pathLst>
                  <a:path w="1351154" h="731404">
                    <a:moveTo>
                      <a:pt x="23027" y="0"/>
                    </a:moveTo>
                    <a:lnTo>
                      <a:pt x="1328127" y="0"/>
                    </a:lnTo>
                    <a:cubicBezTo>
                      <a:pt x="1340845" y="0"/>
                      <a:pt x="1351154" y="10310"/>
                      <a:pt x="1351154" y="23027"/>
                    </a:cubicBezTo>
                    <a:lnTo>
                      <a:pt x="1351154" y="708377"/>
                    </a:lnTo>
                    <a:cubicBezTo>
                      <a:pt x="1351154" y="721094"/>
                      <a:pt x="1340845" y="731404"/>
                      <a:pt x="1328127" y="731404"/>
                    </a:cubicBezTo>
                    <a:lnTo>
                      <a:pt x="23027" y="731404"/>
                    </a:lnTo>
                    <a:cubicBezTo>
                      <a:pt x="10310" y="731404"/>
                      <a:pt x="0" y="721094"/>
                      <a:pt x="0" y="708377"/>
                    </a:cubicBezTo>
                    <a:lnTo>
                      <a:pt x="0" y="23027"/>
                    </a:lnTo>
                    <a:cubicBezTo>
                      <a:pt x="0" y="10310"/>
                      <a:pt x="10310" y="0"/>
                      <a:pt x="23027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38100" cap="rnd">
                <a:solidFill>
                  <a:srgbClr val="B4B4B4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28" name="TextBox 15">
                <a:extLst>
                  <a:ext uri="{FF2B5EF4-FFF2-40B4-BE49-F238E27FC236}">
                    <a16:creationId xmlns:a16="http://schemas.microsoft.com/office/drawing/2014/main" id="{934C7B69-5DD6-A8DA-8FC1-F8EC4BC3852A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1154" cy="75045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sp>
          <p:nvSpPr>
            <p:cNvPr id="25" name="TextBox 16">
              <a:extLst>
                <a:ext uri="{FF2B5EF4-FFF2-40B4-BE49-F238E27FC236}">
                  <a16:creationId xmlns:a16="http://schemas.microsoft.com/office/drawing/2014/main" id="{D2FF8D13-E188-E1C3-5BAA-6FA3382C27B5}"/>
                </a:ext>
              </a:extLst>
            </p:cNvPr>
            <p:cNvSpPr txBox="1"/>
            <p:nvPr/>
          </p:nvSpPr>
          <p:spPr>
            <a:xfrm>
              <a:off x="6523358" y="4490295"/>
              <a:ext cx="4769193" cy="54765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1" indent="0" algn="ctr">
                <a:lnSpc>
                  <a:spcPts val="4479"/>
                </a:lnSpc>
              </a:pPr>
              <a:r>
                <a:rPr lang="en-US" sz="3199" b="1" spc="-86" dirty="0">
                  <a:solidFill>
                    <a:schemeClr val="bg1"/>
                  </a:solidFill>
                  <a:latin typeface="Poppins"/>
                  <a:ea typeface="Poppins"/>
                  <a:cs typeface="Poppins"/>
                  <a:sym typeface="Poppins"/>
                </a:rPr>
                <a:t>Guardado</a:t>
              </a:r>
            </a:p>
          </p:txBody>
        </p:sp>
        <p:sp>
          <p:nvSpPr>
            <p:cNvPr id="26" name="TextBox 35">
              <a:extLst>
                <a:ext uri="{FF2B5EF4-FFF2-40B4-BE49-F238E27FC236}">
                  <a16:creationId xmlns:a16="http://schemas.microsoft.com/office/drawing/2014/main" id="{6AB708D3-0CCD-9B8D-2125-D7F799956039}"/>
                </a:ext>
              </a:extLst>
            </p:cNvPr>
            <p:cNvSpPr txBox="1"/>
            <p:nvPr/>
          </p:nvSpPr>
          <p:spPr>
            <a:xfrm>
              <a:off x="6574435" y="5385854"/>
              <a:ext cx="4718117" cy="197599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1" indent="0">
                <a:lnSpc>
                  <a:spcPts val="3919"/>
                </a:lnSpc>
              </a:pPr>
              <a:r>
                <a:rPr lang="es-MX" sz="2799" spc="-75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El cambio se confirmó y se registró de forma permanente en el historial local del proyecto.</a:t>
              </a:r>
              <a:endPara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pic>
        <p:nvPicPr>
          <p:cNvPr id="14" name="Imagen 13">
            <a:extLst>
              <a:ext uri="{FF2B5EF4-FFF2-40B4-BE49-F238E27FC236}">
                <a16:creationId xmlns:a16="http://schemas.microsoft.com/office/drawing/2014/main" id="{0006F072-A92A-B406-3BF4-50B4BF5F35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26763" y="4344875"/>
            <a:ext cx="11583536" cy="3266176"/>
          </a:xfrm>
          <a:prstGeom prst="rect">
            <a:avLst/>
          </a:prstGeom>
        </p:spPr>
      </p:pic>
      <p:grpSp>
        <p:nvGrpSpPr>
          <p:cNvPr id="30" name="Grupo 29">
            <a:extLst>
              <a:ext uri="{FF2B5EF4-FFF2-40B4-BE49-F238E27FC236}">
                <a16:creationId xmlns:a16="http://schemas.microsoft.com/office/drawing/2014/main" id="{B3B81A9F-A5CD-98B8-D3EB-2BFE100591EE}"/>
              </a:ext>
            </a:extLst>
          </p:cNvPr>
          <p:cNvGrpSpPr/>
          <p:nvPr/>
        </p:nvGrpSpPr>
        <p:grpSpPr>
          <a:xfrm>
            <a:off x="-228601" y="-478361"/>
            <a:ext cx="2905050" cy="1476032"/>
            <a:chOff x="-228601" y="-478361"/>
            <a:chExt cx="2905050" cy="1476032"/>
          </a:xfrm>
        </p:grpSpPr>
        <p:grpSp>
          <p:nvGrpSpPr>
            <p:cNvPr id="31" name="Group 10">
              <a:extLst>
                <a:ext uri="{FF2B5EF4-FFF2-40B4-BE49-F238E27FC236}">
                  <a16:creationId xmlns:a16="http://schemas.microsoft.com/office/drawing/2014/main" id="{388B7840-C925-EC3D-FDA1-EC368DA47E21}"/>
                </a:ext>
              </a:extLst>
            </p:cNvPr>
            <p:cNvGrpSpPr/>
            <p:nvPr/>
          </p:nvGrpSpPr>
          <p:grpSpPr>
            <a:xfrm>
              <a:off x="-228601" y="-478361"/>
              <a:ext cx="2905050" cy="1221311"/>
              <a:chOff x="0" y="0"/>
              <a:chExt cx="1355852" cy="720510"/>
            </a:xfrm>
          </p:grpSpPr>
          <p:sp>
            <p:nvSpPr>
              <p:cNvPr id="33" name="Freeform 11">
                <a:extLst>
                  <a:ext uri="{FF2B5EF4-FFF2-40B4-BE49-F238E27FC236}">
                    <a16:creationId xmlns:a16="http://schemas.microsoft.com/office/drawing/2014/main" id="{3245A74E-611C-354D-D045-4D9CD68657A9}"/>
                  </a:ext>
                </a:extLst>
              </p:cNvPr>
              <p:cNvSpPr/>
              <p:nvPr/>
            </p:nvSpPr>
            <p:spPr>
              <a:xfrm>
                <a:off x="0" y="0"/>
                <a:ext cx="1355852" cy="720510"/>
              </a:xfrm>
              <a:custGeom>
                <a:avLst/>
                <a:gdLst/>
                <a:ahLst/>
                <a:cxnLst/>
                <a:rect l="l" t="t" r="r" b="b"/>
                <a:pathLst>
                  <a:path w="1355852" h="720510">
                    <a:moveTo>
                      <a:pt x="150387" y="0"/>
                    </a:moveTo>
                    <a:lnTo>
                      <a:pt x="1205465" y="0"/>
                    </a:lnTo>
                    <a:cubicBezTo>
                      <a:pt x="1245350" y="0"/>
                      <a:pt x="1283602" y="15844"/>
                      <a:pt x="1311805" y="44047"/>
                    </a:cubicBezTo>
                    <a:cubicBezTo>
                      <a:pt x="1340008" y="72250"/>
                      <a:pt x="1355852" y="110502"/>
                      <a:pt x="1355852" y="150387"/>
                    </a:cubicBezTo>
                    <a:lnTo>
                      <a:pt x="1355852" y="570123"/>
                    </a:lnTo>
                    <a:cubicBezTo>
                      <a:pt x="1355852" y="653179"/>
                      <a:pt x="1288522" y="720510"/>
                      <a:pt x="1205465" y="720510"/>
                    </a:cubicBezTo>
                    <a:lnTo>
                      <a:pt x="150387" y="720510"/>
                    </a:lnTo>
                    <a:cubicBezTo>
                      <a:pt x="67331" y="720510"/>
                      <a:pt x="0" y="653179"/>
                      <a:pt x="0" y="570123"/>
                    </a:cubicBezTo>
                    <a:lnTo>
                      <a:pt x="0" y="150387"/>
                    </a:lnTo>
                    <a:cubicBezTo>
                      <a:pt x="0" y="67331"/>
                      <a:pt x="67331" y="0"/>
                      <a:pt x="150387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34" name="TextBox 12">
                <a:extLst>
                  <a:ext uri="{FF2B5EF4-FFF2-40B4-BE49-F238E27FC236}">
                    <a16:creationId xmlns:a16="http://schemas.microsoft.com/office/drawing/2014/main" id="{C9274584-EF86-3764-BFA9-EA39F6BE47AF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5852" cy="739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pic>
          <p:nvPicPr>
            <p:cNvPr id="32" name="Imagen 31">
              <a:extLst>
                <a:ext uri="{FF2B5EF4-FFF2-40B4-BE49-F238E27FC236}">
                  <a16:creationId xmlns:a16="http://schemas.microsoft.com/office/drawing/2014/main" id="{0D7944DB-B7F2-5C7F-3E4C-B56B9D78149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1" y="-375754"/>
              <a:ext cx="1373425" cy="13734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25751096"/>
      </p:ext>
    </p:extLst>
  </p:cSld>
  <p:clrMapOvr>
    <a:masterClrMapping/>
  </p:clrMapOvr>
  <p:transition>
    <p:fade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C523EB-C93B-A855-01EB-251394843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Imagen 55">
            <a:extLst>
              <a:ext uri="{FF2B5EF4-FFF2-40B4-BE49-F238E27FC236}">
                <a16:creationId xmlns:a16="http://schemas.microsoft.com/office/drawing/2014/main" id="{864571B4-D471-4119-D952-182100428F6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04" y="20373"/>
            <a:ext cx="18291104" cy="10289620"/>
          </a:xfrm>
          <a:prstGeom prst="rect">
            <a:avLst/>
          </a:prstGeom>
        </p:spPr>
      </p:pic>
      <p:sp>
        <p:nvSpPr>
          <p:cNvPr id="57" name="Rectángulo 56">
            <a:extLst>
              <a:ext uri="{FF2B5EF4-FFF2-40B4-BE49-F238E27FC236}">
                <a16:creationId xmlns:a16="http://schemas.microsoft.com/office/drawing/2014/main" id="{6CA3C087-02CB-679D-D68F-4F913CA1F244}"/>
              </a:ext>
            </a:extLst>
          </p:cNvPr>
          <p:cNvSpPr/>
          <p:nvPr/>
        </p:nvSpPr>
        <p:spPr>
          <a:xfrm>
            <a:off x="324971" y="20373"/>
            <a:ext cx="17963029" cy="10289620"/>
          </a:xfrm>
          <a:prstGeom prst="rect">
            <a:avLst/>
          </a:prstGeom>
          <a:solidFill>
            <a:schemeClr val="tx1"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C237B62E-9A79-AF54-9B9C-933643EEAA06}"/>
              </a:ext>
            </a:extLst>
          </p:cNvPr>
          <p:cNvGrpSpPr/>
          <p:nvPr/>
        </p:nvGrpSpPr>
        <p:grpSpPr>
          <a:xfrm>
            <a:off x="-3104" y="-5757544"/>
            <a:ext cx="9027851" cy="20731164"/>
            <a:chOff x="0" y="0"/>
            <a:chExt cx="2469375" cy="5460060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B238B96B-2333-570A-FF4C-6CF0C4A08D42}"/>
                </a:ext>
              </a:extLst>
            </p:cNvPr>
            <p:cNvSpPr/>
            <p:nvPr/>
          </p:nvSpPr>
          <p:spPr>
            <a:xfrm>
              <a:off x="0" y="0"/>
              <a:ext cx="2469375" cy="5460060"/>
            </a:xfrm>
            <a:custGeom>
              <a:avLst/>
              <a:gdLst/>
              <a:ahLst/>
              <a:cxnLst/>
              <a:rect l="l" t="t" r="r" b="b"/>
              <a:pathLst>
                <a:path w="2469375" h="5460060">
                  <a:moveTo>
                    <a:pt x="0" y="0"/>
                  </a:moveTo>
                  <a:lnTo>
                    <a:pt x="2469375" y="0"/>
                  </a:lnTo>
                  <a:lnTo>
                    <a:pt x="2469375" y="5460060"/>
                  </a:lnTo>
                  <a:lnTo>
                    <a:pt x="0" y="5460060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B1AA9C24-14DF-B7D0-955F-9BEFD04902B9}"/>
                </a:ext>
              </a:extLst>
            </p:cNvPr>
            <p:cNvSpPr txBox="1"/>
            <p:nvPr/>
          </p:nvSpPr>
          <p:spPr>
            <a:xfrm>
              <a:off x="0" y="-19050"/>
              <a:ext cx="2469375" cy="54791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442BA552-555F-3000-6E63-B678927AA5F0}"/>
              </a:ext>
            </a:extLst>
          </p:cNvPr>
          <p:cNvSpPr txBox="1"/>
          <p:nvPr/>
        </p:nvSpPr>
        <p:spPr>
          <a:xfrm>
            <a:off x="733470" y="1057388"/>
            <a:ext cx="7552018" cy="2744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17"/>
              </a:lnSpc>
            </a:pPr>
            <a:r>
              <a:rPr lang="en-US" sz="9160" b="1" dirty="0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BUENAS PRÁCTICAS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6294D58F-5053-9F78-35D5-75FD5954B5AE}"/>
              </a:ext>
            </a:extLst>
          </p:cNvPr>
          <p:cNvSpPr txBox="1"/>
          <p:nvPr/>
        </p:nvSpPr>
        <p:spPr>
          <a:xfrm>
            <a:off x="9372804" y="2857500"/>
            <a:ext cx="8399076" cy="14758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04516" lvl="1" indent="-302258">
              <a:lnSpc>
                <a:spcPts val="3919"/>
              </a:lnSpc>
              <a:buFont typeface="Arial"/>
              <a:buChar char="•"/>
            </a:pP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Cuando se agrega una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nueva funcionalidad 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 contenido agregado.</a:t>
            </a:r>
          </a:p>
          <a:p>
            <a:pPr marL="604516" lvl="1" indent="-302258">
              <a:lnSpc>
                <a:spcPts val="3919"/>
              </a:lnSpc>
              <a:buFont typeface="Arial"/>
              <a:buChar char="•"/>
            </a:pP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Ejemplo: feat: agregar login de usuarios</a:t>
            </a:r>
            <a:endParaRPr lang="en-US" sz="2799" u="none" strike="noStrike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FDD27395-0F79-555D-7286-DF63FD9B1211}"/>
              </a:ext>
            </a:extLst>
          </p:cNvPr>
          <p:cNvSpPr txBox="1"/>
          <p:nvPr/>
        </p:nvSpPr>
        <p:spPr>
          <a:xfrm>
            <a:off x="733470" y="4830563"/>
            <a:ext cx="7924800" cy="24761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s-MX" sz="2799" spc="-5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 la industria del software se utilizan </a:t>
            </a:r>
            <a:r>
              <a:rPr lang="es-MX" sz="2799" b="1" spc="-5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prefijos</a:t>
            </a:r>
            <a:r>
              <a:rPr lang="es-MX" sz="2799" spc="-5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o etiquetas </a:t>
            </a:r>
            <a:r>
              <a:rPr lang="es-MX" sz="2799" b="1" spc="-5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estándar</a:t>
            </a:r>
            <a:r>
              <a:rPr lang="es-MX" sz="2799" spc="-5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al inicio de cada mensaje para </a:t>
            </a:r>
            <a:r>
              <a:rPr lang="es-MX" sz="2799" b="1" spc="-5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clasificar el tipo de trabajo realizado</a:t>
            </a:r>
            <a:r>
              <a:rPr lang="es-MX" sz="2799" spc="-5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y mantener un historial limpio y legible.</a:t>
            </a:r>
            <a:endParaRPr lang="en-US" sz="2799" u="none" strike="noStrike" spc="-5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" name="Freeform 13">
            <a:extLst>
              <a:ext uri="{FF2B5EF4-FFF2-40B4-BE49-F238E27FC236}">
                <a16:creationId xmlns:a16="http://schemas.microsoft.com/office/drawing/2014/main" id="{7481A0CD-CFB7-536B-7DC8-AC153E9B8BCF}"/>
              </a:ext>
            </a:extLst>
          </p:cNvPr>
          <p:cNvSpPr/>
          <p:nvPr/>
        </p:nvSpPr>
        <p:spPr>
          <a:xfrm>
            <a:off x="11912750" y="2066718"/>
            <a:ext cx="4901677" cy="1319494"/>
          </a:xfrm>
          <a:custGeom>
            <a:avLst/>
            <a:gdLst/>
            <a:ahLst/>
            <a:cxnLst/>
            <a:rect l="l" t="t" r="r" b="b"/>
            <a:pathLst>
              <a:path w="1556879" h="419100">
                <a:moveTo>
                  <a:pt x="30849" y="0"/>
                </a:moveTo>
                <a:lnTo>
                  <a:pt x="1526030" y="0"/>
                </a:lnTo>
                <a:cubicBezTo>
                  <a:pt x="1534212" y="0"/>
                  <a:pt x="1542058" y="3250"/>
                  <a:pt x="1547844" y="9035"/>
                </a:cubicBezTo>
                <a:cubicBezTo>
                  <a:pt x="1553629" y="14821"/>
                  <a:pt x="1556879" y="22667"/>
                  <a:pt x="1556879" y="30849"/>
                </a:cubicBezTo>
                <a:lnTo>
                  <a:pt x="1556879" y="388251"/>
                </a:lnTo>
                <a:cubicBezTo>
                  <a:pt x="1556879" y="396433"/>
                  <a:pt x="1553629" y="404279"/>
                  <a:pt x="1547844" y="410065"/>
                </a:cubicBezTo>
                <a:cubicBezTo>
                  <a:pt x="1542058" y="415850"/>
                  <a:pt x="1534212" y="419100"/>
                  <a:pt x="1526030" y="419100"/>
                </a:cubicBezTo>
                <a:lnTo>
                  <a:pt x="30849" y="419100"/>
                </a:lnTo>
                <a:cubicBezTo>
                  <a:pt x="22667" y="419100"/>
                  <a:pt x="14821" y="415850"/>
                  <a:pt x="9035" y="410065"/>
                </a:cubicBezTo>
                <a:cubicBezTo>
                  <a:pt x="3250" y="404279"/>
                  <a:pt x="0" y="396433"/>
                  <a:pt x="0" y="388251"/>
                </a:cubicBezTo>
                <a:lnTo>
                  <a:pt x="0" y="30849"/>
                </a:lnTo>
                <a:cubicBezTo>
                  <a:pt x="0" y="22667"/>
                  <a:pt x="3250" y="14821"/>
                  <a:pt x="9035" y="9035"/>
                </a:cubicBezTo>
                <a:cubicBezTo>
                  <a:pt x="14821" y="3250"/>
                  <a:pt x="22667" y="0"/>
                  <a:pt x="30849" y="0"/>
                </a:cubicBez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23" name="TextBox 10">
            <a:extLst>
              <a:ext uri="{FF2B5EF4-FFF2-40B4-BE49-F238E27FC236}">
                <a16:creationId xmlns:a16="http://schemas.microsoft.com/office/drawing/2014/main" id="{0F7CCE0A-08B6-377B-D911-609D98EFA618}"/>
              </a:ext>
            </a:extLst>
          </p:cNvPr>
          <p:cNvSpPr txBox="1"/>
          <p:nvPr/>
        </p:nvSpPr>
        <p:spPr>
          <a:xfrm>
            <a:off x="9421212" y="8614725"/>
            <a:ext cx="8399076" cy="9757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04516" lvl="1" indent="-302258">
              <a:lnSpc>
                <a:spcPts val="3919"/>
              </a:lnSpc>
              <a:buFont typeface="Arial"/>
              <a:buChar char="•"/>
            </a:pP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Cuando se reestructura o limpia código sin alterar su comportamiento o resultado final.</a:t>
            </a:r>
          </a:p>
        </p:txBody>
      </p:sp>
      <p:sp>
        <p:nvSpPr>
          <p:cNvPr id="41" name="TextBox 10">
            <a:extLst>
              <a:ext uri="{FF2B5EF4-FFF2-40B4-BE49-F238E27FC236}">
                <a16:creationId xmlns:a16="http://schemas.microsoft.com/office/drawing/2014/main" id="{F8853DD7-E1B6-62E8-AF26-31DD6E208053}"/>
              </a:ext>
            </a:extLst>
          </p:cNvPr>
          <p:cNvSpPr txBox="1"/>
          <p:nvPr/>
        </p:nvSpPr>
        <p:spPr>
          <a:xfrm>
            <a:off x="9343496" y="5812269"/>
            <a:ext cx="8399076" cy="14758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04516" lvl="1" indent="-302258">
              <a:lnSpc>
                <a:spcPts val="3919"/>
              </a:lnSpc>
              <a:buFont typeface="Arial"/>
              <a:buChar char="•"/>
            </a:pP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Cuando se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soluciona un error o fallo 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 un archivo existente.</a:t>
            </a:r>
          </a:p>
          <a:p>
            <a:pPr marL="604516" lvl="1" indent="-302258">
              <a:lnSpc>
                <a:spcPts val="3919"/>
              </a:lnSpc>
              <a:buFont typeface="Arial"/>
              <a:buChar char="•"/>
            </a:pP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Ejemplo: </a:t>
            </a:r>
            <a:r>
              <a:rPr lang="es-MX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fix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: corregir validaciones</a:t>
            </a:r>
            <a:endParaRPr lang="en-US" sz="2799" u="none" strike="noStrike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58" name="Grupo 57">
            <a:extLst>
              <a:ext uri="{FF2B5EF4-FFF2-40B4-BE49-F238E27FC236}">
                <a16:creationId xmlns:a16="http://schemas.microsoft.com/office/drawing/2014/main" id="{CE84304F-5DEC-F216-AEAA-0EEC103F5C66}"/>
              </a:ext>
            </a:extLst>
          </p:cNvPr>
          <p:cNvGrpSpPr/>
          <p:nvPr/>
        </p:nvGrpSpPr>
        <p:grpSpPr>
          <a:xfrm>
            <a:off x="-228601" y="-478361"/>
            <a:ext cx="2905050" cy="1476032"/>
            <a:chOff x="-228601" y="-478361"/>
            <a:chExt cx="2905050" cy="1476032"/>
          </a:xfrm>
        </p:grpSpPr>
        <p:grpSp>
          <p:nvGrpSpPr>
            <p:cNvPr id="59" name="Group 10">
              <a:extLst>
                <a:ext uri="{FF2B5EF4-FFF2-40B4-BE49-F238E27FC236}">
                  <a16:creationId xmlns:a16="http://schemas.microsoft.com/office/drawing/2014/main" id="{F5B5FBCC-5A75-2E34-62A4-04FB68588DE3}"/>
                </a:ext>
              </a:extLst>
            </p:cNvPr>
            <p:cNvGrpSpPr/>
            <p:nvPr/>
          </p:nvGrpSpPr>
          <p:grpSpPr>
            <a:xfrm>
              <a:off x="-228601" y="-478361"/>
              <a:ext cx="2905050" cy="1221311"/>
              <a:chOff x="0" y="0"/>
              <a:chExt cx="1355852" cy="720510"/>
            </a:xfrm>
          </p:grpSpPr>
          <p:sp>
            <p:nvSpPr>
              <p:cNvPr id="61" name="Freeform 11">
                <a:extLst>
                  <a:ext uri="{FF2B5EF4-FFF2-40B4-BE49-F238E27FC236}">
                    <a16:creationId xmlns:a16="http://schemas.microsoft.com/office/drawing/2014/main" id="{40A9203B-7CB9-AC0F-B511-446298F81156}"/>
                  </a:ext>
                </a:extLst>
              </p:cNvPr>
              <p:cNvSpPr/>
              <p:nvPr/>
            </p:nvSpPr>
            <p:spPr>
              <a:xfrm>
                <a:off x="0" y="0"/>
                <a:ext cx="1355852" cy="720510"/>
              </a:xfrm>
              <a:custGeom>
                <a:avLst/>
                <a:gdLst/>
                <a:ahLst/>
                <a:cxnLst/>
                <a:rect l="l" t="t" r="r" b="b"/>
                <a:pathLst>
                  <a:path w="1355852" h="720510">
                    <a:moveTo>
                      <a:pt x="150387" y="0"/>
                    </a:moveTo>
                    <a:lnTo>
                      <a:pt x="1205465" y="0"/>
                    </a:lnTo>
                    <a:cubicBezTo>
                      <a:pt x="1245350" y="0"/>
                      <a:pt x="1283602" y="15844"/>
                      <a:pt x="1311805" y="44047"/>
                    </a:cubicBezTo>
                    <a:cubicBezTo>
                      <a:pt x="1340008" y="72250"/>
                      <a:pt x="1355852" y="110502"/>
                      <a:pt x="1355852" y="150387"/>
                    </a:cubicBezTo>
                    <a:lnTo>
                      <a:pt x="1355852" y="570123"/>
                    </a:lnTo>
                    <a:cubicBezTo>
                      <a:pt x="1355852" y="653179"/>
                      <a:pt x="1288522" y="720510"/>
                      <a:pt x="1205465" y="720510"/>
                    </a:cubicBezTo>
                    <a:lnTo>
                      <a:pt x="150387" y="720510"/>
                    </a:lnTo>
                    <a:cubicBezTo>
                      <a:pt x="67331" y="720510"/>
                      <a:pt x="0" y="653179"/>
                      <a:pt x="0" y="570123"/>
                    </a:cubicBezTo>
                    <a:lnTo>
                      <a:pt x="0" y="150387"/>
                    </a:lnTo>
                    <a:cubicBezTo>
                      <a:pt x="0" y="67331"/>
                      <a:pt x="67331" y="0"/>
                      <a:pt x="150387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62" name="TextBox 12">
                <a:extLst>
                  <a:ext uri="{FF2B5EF4-FFF2-40B4-BE49-F238E27FC236}">
                    <a16:creationId xmlns:a16="http://schemas.microsoft.com/office/drawing/2014/main" id="{1DDABDB8-A8D4-CFAA-946C-350B03C2BA19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5852" cy="739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pic>
          <p:nvPicPr>
            <p:cNvPr id="60" name="Imagen 59">
              <a:extLst>
                <a:ext uri="{FF2B5EF4-FFF2-40B4-BE49-F238E27FC236}">
                  <a16:creationId xmlns:a16="http://schemas.microsoft.com/office/drawing/2014/main" id="{DB0EB3EC-3B43-DADC-AA27-EA7E9C7F10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1" y="-375754"/>
              <a:ext cx="1373425" cy="1373425"/>
            </a:xfrm>
            <a:prstGeom prst="rect">
              <a:avLst/>
            </a:prstGeom>
          </p:spPr>
        </p:pic>
      </p:grpSp>
      <p:grpSp>
        <p:nvGrpSpPr>
          <p:cNvPr id="14" name="Grupo 13">
            <a:extLst>
              <a:ext uri="{FF2B5EF4-FFF2-40B4-BE49-F238E27FC236}">
                <a16:creationId xmlns:a16="http://schemas.microsoft.com/office/drawing/2014/main" id="{7C9643FB-253E-B239-EA10-CAB27E83E252}"/>
              </a:ext>
            </a:extLst>
          </p:cNvPr>
          <p:cNvGrpSpPr/>
          <p:nvPr/>
        </p:nvGrpSpPr>
        <p:grpSpPr>
          <a:xfrm>
            <a:off x="9982200" y="1454070"/>
            <a:ext cx="4648200" cy="1203855"/>
            <a:chOff x="9982200" y="808294"/>
            <a:chExt cx="4648200" cy="1203855"/>
          </a:xfrm>
        </p:grpSpPr>
        <p:grpSp>
          <p:nvGrpSpPr>
            <p:cNvPr id="12" name="Group 9">
              <a:extLst>
                <a:ext uri="{FF2B5EF4-FFF2-40B4-BE49-F238E27FC236}">
                  <a16:creationId xmlns:a16="http://schemas.microsoft.com/office/drawing/2014/main" id="{7B074A56-856B-8207-4F37-ECBBB9ADD738}"/>
                </a:ext>
              </a:extLst>
            </p:cNvPr>
            <p:cNvGrpSpPr/>
            <p:nvPr/>
          </p:nvGrpSpPr>
          <p:grpSpPr>
            <a:xfrm>
              <a:off x="9982200" y="808294"/>
              <a:ext cx="4648200" cy="1203855"/>
              <a:chOff x="0" y="-47625"/>
              <a:chExt cx="2734992" cy="466725"/>
            </a:xfrm>
          </p:grpSpPr>
          <p:sp>
            <p:nvSpPr>
              <p:cNvPr id="17" name="Freeform 10">
                <a:extLst>
                  <a:ext uri="{FF2B5EF4-FFF2-40B4-BE49-F238E27FC236}">
                    <a16:creationId xmlns:a16="http://schemas.microsoft.com/office/drawing/2014/main" id="{F60EF3C9-D8D4-656B-1C1E-FBFF9622F0AF}"/>
                  </a:ext>
                </a:extLst>
              </p:cNvPr>
              <p:cNvSpPr/>
              <p:nvPr/>
            </p:nvSpPr>
            <p:spPr>
              <a:xfrm>
                <a:off x="0" y="0"/>
                <a:ext cx="2734992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2031332" h="419100">
                    <a:moveTo>
                      <a:pt x="23643" y="0"/>
                    </a:moveTo>
                    <a:lnTo>
                      <a:pt x="2007689" y="0"/>
                    </a:lnTo>
                    <a:cubicBezTo>
                      <a:pt x="2020747" y="0"/>
                      <a:pt x="2031332" y="10585"/>
                      <a:pt x="2031332" y="23643"/>
                    </a:cubicBezTo>
                    <a:lnTo>
                      <a:pt x="2031332" y="395457"/>
                    </a:lnTo>
                    <a:cubicBezTo>
                      <a:pt x="2031332" y="401727"/>
                      <a:pt x="2028841" y="407741"/>
                      <a:pt x="2024407" y="412175"/>
                    </a:cubicBezTo>
                    <a:cubicBezTo>
                      <a:pt x="2019973" y="416609"/>
                      <a:pt x="2013959" y="419100"/>
                      <a:pt x="2007689" y="419100"/>
                    </a:cubicBezTo>
                    <a:lnTo>
                      <a:pt x="23643" y="419100"/>
                    </a:lnTo>
                    <a:cubicBezTo>
                      <a:pt x="17373" y="419100"/>
                      <a:pt x="11359" y="416609"/>
                      <a:pt x="6925" y="412175"/>
                    </a:cubicBezTo>
                    <a:cubicBezTo>
                      <a:pt x="2491" y="407741"/>
                      <a:pt x="0" y="401727"/>
                      <a:pt x="0" y="395457"/>
                    </a:cubicBezTo>
                    <a:lnTo>
                      <a:pt x="0" y="23643"/>
                    </a:lnTo>
                    <a:cubicBezTo>
                      <a:pt x="0" y="17373"/>
                      <a:pt x="2491" y="11359"/>
                      <a:pt x="6925" y="6925"/>
                    </a:cubicBezTo>
                    <a:cubicBezTo>
                      <a:pt x="11359" y="2491"/>
                      <a:pt x="17373" y="0"/>
                      <a:pt x="23643" y="0"/>
                    </a:cubicBezTo>
                    <a:close/>
                  </a:path>
                </a:pathLst>
              </a:custGeom>
              <a:solidFill>
                <a:srgbClr val="0F0E0E"/>
              </a:solidFill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18" name="TextBox 11">
                <a:extLst>
                  <a:ext uri="{FF2B5EF4-FFF2-40B4-BE49-F238E27FC236}">
                    <a16:creationId xmlns:a16="http://schemas.microsoft.com/office/drawing/2014/main" id="{4F63C98C-0A21-CF9E-5BB0-BFA9116C8597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2031332" cy="4667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11"/>
                  </a:lnSpc>
                </a:pPr>
                <a:endParaRPr/>
              </a:p>
            </p:txBody>
          </p:sp>
        </p:grpSp>
        <p:sp>
          <p:nvSpPr>
            <p:cNvPr id="16" name="TextBox 14">
              <a:extLst>
                <a:ext uri="{FF2B5EF4-FFF2-40B4-BE49-F238E27FC236}">
                  <a16:creationId xmlns:a16="http://schemas.microsoft.com/office/drawing/2014/main" id="{31A2B2C6-7679-F3AC-E843-D5422573F919}"/>
                </a:ext>
              </a:extLst>
            </p:cNvPr>
            <p:cNvSpPr txBox="1"/>
            <p:nvPr/>
          </p:nvSpPr>
          <p:spPr>
            <a:xfrm>
              <a:off x="10990965" y="1183382"/>
              <a:ext cx="3258436" cy="5244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3611"/>
                </a:lnSpc>
              </a:pPr>
              <a:r>
                <a:rPr lang="en-US" sz="2799" spc="-153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feat:</a:t>
              </a:r>
            </a:p>
          </p:txBody>
        </p:sp>
        <p:pic>
          <p:nvPicPr>
            <p:cNvPr id="9" name="Imagen 8" descr="Email Generic color fill icon">
              <a:extLst>
                <a:ext uri="{FF2B5EF4-FFF2-40B4-BE49-F238E27FC236}">
                  <a16:creationId xmlns:a16="http://schemas.microsoft.com/office/drawing/2014/main" id="{1C230496-4C3A-839A-3851-657316C607B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prstClr val="black"/>
                <a:schemeClr val="accent6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10296877" y="1168495"/>
              <a:ext cx="609604" cy="609604"/>
            </a:xfrm>
            <a:prstGeom prst="rect">
              <a:avLst/>
            </a:prstGeom>
          </p:spPr>
        </p:pic>
      </p:grpSp>
      <p:grpSp>
        <p:nvGrpSpPr>
          <p:cNvPr id="22" name="Grupo 21">
            <a:extLst>
              <a:ext uri="{FF2B5EF4-FFF2-40B4-BE49-F238E27FC236}">
                <a16:creationId xmlns:a16="http://schemas.microsoft.com/office/drawing/2014/main" id="{6B5C36A3-1A9D-47F8-8D94-1F637BE57054}"/>
              </a:ext>
            </a:extLst>
          </p:cNvPr>
          <p:cNvGrpSpPr/>
          <p:nvPr/>
        </p:nvGrpSpPr>
        <p:grpSpPr>
          <a:xfrm>
            <a:off x="9982200" y="4461066"/>
            <a:ext cx="4648200" cy="1203855"/>
            <a:chOff x="9982200" y="808294"/>
            <a:chExt cx="4648200" cy="1203855"/>
          </a:xfrm>
        </p:grpSpPr>
        <p:grpSp>
          <p:nvGrpSpPr>
            <p:cNvPr id="24" name="Group 9">
              <a:extLst>
                <a:ext uri="{FF2B5EF4-FFF2-40B4-BE49-F238E27FC236}">
                  <a16:creationId xmlns:a16="http://schemas.microsoft.com/office/drawing/2014/main" id="{B0962C2E-653C-2369-3A12-3474636B2314}"/>
                </a:ext>
              </a:extLst>
            </p:cNvPr>
            <p:cNvGrpSpPr/>
            <p:nvPr/>
          </p:nvGrpSpPr>
          <p:grpSpPr>
            <a:xfrm>
              <a:off x="9982200" y="808294"/>
              <a:ext cx="4648200" cy="1203855"/>
              <a:chOff x="0" y="-47625"/>
              <a:chExt cx="2734992" cy="466725"/>
            </a:xfrm>
          </p:grpSpPr>
          <p:sp>
            <p:nvSpPr>
              <p:cNvPr id="27" name="Freeform 10">
                <a:extLst>
                  <a:ext uri="{FF2B5EF4-FFF2-40B4-BE49-F238E27FC236}">
                    <a16:creationId xmlns:a16="http://schemas.microsoft.com/office/drawing/2014/main" id="{ABC60308-C57F-3D4F-FA18-79D6A9AC4FC7}"/>
                  </a:ext>
                </a:extLst>
              </p:cNvPr>
              <p:cNvSpPr/>
              <p:nvPr/>
            </p:nvSpPr>
            <p:spPr>
              <a:xfrm>
                <a:off x="0" y="0"/>
                <a:ext cx="2734992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2031332" h="419100">
                    <a:moveTo>
                      <a:pt x="23643" y="0"/>
                    </a:moveTo>
                    <a:lnTo>
                      <a:pt x="2007689" y="0"/>
                    </a:lnTo>
                    <a:cubicBezTo>
                      <a:pt x="2020747" y="0"/>
                      <a:pt x="2031332" y="10585"/>
                      <a:pt x="2031332" y="23643"/>
                    </a:cubicBezTo>
                    <a:lnTo>
                      <a:pt x="2031332" y="395457"/>
                    </a:lnTo>
                    <a:cubicBezTo>
                      <a:pt x="2031332" y="401727"/>
                      <a:pt x="2028841" y="407741"/>
                      <a:pt x="2024407" y="412175"/>
                    </a:cubicBezTo>
                    <a:cubicBezTo>
                      <a:pt x="2019973" y="416609"/>
                      <a:pt x="2013959" y="419100"/>
                      <a:pt x="2007689" y="419100"/>
                    </a:cubicBezTo>
                    <a:lnTo>
                      <a:pt x="23643" y="419100"/>
                    </a:lnTo>
                    <a:cubicBezTo>
                      <a:pt x="17373" y="419100"/>
                      <a:pt x="11359" y="416609"/>
                      <a:pt x="6925" y="412175"/>
                    </a:cubicBezTo>
                    <a:cubicBezTo>
                      <a:pt x="2491" y="407741"/>
                      <a:pt x="0" y="401727"/>
                      <a:pt x="0" y="395457"/>
                    </a:cubicBezTo>
                    <a:lnTo>
                      <a:pt x="0" y="23643"/>
                    </a:lnTo>
                    <a:cubicBezTo>
                      <a:pt x="0" y="17373"/>
                      <a:pt x="2491" y="11359"/>
                      <a:pt x="6925" y="6925"/>
                    </a:cubicBezTo>
                    <a:cubicBezTo>
                      <a:pt x="11359" y="2491"/>
                      <a:pt x="17373" y="0"/>
                      <a:pt x="23643" y="0"/>
                    </a:cubicBezTo>
                    <a:close/>
                  </a:path>
                </a:pathLst>
              </a:custGeom>
              <a:solidFill>
                <a:srgbClr val="0F0E0E"/>
              </a:solidFill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28" name="TextBox 11">
                <a:extLst>
                  <a:ext uri="{FF2B5EF4-FFF2-40B4-BE49-F238E27FC236}">
                    <a16:creationId xmlns:a16="http://schemas.microsoft.com/office/drawing/2014/main" id="{A23061F2-2877-F2EA-32DC-D1CD09DB2EBB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2031332" cy="4667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11"/>
                  </a:lnSpc>
                </a:pPr>
                <a:endParaRPr/>
              </a:p>
            </p:txBody>
          </p:sp>
        </p:grpSp>
        <p:sp>
          <p:nvSpPr>
            <p:cNvPr id="25" name="TextBox 14">
              <a:extLst>
                <a:ext uri="{FF2B5EF4-FFF2-40B4-BE49-F238E27FC236}">
                  <a16:creationId xmlns:a16="http://schemas.microsoft.com/office/drawing/2014/main" id="{102FA89B-7494-0762-11B3-DA75D97BDA75}"/>
                </a:ext>
              </a:extLst>
            </p:cNvPr>
            <p:cNvSpPr txBox="1"/>
            <p:nvPr/>
          </p:nvSpPr>
          <p:spPr>
            <a:xfrm>
              <a:off x="10990965" y="1183382"/>
              <a:ext cx="3258436" cy="5244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3611"/>
                </a:lnSpc>
              </a:pPr>
              <a:r>
                <a:rPr lang="en-US" sz="2799" spc="-153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fix:</a:t>
              </a:r>
            </a:p>
          </p:txBody>
        </p:sp>
        <p:pic>
          <p:nvPicPr>
            <p:cNvPr id="26" name="Imagen 25" descr="Email Generic color fill icon">
              <a:extLst>
                <a:ext uri="{FF2B5EF4-FFF2-40B4-BE49-F238E27FC236}">
                  <a16:creationId xmlns:a16="http://schemas.microsoft.com/office/drawing/2014/main" id="{8EE2E6E3-C9CA-B0FF-872E-DFFD441EDA7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prstClr val="black"/>
                <a:schemeClr val="accent6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10296877" y="1168495"/>
              <a:ext cx="609604" cy="609604"/>
            </a:xfrm>
            <a:prstGeom prst="rect">
              <a:avLst/>
            </a:prstGeom>
          </p:spPr>
        </p:pic>
      </p:grpSp>
      <p:grpSp>
        <p:nvGrpSpPr>
          <p:cNvPr id="29" name="Grupo 28">
            <a:extLst>
              <a:ext uri="{FF2B5EF4-FFF2-40B4-BE49-F238E27FC236}">
                <a16:creationId xmlns:a16="http://schemas.microsoft.com/office/drawing/2014/main" id="{46EA1D3E-F4FB-7548-AA59-39A98AEAB36A}"/>
              </a:ext>
            </a:extLst>
          </p:cNvPr>
          <p:cNvGrpSpPr/>
          <p:nvPr/>
        </p:nvGrpSpPr>
        <p:grpSpPr>
          <a:xfrm>
            <a:off x="10001250" y="7316163"/>
            <a:ext cx="4648200" cy="1203855"/>
            <a:chOff x="9982200" y="808294"/>
            <a:chExt cx="4648200" cy="1203855"/>
          </a:xfrm>
        </p:grpSpPr>
        <p:grpSp>
          <p:nvGrpSpPr>
            <p:cNvPr id="30" name="Group 9">
              <a:extLst>
                <a:ext uri="{FF2B5EF4-FFF2-40B4-BE49-F238E27FC236}">
                  <a16:creationId xmlns:a16="http://schemas.microsoft.com/office/drawing/2014/main" id="{B23C8449-C7E9-62A1-CFFD-6E6FCEEAB8DB}"/>
                </a:ext>
              </a:extLst>
            </p:cNvPr>
            <p:cNvGrpSpPr/>
            <p:nvPr/>
          </p:nvGrpSpPr>
          <p:grpSpPr>
            <a:xfrm>
              <a:off x="9982200" y="808294"/>
              <a:ext cx="4648200" cy="1203855"/>
              <a:chOff x="0" y="-47625"/>
              <a:chExt cx="2734992" cy="466725"/>
            </a:xfrm>
          </p:grpSpPr>
          <p:sp>
            <p:nvSpPr>
              <p:cNvPr id="40" name="Freeform 10">
                <a:extLst>
                  <a:ext uri="{FF2B5EF4-FFF2-40B4-BE49-F238E27FC236}">
                    <a16:creationId xmlns:a16="http://schemas.microsoft.com/office/drawing/2014/main" id="{645BFCB4-E37E-A659-EDA6-A40482B91D91}"/>
                  </a:ext>
                </a:extLst>
              </p:cNvPr>
              <p:cNvSpPr/>
              <p:nvPr/>
            </p:nvSpPr>
            <p:spPr>
              <a:xfrm>
                <a:off x="0" y="0"/>
                <a:ext cx="2734992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2031332" h="419100">
                    <a:moveTo>
                      <a:pt x="23643" y="0"/>
                    </a:moveTo>
                    <a:lnTo>
                      <a:pt x="2007689" y="0"/>
                    </a:lnTo>
                    <a:cubicBezTo>
                      <a:pt x="2020747" y="0"/>
                      <a:pt x="2031332" y="10585"/>
                      <a:pt x="2031332" y="23643"/>
                    </a:cubicBezTo>
                    <a:lnTo>
                      <a:pt x="2031332" y="395457"/>
                    </a:lnTo>
                    <a:cubicBezTo>
                      <a:pt x="2031332" y="401727"/>
                      <a:pt x="2028841" y="407741"/>
                      <a:pt x="2024407" y="412175"/>
                    </a:cubicBezTo>
                    <a:cubicBezTo>
                      <a:pt x="2019973" y="416609"/>
                      <a:pt x="2013959" y="419100"/>
                      <a:pt x="2007689" y="419100"/>
                    </a:cubicBezTo>
                    <a:lnTo>
                      <a:pt x="23643" y="419100"/>
                    </a:lnTo>
                    <a:cubicBezTo>
                      <a:pt x="17373" y="419100"/>
                      <a:pt x="11359" y="416609"/>
                      <a:pt x="6925" y="412175"/>
                    </a:cubicBezTo>
                    <a:cubicBezTo>
                      <a:pt x="2491" y="407741"/>
                      <a:pt x="0" y="401727"/>
                      <a:pt x="0" y="395457"/>
                    </a:cubicBezTo>
                    <a:lnTo>
                      <a:pt x="0" y="23643"/>
                    </a:lnTo>
                    <a:cubicBezTo>
                      <a:pt x="0" y="17373"/>
                      <a:pt x="2491" y="11359"/>
                      <a:pt x="6925" y="6925"/>
                    </a:cubicBezTo>
                    <a:cubicBezTo>
                      <a:pt x="11359" y="2491"/>
                      <a:pt x="17373" y="0"/>
                      <a:pt x="23643" y="0"/>
                    </a:cubicBezTo>
                    <a:close/>
                  </a:path>
                </a:pathLst>
              </a:custGeom>
              <a:solidFill>
                <a:srgbClr val="0F0E0E"/>
              </a:solidFill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49" name="TextBox 11">
                <a:extLst>
                  <a:ext uri="{FF2B5EF4-FFF2-40B4-BE49-F238E27FC236}">
                    <a16:creationId xmlns:a16="http://schemas.microsoft.com/office/drawing/2014/main" id="{48BF7A7D-30D6-9B56-F820-3F4CF0BB4A5F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2031332" cy="4667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11"/>
                  </a:lnSpc>
                </a:pPr>
                <a:endParaRPr/>
              </a:p>
            </p:txBody>
          </p:sp>
        </p:grpSp>
        <p:sp>
          <p:nvSpPr>
            <p:cNvPr id="31" name="TextBox 14">
              <a:extLst>
                <a:ext uri="{FF2B5EF4-FFF2-40B4-BE49-F238E27FC236}">
                  <a16:creationId xmlns:a16="http://schemas.microsoft.com/office/drawing/2014/main" id="{3DE8A282-535A-2F9E-324C-6A42CD95B1CF}"/>
                </a:ext>
              </a:extLst>
            </p:cNvPr>
            <p:cNvSpPr txBox="1"/>
            <p:nvPr/>
          </p:nvSpPr>
          <p:spPr>
            <a:xfrm>
              <a:off x="10990965" y="1183382"/>
              <a:ext cx="3258436" cy="5244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3611"/>
                </a:lnSpc>
              </a:pPr>
              <a:r>
                <a:rPr lang="en-US" sz="2799" spc="-153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refactor:</a:t>
              </a:r>
            </a:p>
          </p:txBody>
        </p:sp>
        <p:pic>
          <p:nvPicPr>
            <p:cNvPr id="32" name="Imagen 31" descr="Email Generic color fill icon">
              <a:extLst>
                <a:ext uri="{FF2B5EF4-FFF2-40B4-BE49-F238E27FC236}">
                  <a16:creationId xmlns:a16="http://schemas.microsoft.com/office/drawing/2014/main" id="{30429D6C-6D40-FB62-D3CD-4707042172A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prstClr val="black"/>
                <a:schemeClr val="accent6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10296877" y="1168495"/>
              <a:ext cx="609604" cy="60960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220138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3" grpId="0"/>
      <p:bldP spid="41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5BE487-78EC-E476-8828-5DEFE7F69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Imagen 55">
            <a:extLst>
              <a:ext uri="{FF2B5EF4-FFF2-40B4-BE49-F238E27FC236}">
                <a16:creationId xmlns:a16="http://schemas.microsoft.com/office/drawing/2014/main" id="{ECB9B918-9667-3A86-BC32-E965908A0A0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04" y="20373"/>
            <a:ext cx="18291104" cy="10289620"/>
          </a:xfrm>
          <a:prstGeom prst="rect">
            <a:avLst/>
          </a:prstGeom>
        </p:spPr>
      </p:pic>
      <p:sp>
        <p:nvSpPr>
          <p:cNvPr id="57" name="Rectángulo 56">
            <a:extLst>
              <a:ext uri="{FF2B5EF4-FFF2-40B4-BE49-F238E27FC236}">
                <a16:creationId xmlns:a16="http://schemas.microsoft.com/office/drawing/2014/main" id="{1E74A4C5-5557-7A65-A199-48E25442A18B}"/>
              </a:ext>
            </a:extLst>
          </p:cNvPr>
          <p:cNvSpPr/>
          <p:nvPr/>
        </p:nvSpPr>
        <p:spPr>
          <a:xfrm>
            <a:off x="324971" y="20373"/>
            <a:ext cx="17963029" cy="10289620"/>
          </a:xfrm>
          <a:prstGeom prst="rect">
            <a:avLst/>
          </a:prstGeom>
          <a:solidFill>
            <a:schemeClr val="tx1"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EC93E0AE-B1F8-78B6-388B-D984A57203A5}"/>
              </a:ext>
            </a:extLst>
          </p:cNvPr>
          <p:cNvGrpSpPr/>
          <p:nvPr/>
        </p:nvGrpSpPr>
        <p:grpSpPr>
          <a:xfrm>
            <a:off x="-3104" y="-5757544"/>
            <a:ext cx="9027851" cy="20731164"/>
            <a:chOff x="0" y="0"/>
            <a:chExt cx="2469375" cy="5460060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4360B397-F507-51C8-B222-41C08A62A76C}"/>
                </a:ext>
              </a:extLst>
            </p:cNvPr>
            <p:cNvSpPr/>
            <p:nvPr/>
          </p:nvSpPr>
          <p:spPr>
            <a:xfrm>
              <a:off x="0" y="0"/>
              <a:ext cx="2469375" cy="5460060"/>
            </a:xfrm>
            <a:custGeom>
              <a:avLst/>
              <a:gdLst/>
              <a:ahLst/>
              <a:cxnLst/>
              <a:rect l="l" t="t" r="r" b="b"/>
              <a:pathLst>
                <a:path w="2469375" h="5460060">
                  <a:moveTo>
                    <a:pt x="0" y="0"/>
                  </a:moveTo>
                  <a:lnTo>
                    <a:pt x="2469375" y="0"/>
                  </a:lnTo>
                  <a:lnTo>
                    <a:pt x="2469375" y="5460060"/>
                  </a:lnTo>
                  <a:lnTo>
                    <a:pt x="0" y="5460060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B35B96A7-2A1E-3B91-5CFF-6E0C760429A5}"/>
                </a:ext>
              </a:extLst>
            </p:cNvPr>
            <p:cNvSpPr txBox="1"/>
            <p:nvPr/>
          </p:nvSpPr>
          <p:spPr>
            <a:xfrm>
              <a:off x="0" y="-19050"/>
              <a:ext cx="2469375" cy="54791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6F9CC562-D88B-AC9A-5B82-3728946ACC0A}"/>
              </a:ext>
            </a:extLst>
          </p:cNvPr>
          <p:cNvSpPr txBox="1"/>
          <p:nvPr/>
        </p:nvSpPr>
        <p:spPr>
          <a:xfrm>
            <a:off x="733470" y="1057388"/>
            <a:ext cx="7552018" cy="2744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17"/>
              </a:lnSpc>
            </a:pPr>
            <a:r>
              <a:rPr lang="en-US" sz="9160" b="1" dirty="0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BUENAS PRÁCTICAS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7C51C83D-7E69-E9E5-EB5E-8D6774CBB578}"/>
              </a:ext>
            </a:extLst>
          </p:cNvPr>
          <p:cNvSpPr txBox="1"/>
          <p:nvPr/>
        </p:nvSpPr>
        <p:spPr>
          <a:xfrm>
            <a:off x="9372803" y="2481333"/>
            <a:ext cx="8590225" cy="19759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04516" lvl="1" indent="-302258">
              <a:lnSpc>
                <a:spcPts val="3919"/>
              </a:lnSpc>
              <a:buFont typeface="Arial"/>
              <a:buChar char="•"/>
            </a:pP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Cuando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solo se modifica la documentación 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 archivos de texto (como el README.md).</a:t>
            </a:r>
          </a:p>
          <a:p>
            <a:pPr marL="604516" lvl="1" indent="-302258">
              <a:lnSpc>
                <a:spcPts val="3919"/>
              </a:lnSpc>
              <a:buFont typeface="Arial"/>
              <a:buChar char="•"/>
            </a:pP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Ejemplo: </a:t>
            </a:r>
            <a:r>
              <a:rPr lang="es-MX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docs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: actualizar instrucciones de instalación</a:t>
            </a:r>
            <a:endParaRPr lang="en-US" sz="2799" u="none" strike="noStrike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AEAFF45D-F0A6-E8F9-236E-BFD2CBE541CE}"/>
              </a:ext>
            </a:extLst>
          </p:cNvPr>
          <p:cNvSpPr txBox="1"/>
          <p:nvPr/>
        </p:nvSpPr>
        <p:spPr>
          <a:xfrm>
            <a:off x="733470" y="4830563"/>
            <a:ext cx="7924800" cy="24761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s-MX" sz="2799" spc="-5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 la industria del software se utilizan </a:t>
            </a:r>
            <a:r>
              <a:rPr lang="es-MX" sz="2799" b="1" spc="-5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prefijos</a:t>
            </a:r>
            <a:r>
              <a:rPr lang="es-MX" sz="2799" spc="-5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o etiquetas </a:t>
            </a:r>
            <a:r>
              <a:rPr lang="es-MX" sz="2799" b="1" spc="-5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estándar</a:t>
            </a:r>
            <a:r>
              <a:rPr lang="es-MX" sz="2799" spc="-5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al inicio de cada mensaje para </a:t>
            </a:r>
            <a:r>
              <a:rPr lang="es-MX" sz="2799" b="1" spc="-5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clasificar el tipo de trabajo realizado</a:t>
            </a:r>
            <a:r>
              <a:rPr lang="es-MX" sz="2799" spc="-5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y mantener un historial limpio y legible.</a:t>
            </a:r>
            <a:endParaRPr lang="en-US" sz="2799" u="none" strike="noStrike" spc="-5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" name="Freeform 13">
            <a:extLst>
              <a:ext uri="{FF2B5EF4-FFF2-40B4-BE49-F238E27FC236}">
                <a16:creationId xmlns:a16="http://schemas.microsoft.com/office/drawing/2014/main" id="{44F6D226-E19E-CA35-848F-7F12FC84B577}"/>
              </a:ext>
            </a:extLst>
          </p:cNvPr>
          <p:cNvSpPr/>
          <p:nvPr/>
        </p:nvSpPr>
        <p:spPr>
          <a:xfrm>
            <a:off x="11912750" y="2066718"/>
            <a:ext cx="4901677" cy="1319494"/>
          </a:xfrm>
          <a:custGeom>
            <a:avLst/>
            <a:gdLst/>
            <a:ahLst/>
            <a:cxnLst/>
            <a:rect l="l" t="t" r="r" b="b"/>
            <a:pathLst>
              <a:path w="1556879" h="419100">
                <a:moveTo>
                  <a:pt x="30849" y="0"/>
                </a:moveTo>
                <a:lnTo>
                  <a:pt x="1526030" y="0"/>
                </a:lnTo>
                <a:cubicBezTo>
                  <a:pt x="1534212" y="0"/>
                  <a:pt x="1542058" y="3250"/>
                  <a:pt x="1547844" y="9035"/>
                </a:cubicBezTo>
                <a:cubicBezTo>
                  <a:pt x="1553629" y="14821"/>
                  <a:pt x="1556879" y="22667"/>
                  <a:pt x="1556879" y="30849"/>
                </a:cubicBezTo>
                <a:lnTo>
                  <a:pt x="1556879" y="388251"/>
                </a:lnTo>
                <a:cubicBezTo>
                  <a:pt x="1556879" y="396433"/>
                  <a:pt x="1553629" y="404279"/>
                  <a:pt x="1547844" y="410065"/>
                </a:cubicBezTo>
                <a:cubicBezTo>
                  <a:pt x="1542058" y="415850"/>
                  <a:pt x="1534212" y="419100"/>
                  <a:pt x="1526030" y="419100"/>
                </a:cubicBezTo>
                <a:lnTo>
                  <a:pt x="30849" y="419100"/>
                </a:lnTo>
                <a:cubicBezTo>
                  <a:pt x="22667" y="419100"/>
                  <a:pt x="14821" y="415850"/>
                  <a:pt x="9035" y="410065"/>
                </a:cubicBezTo>
                <a:cubicBezTo>
                  <a:pt x="3250" y="404279"/>
                  <a:pt x="0" y="396433"/>
                  <a:pt x="0" y="388251"/>
                </a:cubicBezTo>
                <a:lnTo>
                  <a:pt x="0" y="30849"/>
                </a:lnTo>
                <a:cubicBezTo>
                  <a:pt x="0" y="22667"/>
                  <a:pt x="3250" y="14821"/>
                  <a:pt x="9035" y="9035"/>
                </a:cubicBezTo>
                <a:cubicBezTo>
                  <a:pt x="14821" y="3250"/>
                  <a:pt x="22667" y="0"/>
                  <a:pt x="30849" y="0"/>
                </a:cubicBez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23" name="TextBox 10">
            <a:extLst>
              <a:ext uri="{FF2B5EF4-FFF2-40B4-BE49-F238E27FC236}">
                <a16:creationId xmlns:a16="http://schemas.microsoft.com/office/drawing/2014/main" id="{D83A6EA6-EEF6-316E-8BDE-7FE713ED625A}"/>
              </a:ext>
            </a:extLst>
          </p:cNvPr>
          <p:cNvSpPr txBox="1"/>
          <p:nvPr/>
        </p:nvSpPr>
        <p:spPr>
          <a:xfrm>
            <a:off x="9421212" y="8913419"/>
            <a:ext cx="8399076" cy="9757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04516" lvl="1" indent="-302258">
              <a:lnSpc>
                <a:spcPts val="3919"/>
              </a:lnSpc>
              <a:buFont typeface="Arial"/>
              <a:buChar char="•"/>
            </a:pP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Cuando se agregan o modifican pruebas automáticas.</a:t>
            </a:r>
          </a:p>
        </p:txBody>
      </p:sp>
      <p:sp>
        <p:nvSpPr>
          <p:cNvPr id="41" name="TextBox 10">
            <a:extLst>
              <a:ext uri="{FF2B5EF4-FFF2-40B4-BE49-F238E27FC236}">
                <a16:creationId xmlns:a16="http://schemas.microsoft.com/office/drawing/2014/main" id="{FBDD157C-A0D9-C810-1CC9-EAA8F5241BBD}"/>
              </a:ext>
            </a:extLst>
          </p:cNvPr>
          <p:cNvSpPr txBox="1"/>
          <p:nvPr/>
        </p:nvSpPr>
        <p:spPr>
          <a:xfrm>
            <a:off x="9343496" y="5903233"/>
            <a:ext cx="8399076" cy="14759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04516" lvl="1" indent="-302258">
              <a:lnSpc>
                <a:spcPts val="3919"/>
              </a:lnSpc>
              <a:buFont typeface="Arial"/>
              <a:buChar char="•"/>
            </a:pPr>
            <a:r>
              <a:rPr lang="es-MX" sz="2800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Cuando se hacen </a:t>
            </a:r>
            <a:r>
              <a:rPr lang="es-MX" sz="2800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cambios visuales o de formato</a:t>
            </a:r>
            <a:r>
              <a:rPr lang="es-MX" sz="2800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que no afectan el funcionamiento (espacios, tabulaciones, puntos y comas).</a:t>
            </a:r>
          </a:p>
        </p:txBody>
      </p:sp>
      <p:grpSp>
        <p:nvGrpSpPr>
          <p:cNvPr id="58" name="Grupo 57">
            <a:extLst>
              <a:ext uri="{FF2B5EF4-FFF2-40B4-BE49-F238E27FC236}">
                <a16:creationId xmlns:a16="http://schemas.microsoft.com/office/drawing/2014/main" id="{94A933B7-5F42-9151-54C0-4E4F33DFD4D4}"/>
              </a:ext>
            </a:extLst>
          </p:cNvPr>
          <p:cNvGrpSpPr/>
          <p:nvPr/>
        </p:nvGrpSpPr>
        <p:grpSpPr>
          <a:xfrm>
            <a:off x="-228601" y="-478361"/>
            <a:ext cx="2905050" cy="1476032"/>
            <a:chOff x="-228601" y="-478361"/>
            <a:chExt cx="2905050" cy="1476032"/>
          </a:xfrm>
        </p:grpSpPr>
        <p:grpSp>
          <p:nvGrpSpPr>
            <p:cNvPr id="59" name="Group 10">
              <a:extLst>
                <a:ext uri="{FF2B5EF4-FFF2-40B4-BE49-F238E27FC236}">
                  <a16:creationId xmlns:a16="http://schemas.microsoft.com/office/drawing/2014/main" id="{25CFA28B-1874-4C4A-4DBD-1C310A7695FC}"/>
                </a:ext>
              </a:extLst>
            </p:cNvPr>
            <p:cNvGrpSpPr/>
            <p:nvPr/>
          </p:nvGrpSpPr>
          <p:grpSpPr>
            <a:xfrm>
              <a:off x="-228601" y="-478361"/>
              <a:ext cx="2905050" cy="1221311"/>
              <a:chOff x="0" y="0"/>
              <a:chExt cx="1355852" cy="720510"/>
            </a:xfrm>
          </p:grpSpPr>
          <p:sp>
            <p:nvSpPr>
              <p:cNvPr id="61" name="Freeform 11">
                <a:extLst>
                  <a:ext uri="{FF2B5EF4-FFF2-40B4-BE49-F238E27FC236}">
                    <a16:creationId xmlns:a16="http://schemas.microsoft.com/office/drawing/2014/main" id="{DA076BA7-7C5F-19FB-EBC1-AE16FEB2EB9F}"/>
                  </a:ext>
                </a:extLst>
              </p:cNvPr>
              <p:cNvSpPr/>
              <p:nvPr/>
            </p:nvSpPr>
            <p:spPr>
              <a:xfrm>
                <a:off x="0" y="0"/>
                <a:ext cx="1355852" cy="720510"/>
              </a:xfrm>
              <a:custGeom>
                <a:avLst/>
                <a:gdLst/>
                <a:ahLst/>
                <a:cxnLst/>
                <a:rect l="l" t="t" r="r" b="b"/>
                <a:pathLst>
                  <a:path w="1355852" h="720510">
                    <a:moveTo>
                      <a:pt x="150387" y="0"/>
                    </a:moveTo>
                    <a:lnTo>
                      <a:pt x="1205465" y="0"/>
                    </a:lnTo>
                    <a:cubicBezTo>
                      <a:pt x="1245350" y="0"/>
                      <a:pt x="1283602" y="15844"/>
                      <a:pt x="1311805" y="44047"/>
                    </a:cubicBezTo>
                    <a:cubicBezTo>
                      <a:pt x="1340008" y="72250"/>
                      <a:pt x="1355852" y="110502"/>
                      <a:pt x="1355852" y="150387"/>
                    </a:cubicBezTo>
                    <a:lnTo>
                      <a:pt x="1355852" y="570123"/>
                    </a:lnTo>
                    <a:cubicBezTo>
                      <a:pt x="1355852" y="653179"/>
                      <a:pt x="1288522" y="720510"/>
                      <a:pt x="1205465" y="720510"/>
                    </a:cubicBezTo>
                    <a:lnTo>
                      <a:pt x="150387" y="720510"/>
                    </a:lnTo>
                    <a:cubicBezTo>
                      <a:pt x="67331" y="720510"/>
                      <a:pt x="0" y="653179"/>
                      <a:pt x="0" y="570123"/>
                    </a:cubicBezTo>
                    <a:lnTo>
                      <a:pt x="0" y="150387"/>
                    </a:lnTo>
                    <a:cubicBezTo>
                      <a:pt x="0" y="67331"/>
                      <a:pt x="67331" y="0"/>
                      <a:pt x="150387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62" name="TextBox 12">
                <a:extLst>
                  <a:ext uri="{FF2B5EF4-FFF2-40B4-BE49-F238E27FC236}">
                    <a16:creationId xmlns:a16="http://schemas.microsoft.com/office/drawing/2014/main" id="{C1B8A301-6E8F-7A02-1CD6-22D18F87A0B7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5852" cy="739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pic>
          <p:nvPicPr>
            <p:cNvPr id="60" name="Imagen 59">
              <a:extLst>
                <a:ext uri="{FF2B5EF4-FFF2-40B4-BE49-F238E27FC236}">
                  <a16:creationId xmlns:a16="http://schemas.microsoft.com/office/drawing/2014/main" id="{DF871D6B-E9ED-7406-44C9-7495D1073CE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1" y="-375754"/>
              <a:ext cx="1373425" cy="1373425"/>
            </a:xfrm>
            <a:prstGeom prst="rect">
              <a:avLst/>
            </a:prstGeom>
          </p:spPr>
        </p:pic>
      </p:grpSp>
      <p:grpSp>
        <p:nvGrpSpPr>
          <p:cNvPr id="14" name="Grupo 13">
            <a:extLst>
              <a:ext uri="{FF2B5EF4-FFF2-40B4-BE49-F238E27FC236}">
                <a16:creationId xmlns:a16="http://schemas.microsoft.com/office/drawing/2014/main" id="{1D89880A-8120-85E4-F0E1-25E1A6B228DC}"/>
              </a:ext>
            </a:extLst>
          </p:cNvPr>
          <p:cNvGrpSpPr/>
          <p:nvPr/>
        </p:nvGrpSpPr>
        <p:grpSpPr>
          <a:xfrm>
            <a:off x="9982200" y="1077903"/>
            <a:ext cx="4648200" cy="1203855"/>
            <a:chOff x="9982200" y="808294"/>
            <a:chExt cx="4648200" cy="1203855"/>
          </a:xfrm>
        </p:grpSpPr>
        <p:grpSp>
          <p:nvGrpSpPr>
            <p:cNvPr id="12" name="Group 9">
              <a:extLst>
                <a:ext uri="{FF2B5EF4-FFF2-40B4-BE49-F238E27FC236}">
                  <a16:creationId xmlns:a16="http://schemas.microsoft.com/office/drawing/2014/main" id="{024C2D52-8E53-FC38-3E65-08DC26678258}"/>
                </a:ext>
              </a:extLst>
            </p:cNvPr>
            <p:cNvGrpSpPr/>
            <p:nvPr/>
          </p:nvGrpSpPr>
          <p:grpSpPr>
            <a:xfrm>
              <a:off x="9982200" y="808294"/>
              <a:ext cx="4648200" cy="1203855"/>
              <a:chOff x="0" y="-47625"/>
              <a:chExt cx="2734992" cy="466725"/>
            </a:xfrm>
          </p:grpSpPr>
          <p:sp>
            <p:nvSpPr>
              <p:cNvPr id="17" name="Freeform 10">
                <a:extLst>
                  <a:ext uri="{FF2B5EF4-FFF2-40B4-BE49-F238E27FC236}">
                    <a16:creationId xmlns:a16="http://schemas.microsoft.com/office/drawing/2014/main" id="{38ABE5DE-D1A7-6839-3C90-76501C0F0E56}"/>
                  </a:ext>
                </a:extLst>
              </p:cNvPr>
              <p:cNvSpPr/>
              <p:nvPr/>
            </p:nvSpPr>
            <p:spPr>
              <a:xfrm>
                <a:off x="0" y="0"/>
                <a:ext cx="2734992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2031332" h="419100">
                    <a:moveTo>
                      <a:pt x="23643" y="0"/>
                    </a:moveTo>
                    <a:lnTo>
                      <a:pt x="2007689" y="0"/>
                    </a:lnTo>
                    <a:cubicBezTo>
                      <a:pt x="2020747" y="0"/>
                      <a:pt x="2031332" y="10585"/>
                      <a:pt x="2031332" y="23643"/>
                    </a:cubicBezTo>
                    <a:lnTo>
                      <a:pt x="2031332" y="395457"/>
                    </a:lnTo>
                    <a:cubicBezTo>
                      <a:pt x="2031332" y="401727"/>
                      <a:pt x="2028841" y="407741"/>
                      <a:pt x="2024407" y="412175"/>
                    </a:cubicBezTo>
                    <a:cubicBezTo>
                      <a:pt x="2019973" y="416609"/>
                      <a:pt x="2013959" y="419100"/>
                      <a:pt x="2007689" y="419100"/>
                    </a:cubicBezTo>
                    <a:lnTo>
                      <a:pt x="23643" y="419100"/>
                    </a:lnTo>
                    <a:cubicBezTo>
                      <a:pt x="17373" y="419100"/>
                      <a:pt x="11359" y="416609"/>
                      <a:pt x="6925" y="412175"/>
                    </a:cubicBezTo>
                    <a:cubicBezTo>
                      <a:pt x="2491" y="407741"/>
                      <a:pt x="0" y="401727"/>
                      <a:pt x="0" y="395457"/>
                    </a:cubicBezTo>
                    <a:lnTo>
                      <a:pt x="0" y="23643"/>
                    </a:lnTo>
                    <a:cubicBezTo>
                      <a:pt x="0" y="17373"/>
                      <a:pt x="2491" y="11359"/>
                      <a:pt x="6925" y="6925"/>
                    </a:cubicBezTo>
                    <a:cubicBezTo>
                      <a:pt x="11359" y="2491"/>
                      <a:pt x="17373" y="0"/>
                      <a:pt x="23643" y="0"/>
                    </a:cubicBezTo>
                    <a:close/>
                  </a:path>
                </a:pathLst>
              </a:custGeom>
              <a:solidFill>
                <a:srgbClr val="0F0E0E"/>
              </a:solidFill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18" name="TextBox 11">
                <a:extLst>
                  <a:ext uri="{FF2B5EF4-FFF2-40B4-BE49-F238E27FC236}">
                    <a16:creationId xmlns:a16="http://schemas.microsoft.com/office/drawing/2014/main" id="{3FC424CF-7819-4541-8B6B-B0C5F8FEBB24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2031332" cy="4667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11"/>
                  </a:lnSpc>
                </a:pPr>
                <a:endParaRPr/>
              </a:p>
            </p:txBody>
          </p:sp>
        </p:grpSp>
        <p:sp>
          <p:nvSpPr>
            <p:cNvPr id="16" name="TextBox 14">
              <a:extLst>
                <a:ext uri="{FF2B5EF4-FFF2-40B4-BE49-F238E27FC236}">
                  <a16:creationId xmlns:a16="http://schemas.microsoft.com/office/drawing/2014/main" id="{7FC3EA4B-CDEC-F1A4-0CC4-DF4060B66D8F}"/>
                </a:ext>
              </a:extLst>
            </p:cNvPr>
            <p:cNvSpPr txBox="1"/>
            <p:nvPr/>
          </p:nvSpPr>
          <p:spPr>
            <a:xfrm>
              <a:off x="10990965" y="1183382"/>
              <a:ext cx="3258436" cy="5244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3611"/>
                </a:lnSpc>
              </a:pPr>
              <a:r>
                <a:rPr lang="en-US" sz="2799" spc="-153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docs:</a:t>
              </a:r>
            </a:p>
          </p:txBody>
        </p:sp>
        <p:pic>
          <p:nvPicPr>
            <p:cNvPr id="9" name="Imagen 8" descr="Email Generic color fill icon">
              <a:extLst>
                <a:ext uri="{FF2B5EF4-FFF2-40B4-BE49-F238E27FC236}">
                  <a16:creationId xmlns:a16="http://schemas.microsoft.com/office/drawing/2014/main" id="{3EE3388E-8D08-7822-014E-DB6BF11AB72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prstClr val="black"/>
                <a:schemeClr val="accent6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10296877" y="1168495"/>
              <a:ext cx="609604" cy="609604"/>
            </a:xfrm>
            <a:prstGeom prst="rect">
              <a:avLst/>
            </a:prstGeom>
          </p:spPr>
        </p:pic>
      </p:grpSp>
      <p:grpSp>
        <p:nvGrpSpPr>
          <p:cNvPr id="22" name="Grupo 21">
            <a:extLst>
              <a:ext uri="{FF2B5EF4-FFF2-40B4-BE49-F238E27FC236}">
                <a16:creationId xmlns:a16="http://schemas.microsoft.com/office/drawing/2014/main" id="{83E8588D-0181-0400-5CF9-6E1C0C39F2CA}"/>
              </a:ext>
            </a:extLst>
          </p:cNvPr>
          <p:cNvGrpSpPr/>
          <p:nvPr/>
        </p:nvGrpSpPr>
        <p:grpSpPr>
          <a:xfrm>
            <a:off x="9982200" y="4552030"/>
            <a:ext cx="4648200" cy="1203855"/>
            <a:chOff x="9982200" y="808294"/>
            <a:chExt cx="4648200" cy="1203855"/>
          </a:xfrm>
        </p:grpSpPr>
        <p:grpSp>
          <p:nvGrpSpPr>
            <p:cNvPr id="24" name="Group 9">
              <a:extLst>
                <a:ext uri="{FF2B5EF4-FFF2-40B4-BE49-F238E27FC236}">
                  <a16:creationId xmlns:a16="http://schemas.microsoft.com/office/drawing/2014/main" id="{D30942D9-A318-5C65-2D52-8D45680814A9}"/>
                </a:ext>
              </a:extLst>
            </p:cNvPr>
            <p:cNvGrpSpPr/>
            <p:nvPr/>
          </p:nvGrpSpPr>
          <p:grpSpPr>
            <a:xfrm>
              <a:off x="9982200" y="808294"/>
              <a:ext cx="4648200" cy="1203855"/>
              <a:chOff x="0" y="-47625"/>
              <a:chExt cx="2734992" cy="466725"/>
            </a:xfrm>
          </p:grpSpPr>
          <p:sp>
            <p:nvSpPr>
              <p:cNvPr id="27" name="Freeform 10">
                <a:extLst>
                  <a:ext uri="{FF2B5EF4-FFF2-40B4-BE49-F238E27FC236}">
                    <a16:creationId xmlns:a16="http://schemas.microsoft.com/office/drawing/2014/main" id="{F10E1A7C-10B2-190E-03CC-63D9EBC7D032}"/>
                  </a:ext>
                </a:extLst>
              </p:cNvPr>
              <p:cNvSpPr/>
              <p:nvPr/>
            </p:nvSpPr>
            <p:spPr>
              <a:xfrm>
                <a:off x="0" y="0"/>
                <a:ext cx="2734992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2031332" h="419100">
                    <a:moveTo>
                      <a:pt x="23643" y="0"/>
                    </a:moveTo>
                    <a:lnTo>
                      <a:pt x="2007689" y="0"/>
                    </a:lnTo>
                    <a:cubicBezTo>
                      <a:pt x="2020747" y="0"/>
                      <a:pt x="2031332" y="10585"/>
                      <a:pt x="2031332" y="23643"/>
                    </a:cubicBezTo>
                    <a:lnTo>
                      <a:pt x="2031332" y="395457"/>
                    </a:lnTo>
                    <a:cubicBezTo>
                      <a:pt x="2031332" y="401727"/>
                      <a:pt x="2028841" y="407741"/>
                      <a:pt x="2024407" y="412175"/>
                    </a:cubicBezTo>
                    <a:cubicBezTo>
                      <a:pt x="2019973" y="416609"/>
                      <a:pt x="2013959" y="419100"/>
                      <a:pt x="2007689" y="419100"/>
                    </a:cubicBezTo>
                    <a:lnTo>
                      <a:pt x="23643" y="419100"/>
                    </a:lnTo>
                    <a:cubicBezTo>
                      <a:pt x="17373" y="419100"/>
                      <a:pt x="11359" y="416609"/>
                      <a:pt x="6925" y="412175"/>
                    </a:cubicBezTo>
                    <a:cubicBezTo>
                      <a:pt x="2491" y="407741"/>
                      <a:pt x="0" y="401727"/>
                      <a:pt x="0" y="395457"/>
                    </a:cubicBezTo>
                    <a:lnTo>
                      <a:pt x="0" y="23643"/>
                    </a:lnTo>
                    <a:cubicBezTo>
                      <a:pt x="0" y="17373"/>
                      <a:pt x="2491" y="11359"/>
                      <a:pt x="6925" y="6925"/>
                    </a:cubicBezTo>
                    <a:cubicBezTo>
                      <a:pt x="11359" y="2491"/>
                      <a:pt x="17373" y="0"/>
                      <a:pt x="23643" y="0"/>
                    </a:cubicBezTo>
                    <a:close/>
                  </a:path>
                </a:pathLst>
              </a:custGeom>
              <a:solidFill>
                <a:srgbClr val="0F0E0E"/>
              </a:solidFill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28" name="TextBox 11">
                <a:extLst>
                  <a:ext uri="{FF2B5EF4-FFF2-40B4-BE49-F238E27FC236}">
                    <a16:creationId xmlns:a16="http://schemas.microsoft.com/office/drawing/2014/main" id="{B9A976CB-FCDF-9675-353E-8A906FE339AA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2031332" cy="4667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11"/>
                  </a:lnSpc>
                </a:pPr>
                <a:endParaRPr/>
              </a:p>
            </p:txBody>
          </p:sp>
        </p:grpSp>
        <p:sp>
          <p:nvSpPr>
            <p:cNvPr id="25" name="TextBox 14">
              <a:extLst>
                <a:ext uri="{FF2B5EF4-FFF2-40B4-BE49-F238E27FC236}">
                  <a16:creationId xmlns:a16="http://schemas.microsoft.com/office/drawing/2014/main" id="{6B14D192-86F2-AA43-C26E-F68548CC0380}"/>
                </a:ext>
              </a:extLst>
            </p:cNvPr>
            <p:cNvSpPr txBox="1"/>
            <p:nvPr/>
          </p:nvSpPr>
          <p:spPr>
            <a:xfrm>
              <a:off x="10990965" y="1183382"/>
              <a:ext cx="3258436" cy="5244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3611"/>
                </a:lnSpc>
              </a:pPr>
              <a:r>
                <a:rPr lang="en-US" sz="2799" spc="-153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style:</a:t>
              </a:r>
            </a:p>
          </p:txBody>
        </p:sp>
        <p:pic>
          <p:nvPicPr>
            <p:cNvPr id="26" name="Imagen 25" descr="Email Generic color fill icon">
              <a:extLst>
                <a:ext uri="{FF2B5EF4-FFF2-40B4-BE49-F238E27FC236}">
                  <a16:creationId xmlns:a16="http://schemas.microsoft.com/office/drawing/2014/main" id="{D5E70C84-AD56-A0F7-FC7C-551B204A7F1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prstClr val="black"/>
                <a:schemeClr val="accent6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10296877" y="1168495"/>
              <a:ext cx="609604" cy="609604"/>
            </a:xfrm>
            <a:prstGeom prst="rect">
              <a:avLst/>
            </a:prstGeom>
          </p:spPr>
        </p:pic>
      </p:grpSp>
      <p:grpSp>
        <p:nvGrpSpPr>
          <p:cNvPr id="29" name="Grupo 28">
            <a:extLst>
              <a:ext uri="{FF2B5EF4-FFF2-40B4-BE49-F238E27FC236}">
                <a16:creationId xmlns:a16="http://schemas.microsoft.com/office/drawing/2014/main" id="{F62DCE17-42A1-52DE-1BDA-083A58046DEA}"/>
              </a:ext>
            </a:extLst>
          </p:cNvPr>
          <p:cNvGrpSpPr/>
          <p:nvPr/>
        </p:nvGrpSpPr>
        <p:grpSpPr>
          <a:xfrm>
            <a:off x="10001250" y="7614857"/>
            <a:ext cx="4648200" cy="1203855"/>
            <a:chOff x="9982200" y="808294"/>
            <a:chExt cx="4648200" cy="1203855"/>
          </a:xfrm>
        </p:grpSpPr>
        <p:grpSp>
          <p:nvGrpSpPr>
            <p:cNvPr id="30" name="Group 9">
              <a:extLst>
                <a:ext uri="{FF2B5EF4-FFF2-40B4-BE49-F238E27FC236}">
                  <a16:creationId xmlns:a16="http://schemas.microsoft.com/office/drawing/2014/main" id="{6BED1AD9-38B5-FFA9-3790-785E8C9F76C7}"/>
                </a:ext>
              </a:extLst>
            </p:cNvPr>
            <p:cNvGrpSpPr/>
            <p:nvPr/>
          </p:nvGrpSpPr>
          <p:grpSpPr>
            <a:xfrm>
              <a:off x="9982200" y="808294"/>
              <a:ext cx="4648200" cy="1203855"/>
              <a:chOff x="0" y="-47625"/>
              <a:chExt cx="2734992" cy="466725"/>
            </a:xfrm>
          </p:grpSpPr>
          <p:sp>
            <p:nvSpPr>
              <p:cNvPr id="40" name="Freeform 10">
                <a:extLst>
                  <a:ext uri="{FF2B5EF4-FFF2-40B4-BE49-F238E27FC236}">
                    <a16:creationId xmlns:a16="http://schemas.microsoft.com/office/drawing/2014/main" id="{C04CAB63-47F6-2CD3-F17C-363A2B79F70D}"/>
                  </a:ext>
                </a:extLst>
              </p:cNvPr>
              <p:cNvSpPr/>
              <p:nvPr/>
            </p:nvSpPr>
            <p:spPr>
              <a:xfrm>
                <a:off x="0" y="0"/>
                <a:ext cx="2734992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2031332" h="419100">
                    <a:moveTo>
                      <a:pt x="23643" y="0"/>
                    </a:moveTo>
                    <a:lnTo>
                      <a:pt x="2007689" y="0"/>
                    </a:lnTo>
                    <a:cubicBezTo>
                      <a:pt x="2020747" y="0"/>
                      <a:pt x="2031332" y="10585"/>
                      <a:pt x="2031332" y="23643"/>
                    </a:cubicBezTo>
                    <a:lnTo>
                      <a:pt x="2031332" y="395457"/>
                    </a:lnTo>
                    <a:cubicBezTo>
                      <a:pt x="2031332" y="401727"/>
                      <a:pt x="2028841" y="407741"/>
                      <a:pt x="2024407" y="412175"/>
                    </a:cubicBezTo>
                    <a:cubicBezTo>
                      <a:pt x="2019973" y="416609"/>
                      <a:pt x="2013959" y="419100"/>
                      <a:pt x="2007689" y="419100"/>
                    </a:cubicBezTo>
                    <a:lnTo>
                      <a:pt x="23643" y="419100"/>
                    </a:lnTo>
                    <a:cubicBezTo>
                      <a:pt x="17373" y="419100"/>
                      <a:pt x="11359" y="416609"/>
                      <a:pt x="6925" y="412175"/>
                    </a:cubicBezTo>
                    <a:cubicBezTo>
                      <a:pt x="2491" y="407741"/>
                      <a:pt x="0" y="401727"/>
                      <a:pt x="0" y="395457"/>
                    </a:cubicBezTo>
                    <a:lnTo>
                      <a:pt x="0" y="23643"/>
                    </a:lnTo>
                    <a:cubicBezTo>
                      <a:pt x="0" y="17373"/>
                      <a:pt x="2491" y="11359"/>
                      <a:pt x="6925" y="6925"/>
                    </a:cubicBezTo>
                    <a:cubicBezTo>
                      <a:pt x="11359" y="2491"/>
                      <a:pt x="17373" y="0"/>
                      <a:pt x="23643" y="0"/>
                    </a:cubicBezTo>
                    <a:close/>
                  </a:path>
                </a:pathLst>
              </a:custGeom>
              <a:solidFill>
                <a:srgbClr val="0F0E0E"/>
              </a:solidFill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49" name="TextBox 11">
                <a:extLst>
                  <a:ext uri="{FF2B5EF4-FFF2-40B4-BE49-F238E27FC236}">
                    <a16:creationId xmlns:a16="http://schemas.microsoft.com/office/drawing/2014/main" id="{9F2350C2-A1FA-7CF8-38C1-E669202B8CEA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2031332" cy="4667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11"/>
                  </a:lnSpc>
                </a:pPr>
                <a:endParaRPr/>
              </a:p>
            </p:txBody>
          </p:sp>
        </p:grpSp>
        <p:sp>
          <p:nvSpPr>
            <p:cNvPr id="31" name="TextBox 14">
              <a:extLst>
                <a:ext uri="{FF2B5EF4-FFF2-40B4-BE49-F238E27FC236}">
                  <a16:creationId xmlns:a16="http://schemas.microsoft.com/office/drawing/2014/main" id="{22A8D367-263B-8F9D-E6FD-35497A7042E4}"/>
                </a:ext>
              </a:extLst>
            </p:cNvPr>
            <p:cNvSpPr txBox="1"/>
            <p:nvPr/>
          </p:nvSpPr>
          <p:spPr>
            <a:xfrm>
              <a:off x="10990965" y="1183382"/>
              <a:ext cx="3258436" cy="5244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3611"/>
                </a:lnSpc>
              </a:pPr>
              <a:r>
                <a:rPr lang="en-US" sz="2799" spc="-153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test:</a:t>
              </a:r>
            </a:p>
          </p:txBody>
        </p:sp>
        <p:pic>
          <p:nvPicPr>
            <p:cNvPr id="32" name="Imagen 31" descr="Email Generic color fill icon">
              <a:extLst>
                <a:ext uri="{FF2B5EF4-FFF2-40B4-BE49-F238E27FC236}">
                  <a16:creationId xmlns:a16="http://schemas.microsoft.com/office/drawing/2014/main" id="{8D787522-B79D-F645-A326-EDBC2071A8D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prstClr val="black"/>
                <a:schemeClr val="accent6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10296877" y="1168495"/>
              <a:ext cx="609604" cy="60960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7737094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3" grpId="0"/>
      <p:bldP spid="41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7403A4-72D9-4BC3-B64A-4385606B0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DE8C81C-0264-BED9-C098-E767D87B2294}"/>
              </a:ext>
            </a:extLst>
          </p:cNvPr>
          <p:cNvSpPr/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50018AE3-C05E-9170-A026-FCFDB403F896}"/>
              </a:ext>
            </a:extLst>
          </p:cNvPr>
          <p:cNvSpPr txBox="1"/>
          <p:nvPr/>
        </p:nvSpPr>
        <p:spPr>
          <a:xfrm>
            <a:off x="1028700" y="3029635"/>
            <a:ext cx="9791700" cy="35394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208"/>
              </a:lnSpc>
            </a:pPr>
            <a:r>
              <a:rPr lang="en-US" sz="9901" b="1" dirty="0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VERIFICAR NUESTRO GUARDADO</a:t>
            </a: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D6434DA5-FBAD-A15E-C0E7-2A2F8E32B4FD}"/>
              </a:ext>
            </a:extLst>
          </p:cNvPr>
          <p:cNvSpPr/>
          <p:nvPr/>
        </p:nvSpPr>
        <p:spPr>
          <a:xfrm>
            <a:off x="16591623" y="4178664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5" y="0"/>
                </a:lnTo>
                <a:lnTo>
                  <a:pt x="2773815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8FD49B6D-5D52-A73A-4E7F-3AC46710871D}"/>
              </a:ext>
            </a:extLst>
          </p:cNvPr>
          <p:cNvSpPr/>
          <p:nvPr/>
        </p:nvSpPr>
        <p:spPr>
          <a:xfrm>
            <a:off x="16467377" y="566559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B1FF4CE8-5044-2D7E-ED43-E1335A0216AF}"/>
              </a:ext>
            </a:extLst>
          </p:cNvPr>
          <p:cNvGrpSpPr/>
          <p:nvPr/>
        </p:nvGrpSpPr>
        <p:grpSpPr>
          <a:xfrm>
            <a:off x="10551309" y="5708718"/>
            <a:ext cx="3549582" cy="3549582"/>
            <a:chOff x="0" y="0"/>
            <a:chExt cx="812800" cy="8128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472D8EA7-2DC4-7B46-A9B6-C2C2F909563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t="-15513" r="-112750" b="-17166"/>
              </a:stretch>
            </a:blipFill>
            <a:ln w="85725" cap="sq">
              <a:solidFill>
                <a:srgbClr val="F15226"/>
              </a:solidFill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A24D4263-9220-39D1-2109-3E9E15775074}"/>
              </a:ext>
            </a:extLst>
          </p:cNvPr>
          <p:cNvGrpSpPr/>
          <p:nvPr/>
        </p:nvGrpSpPr>
        <p:grpSpPr>
          <a:xfrm>
            <a:off x="12091966" y="1971108"/>
            <a:ext cx="5167334" cy="5167334"/>
            <a:chOff x="0" y="0"/>
            <a:chExt cx="812800" cy="81280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A77DED06-5B06-2D05-73F1-EC705897E61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l="-39285" r="-39285"/>
              </a:stretch>
            </a:blipFill>
            <a:ln w="85725" cap="sq">
              <a:solidFill>
                <a:srgbClr val="F15226"/>
              </a:solidFill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7F7CA49D-77DF-B3AE-B09E-FC2025BE9821}"/>
              </a:ext>
            </a:extLst>
          </p:cNvPr>
          <p:cNvGrpSpPr/>
          <p:nvPr/>
        </p:nvGrpSpPr>
        <p:grpSpPr>
          <a:xfrm>
            <a:off x="10551309" y="1028700"/>
            <a:ext cx="2741950" cy="2741950"/>
            <a:chOff x="0" y="0"/>
            <a:chExt cx="812800" cy="812800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9492415F-43F6-9BEC-CAE5-354CEDFB31C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-36513" t="-32862" r="-37426" b="-41077"/>
              </a:stretch>
            </a:blipFill>
            <a:ln w="85725" cap="sq">
              <a:solidFill>
                <a:srgbClr val="F15226"/>
              </a:solidFill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13" name="TextBox 13">
            <a:extLst>
              <a:ext uri="{FF2B5EF4-FFF2-40B4-BE49-F238E27FC236}">
                <a16:creationId xmlns:a16="http://schemas.microsoft.com/office/drawing/2014/main" id="{01E5FE07-7918-F7F4-5135-59E011C2EB01}"/>
              </a:ext>
            </a:extLst>
          </p:cNvPr>
          <p:cNvSpPr txBox="1"/>
          <p:nvPr/>
        </p:nvSpPr>
        <p:spPr>
          <a:xfrm>
            <a:off x="1028700" y="6897290"/>
            <a:ext cx="8115365" cy="948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40"/>
              </a:lnSpc>
            </a:pPr>
            <a:r>
              <a:rPr lang="en-US" sz="8000" b="1" dirty="0">
                <a:solidFill>
                  <a:srgbClr val="F15226"/>
                </a:solidFill>
                <a:latin typeface="Lato Bold"/>
                <a:ea typeface="Lato Bold"/>
                <a:cs typeface="Lato Bold"/>
                <a:sym typeface="Lato Bold"/>
              </a:rPr>
              <a:t>git log</a:t>
            </a:r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62FCECC2-4F1E-C2A8-4B81-F6AA281517C4}"/>
              </a:ext>
            </a:extLst>
          </p:cNvPr>
          <p:cNvGrpSpPr/>
          <p:nvPr/>
        </p:nvGrpSpPr>
        <p:grpSpPr>
          <a:xfrm>
            <a:off x="-228601" y="-478361"/>
            <a:ext cx="2905050" cy="1476032"/>
            <a:chOff x="-228601" y="-478361"/>
            <a:chExt cx="2905050" cy="1476032"/>
          </a:xfrm>
        </p:grpSpPr>
        <p:grpSp>
          <p:nvGrpSpPr>
            <p:cNvPr id="16" name="Group 10">
              <a:extLst>
                <a:ext uri="{FF2B5EF4-FFF2-40B4-BE49-F238E27FC236}">
                  <a16:creationId xmlns:a16="http://schemas.microsoft.com/office/drawing/2014/main" id="{422C7CBF-50BF-403B-306F-7400C66F9264}"/>
                </a:ext>
              </a:extLst>
            </p:cNvPr>
            <p:cNvGrpSpPr/>
            <p:nvPr/>
          </p:nvGrpSpPr>
          <p:grpSpPr>
            <a:xfrm>
              <a:off x="-228601" y="-478361"/>
              <a:ext cx="2905050" cy="1221311"/>
              <a:chOff x="0" y="0"/>
              <a:chExt cx="1355852" cy="720510"/>
            </a:xfrm>
          </p:grpSpPr>
          <p:sp>
            <p:nvSpPr>
              <p:cNvPr id="18" name="Freeform 11">
                <a:extLst>
                  <a:ext uri="{FF2B5EF4-FFF2-40B4-BE49-F238E27FC236}">
                    <a16:creationId xmlns:a16="http://schemas.microsoft.com/office/drawing/2014/main" id="{BA535EF7-8F8C-8DAD-432B-3E866738FE5D}"/>
                  </a:ext>
                </a:extLst>
              </p:cNvPr>
              <p:cNvSpPr/>
              <p:nvPr/>
            </p:nvSpPr>
            <p:spPr>
              <a:xfrm>
                <a:off x="0" y="0"/>
                <a:ext cx="1355852" cy="720510"/>
              </a:xfrm>
              <a:custGeom>
                <a:avLst/>
                <a:gdLst/>
                <a:ahLst/>
                <a:cxnLst/>
                <a:rect l="l" t="t" r="r" b="b"/>
                <a:pathLst>
                  <a:path w="1355852" h="720510">
                    <a:moveTo>
                      <a:pt x="150387" y="0"/>
                    </a:moveTo>
                    <a:lnTo>
                      <a:pt x="1205465" y="0"/>
                    </a:lnTo>
                    <a:cubicBezTo>
                      <a:pt x="1245350" y="0"/>
                      <a:pt x="1283602" y="15844"/>
                      <a:pt x="1311805" y="44047"/>
                    </a:cubicBezTo>
                    <a:cubicBezTo>
                      <a:pt x="1340008" y="72250"/>
                      <a:pt x="1355852" y="110502"/>
                      <a:pt x="1355852" y="150387"/>
                    </a:cubicBezTo>
                    <a:lnTo>
                      <a:pt x="1355852" y="570123"/>
                    </a:lnTo>
                    <a:cubicBezTo>
                      <a:pt x="1355852" y="653179"/>
                      <a:pt x="1288522" y="720510"/>
                      <a:pt x="1205465" y="720510"/>
                    </a:cubicBezTo>
                    <a:lnTo>
                      <a:pt x="150387" y="720510"/>
                    </a:lnTo>
                    <a:cubicBezTo>
                      <a:pt x="67331" y="720510"/>
                      <a:pt x="0" y="653179"/>
                      <a:pt x="0" y="570123"/>
                    </a:cubicBezTo>
                    <a:lnTo>
                      <a:pt x="0" y="150387"/>
                    </a:lnTo>
                    <a:cubicBezTo>
                      <a:pt x="0" y="67331"/>
                      <a:pt x="67331" y="0"/>
                      <a:pt x="150387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19" name="TextBox 12">
                <a:extLst>
                  <a:ext uri="{FF2B5EF4-FFF2-40B4-BE49-F238E27FC236}">
                    <a16:creationId xmlns:a16="http://schemas.microsoft.com/office/drawing/2014/main" id="{CC5C0735-005F-5E4A-3276-2B88DF1A16E5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5852" cy="739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pic>
          <p:nvPicPr>
            <p:cNvPr id="17" name="Imagen 16">
              <a:extLst>
                <a:ext uri="{FF2B5EF4-FFF2-40B4-BE49-F238E27FC236}">
                  <a16:creationId xmlns:a16="http://schemas.microsoft.com/office/drawing/2014/main" id="{8A4B114E-6049-3C9D-F492-EA1A082EC63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1" y="-375754"/>
              <a:ext cx="1373425" cy="13734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99628550"/>
      </p:ext>
    </p:extLst>
  </p:cSld>
  <p:clrMapOvr>
    <a:masterClrMapping/>
  </p:clrMapOvr>
  <p:transition>
    <p:fade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8CC1A8-0F02-9C15-4EA9-057D27F43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0B02B04-D898-E059-08FC-51DC69B12B21}"/>
              </a:ext>
            </a:extLst>
          </p:cNvPr>
          <p:cNvSpPr/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AE772B47-ECB3-7263-210F-8A83783C9E19}"/>
              </a:ext>
            </a:extLst>
          </p:cNvPr>
          <p:cNvGrpSpPr/>
          <p:nvPr/>
        </p:nvGrpSpPr>
        <p:grpSpPr>
          <a:xfrm>
            <a:off x="-698849" y="9575651"/>
            <a:ext cx="19685699" cy="2666805"/>
            <a:chOff x="0" y="0"/>
            <a:chExt cx="5184711" cy="702368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63C09E10-4383-F13F-01F5-307C9DEDDB1B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0498E013-D0B0-F22B-5EDA-F6975097A4FB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C6D50EA3-480C-46A2-47A4-008FDA94415A}"/>
              </a:ext>
            </a:extLst>
          </p:cNvPr>
          <p:cNvSpPr/>
          <p:nvPr/>
        </p:nvSpPr>
        <p:spPr>
          <a:xfrm>
            <a:off x="15872392" y="2091327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4A8F4348-B535-3FAB-4033-C5127DA579E1}"/>
              </a:ext>
            </a:extLst>
          </p:cNvPr>
          <p:cNvSpPr/>
          <p:nvPr/>
        </p:nvSpPr>
        <p:spPr>
          <a:xfrm>
            <a:off x="16901092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A0C8214B-BAEC-2C09-307D-C907725498C9}"/>
              </a:ext>
            </a:extLst>
          </p:cNvPr>
          <p:cNvSpPr/>
          <p:nvPr/>
        </p:nvSpPr>
        <p:spPr>
          <a:xfrm flipH="1">
            <a:off x="-1389129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6A07E217-2C85-ED9D-4215-65DE4282E52C}"/>
              </a:ext>
            </a:extLst>
          </p:cNvPr>
          <p:cNvSpPr/>
          <p:nvPr/>
        </p:nvSpPr>
        <p:spPr>
          <a:xfrm flipH="1">
            <a:off x="-360429" y="2459791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C5197CFE-64C5-6A3B-8484-1D10F3DB7603}"/>
              </a:ext>
            </a:extLst>
          </p:cNvPr>
          <p:cNvGrpSpPr/>
          <p:nvPr/>
        </p:nvGrpSpPr>
        <p:grpSpPr>
          <a:xfrm>
            <a:off x="-2221" y="927183"/>
            <a:ext cx="4706728" cy="1723876"/>
            <a:chOff x="0" y="-26737"/>
            <a:chExt cx="1239632" cy="454025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1D291EE6-023C-4404-0BB4-4B2F0A4172A6}"/>
                </a:ext>
              </a:extLst>
            </p:cNvPr>
            <p:cNvSpPr/>
            <p:nvPr/>
          </p:nvSpPr>
          <p:spPr>
            <a:xfrm>
              <a:off x="0" y="0"/>
              <a:ext cx="1239632" cy="406400"/>
            </a:xfrm>
            <a:custGeom>
              <a:avLst/>
              <a:gdLst/>
              <a:ahLst/>
              <a:cxnLst/>
              <a:rect l="l" t="t" r="r" b="b"/>
              <a:pathLst>
                <a:path w="1239632" h="406400">
                  <a:moveTo>
                    <a:pt x="1036432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1036432" y="406400"/>
                  </a:lnTo>
                  <a:lnTo>
                    <a:pt x="1239632" y="203200"/>
                  </a:lnTo>
                  <a:lnTo>
                    <a:pt x="1036432" y="0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F3AAEC43-B48E-AF8F-1FD1-A90AE4B2D3DF}"/>
                </a:ext>
              </a:extLst>
            </p:cNvPr>
            <p:cNvSpPr txBox="1"/>
            <p:nvPr/>
          </p:nvSpPr>
          <p:spPr>
            <a:xfrm>
              <a:off x="0" y="-26737"/>
              <a:ext cx="1125332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418"/>
                </a:lnSpc>
              </a:pPr>
              <a:r>
                <a:rPr lang="en-US" sz="4200" spc="-231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&gt; git log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F2714B8D-374A-3BFA-3622-43869056E9F3}"/>
              </a:ext>
            </a:extLst>
          </p:cNvPr>
          <p:cNvGrpSpPr/>
          <p:nvPr/>
        </p:nvGrpSpPr>
        <p:grpSpPr>
          <a:xfrm>
            <a:off x="-698849" y="-1923855"/>
            <a:ext cx="19685699" cy="2666805"/>
            <a:chOff x="0" y="0"/>
            <a:chExt cx="5184711" cy="702368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F95B906-938F-CD88-855A-EFCC752FD2FA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C9E624FD-2266-6023-0034-E14D68255B7E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35" name="TextBox 35">
            <a:extLst>
              <a:ext uri="{FF2B5EF4-FFF2-40B4-BE49-F238E27FC236}">
                <a16:creationId xmlns:a16="http://schemas.microsoft.com/office/drawing/2014/main" id="{7CE98B17-F524-1D50-FEBC-6C8412280C05}"/>
              </a:ext>
            </a:extLst>
          </p:cNvPr>
          <p:cNvSpPr txBox="1"/>
          <p:nvPr/>
        </p:nvSpPr>
        <p:spPr>
          <a:xfrm>
            <a:off x="5094604" y="1078648"/>
            <a:ext cx="12658371" cy="1975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Es el comando de auditoría que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nos permite ver el registro cronológico </a:t>
            </a: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de todos los </a:t>
            </a:r>
            <a:r>
              <a:rPr lang="es-MX" sz="2799" b="1" spc="-75" dirty="0" err="1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commits</a:t>
            </a: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guardadas en la rama actual. </a:t>
            </a:r>
          </a:p>
          <a:p>
            <a:pPr marL="0" lvl="1" indent="0" algn="l">
              <a:lnSpc>
                <a:spcPts val="3919"/>
              </a:lnSpc>
            </a:pP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Es nuestra herramienta principal para comprobar que nuestro trabajo se ha registrado con éxito.</a:t>
            </a:r>
            <a:endParaRPr lang="en-US" sz="2799" spc="-75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0" name="Grupo 29">
            <a:extLst>
              <a:ext uri="{FF2B5EF4-FFF2-40B4-BE49-F238E27FC236}">
                <a16:creationId xmlns:a16="http://schemas.microsoft.com/office/drawing/2014/main" id="{5F4AC813-18B2-7657-44C8-06662F0E79EE}"/>
              </a:ext>
            </a:extLst>
          </p:cNvPr>
          <p:cNvGrpSpPr/>
          <p:nvPr/>
        </p:nvGrpSpPr>
        <p:grpSpPr>
          <a:xfrm>
            <a:off x="-228601" y="-478361"/>
            <a:ext cx="2905050" cy="1476032"/>
            <a:chOff x="-228601" y="-478361"/>
            <a:chExt cx="2905050" cy="1476032"/>
          </a:xfrm>
        </p:grpSpPr>
        <p:grpSp>
          <p:nvGrpSpPr>
            <p:cNvPr id="31" name="Group 10">
              <a:extLst>
                <a:ext uri="{FF2B5EF4-FFF2-40B4-BE49-F238E27FC236}">
                  <a16:creationId xmlns:a16="http://schemas.microsoft.com/office/drawing/2014/main" id="{EC86BA86-E19F-EB26-5D86-998207EA7A4C}"/>
                </a:ext>
              </a:extLst>
            </p:cNvPr>
            <p:cNvGrpSpPr/>
            <p:nvPr/>
          </p:nvGrpSpPr>
          <p:grpSpPr>
            <a:xfrm>
              <a:off x="-228601" y="-478361"/>
              <a:ext cx="2905050" cy="1221311"/>
              <a:chOff x="0" y="0"/>
              <a:chExt cx="1355852" cy="720510"/>
            </a:xfrm>
          </p:grpSpPr>
          <p:sp>
            <p:nvSpPr>
              <p:cNvPr id="33" name="Freeform 11">
                <a:extLst>
                  <a:ext uri="{FF2B5EF4-FFF2-40B4-BE49-F238E27FC236}">
                    <a16:creationId xmlns:a16="http://schemas.microsoft.com/office/drawing/2014/main" id="{1ABE0497-6427-CF33-C57E-D9F4DB332C4D}"/>
                  </a:ext>
                </a:extLst>
              </p:cNvPr>
              <p:cNvSpPr/>
              <p:nvPr/>
            </p:nvSpPr>
            <p:spPr>
              <a:xfrm>
                <a:off x="0" y="0"/>
                <a:ext cx="1355852" cy="720510"/>
              </a:xfrm>
              <a:custGeom>
                <a:avLst/>
                <a:gdLst/>
                <a:ahLst/>
                <a:cxnLst/>
                <a:rect l="l" t="t" r="r" b="b"/>
                <a:pathLst>
                  <a:path w="1355852" h="720510">
                    <a:moveTo>
                      <a:pt x="150387" y="0"/>
                    </a:moveTo>
                    <a:lnTo>
                      <a:pt x="1205465" y="0"/>
                    </a:lnTo>
                    <a:cubicBezTo>
                      <a:pt x="1245350" y="0"/>
                      <a:pt x="1283602" y="15844"/>
                      <a:pt x="1311805" y="44047"/>
                    </a:cubicBezTo>
                    <a:cubicBezTo>
                      <a:pt x="1340008" y="72250"/>
                      <a:pt x="1355852" y="110502"/>
                      <a:pt x="1355852" y="150387"/>
                    </a:cubicBezTo>
                    <a:lnTo>
                      <a:pt x="1355852" y="570123"/>
                    </a:lnTo>
                    <a:cubicBezTo>
                      <a:pt x="1355852" y="653179"/>
                      <a:pt x="1288522" y="720510"/>
                      <a:pt x="1205465" y="720510"/>
                    </a:cubicBezTo>
                    <a:lnTo>
                      <a:pt x="150387" y="720510"/>
                    </a:lnTo>
                    <a:cubicBezTo>
                      <a:pt x="67331" y="720510"/>
                      <a:pt x="0" y="653179"/>
                      <a:pt x="0" y="570123"/>
                    </a:cubicBezTo>
                    <a:lnTo>
                      <a:pt x="0" y="150387"/>
                    </a:lnTo>
                    <a:cubicBezTo>
                      <a:pt x="0" y="67331"/>
                      <a:pt x="67331" y="0"/>
                      <a:pt x="150387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34" name="TextBox 12">
                <a:extLst>
                  <a:ext uri="{FF2B5EF4-FFF2-40B4-BE49-F238E27FC236}">
                    <a16:creationId xmlns:a16="http://schemas.microsoft.com/office/drawing/2014/main" id="{0CF8FE50-76E3-41B7-B3A8-30E772DE2AC6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5852" cy="739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pic>
          <p:nvPicPr>
            <p:cNvPr id="32" name="Imagen 31">
              <a:extLst>
                <a:ext uri="{FF2B5EF4-FFF2-40B4-BE49-F238E27FC236}">
                  <a16:creationId xmlns:a16="http://schemas.microsoft.com/office/drawing/2014/main" id="{878D0AD0-76A1-0E1F-34F1-9DB27EAEF75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1" y="-375754"/>
              <a:ext cx="1373425" cy="1373425"/>
            </a:xfrm>
            <a:prstGeom prst="rect">
              <a:avLst/>
            </a:prstGeom>
          </p:spPr>
        </p:pic>
      </p:grpSp>
      <p:grpSp>
        <p:nvGrpSpPr>
          <p:cNvPr id="23" name="Group 52">
            <a:extLst>
              <a:ext uri="{FF2B5EF4-FFF2-40B4-BE49-F238E27FC236}">
                <a16:creationId xmlns:a16="http://schemas.microsoft.com/office/drawing/2014/main" id="{719B578F-C1DE-9AAB-58C5-2355B1048CCB}"/>
              </a:ext>
            </a:extLst>
          </p:cNvPr>
          <p:cNvGrpSpPr/>
          <p:nvPr/>
        </p:nvGrpSpPr>
        <p:grpSpPr>
          <a:xfrm>
            <a:off x="2271579" y="3923781"/>
            <a:ext cx="8929819" cy="960554"/>
            <a:chOff x="0" y="0"/>
            <a:chExt cx="2441105" cy="197645"/>
          </a:xfrm>
        </p:grpSpPr>
        <p:sp>
          <p:nvSpPr>
            <p:cNvPr id="24" name="Freeform 53">
              <a:extLst>
                <a:ext uri="{FF2B5EF4-FFF2-40B4-BE49-F238E27FC236}">
                  <a16:creationId xmlns:a16="http://schemas.microsoft.com/office/drawing/2014/main" id="{8C9731A3-31FE-BD23-DA4D-354EF6E997BC}"/>
                </a:ext>
              </a:extLst>
            </p:cNvPr>
            <p:cNvSpPr/>
            <p:nvPr/>
          </p:nvSpPr>
          <p:spPr>
            <a:xfrm>
              <a:off x="0" y="0"/>
              <a:ext cx="2441105" cy="197645"/>
            </a:xfrm>
            <a:custGeom>
              <a:avLst/>
              <a:gdLst/>
              <a:ahLst/>
              <a:cxnLst/>
              <a:rect l="l" t="t" r="r" b="b"/>
              <a:pathLst>
                <a:path w="2441105" h="197645">
                  <a:moveTo>
                    <a:pt x="12745" y="0"/>
                  </a:moveTo>
                  <a:lnTo>
                    <a:pt x="2428360" y="0"/>
                  </a:lnTo>
                  <a:cubicBezTo>
                    <a:pt x="2431740" y="0"/>
                    <a:pt x="2434982" y="1343"/>
                    <a:pt x="2437372" y="3733"/>
                  </a:cubicBezTo>
                  <a:cubicBezTo>
                    <a:pt x="2439763" y="6123"/>
                    <a:pt x="2441105" y="9365"/>
                    <a:pt x="2441105" y="12745"/>
                  </a:cubicBezTo>
                  <a:lnTo>
                    <a:pt x="2441105" y="184899"/>
                  </a:lnTo>
                  <a:cubicBezTo>
                    <a:pt x="2441105" y="188280"/>
                    <a:pt x="2439763" y="191522"/>
                    <a:pt x="2437372" y="193912"/>
                  </a:cubicBezTo>
                  <a:cubicBezTo>
                    <a:pt x="2434982" y="196302"/>
                    <a:pt x="2431740" y="197645"/>
                    <a:pt x="2428360" y="197645"/>
                  </a:cubicBezTo>
                  <a:lnTo>
                    <a:pt x="12745" y="197645"/>
                  </a:lnTo>
                  <a:cubicBezTo>
                    <a:pt x="9365" y="197645"/>
                    <a:pt x="6123" y="196302"/>
                    <a:pt x="3733" y="193912"/>
                  </a:cubicBezTo>
                  <a:cubicBezTo>
                    <a:pt x="1343" y="191522"/>
                    <a:pt x="0" y="188280"/>
                    <a:pt x="0" y="184899"/>
                  </a:cubicBezTo>
                  <a:lnTo>
                    <a:pt x="0" y="12745"/>
                  </a:lnTo>
                  <a:cubicBezTo>
                    <a:pt x="0" y="9365"/>
                    <a:pt x="1343" y="6123"/>
                    <a:pt x="3733" y="3733"/>
                  </a:cubicBezTo>
                  <a:cubicBezTo>
                    <a:pt x="6123" y="1343"/>
                    <a:pt x="9365" y="0"/>
                    <a:pt x="12745" y="0"/>
                  </a:cubicBezTo>
                  <a:close/>
                </a:path>
              </a:pathLst>
            </a:custGeom>
            <a:solidFill>
              <a:srgbClr val="0F0E0E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29" name="TextBox 54">
              <a:extLst>
                <a:ext uri="{FF2B5EF4-FFF2-40B4-BE49-F238E27FC236}">
                  <a16:creationId xmlns:a16="http://schemas.microsoft.com/office/drawing/2014/main" id="{1F1061DA-DD6F-FF4E-E3CE-074BC0EC20E8}"/>
                </a:ext>
              </a:extLst>
            </p:cNvPr>
            <p:cNvSpPr txBox="1"/>
            <p:nvPr/>
          </p:nvSpPr>
          <p:spPr>
            <a:xfrm>
              <a:off x="0" y="-19050"/>
              <a:ext cx="2441105" cy="2166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36" name="TextBox 56">
            <a:extLst>
              <a:ext uri="{FF2B5EF4-FFF2-40B4-BE49-F238E27FC236}">
                <a16:creationId xmlns:a16="http://schemas.microsoft.com/office/drawing/2014/main" id="{7A8344C6-266D-FB42-2F0E-B9C6A90C9B56}"/>
              </a:ext>
            </a:extLst>
          </p:cNvPr>
          <p:cNvSpPr txBox="1"/>
          <p:nvPr/>
        </p:nvSpPr>
        <p:spPr>
          <a:xfrm>
            <a:off x="2505850" y="4174958"/>
            <a:ext cx="5505488" cy="4131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359"/>
              </a:lnSpc>
            </a:pPr>
            <a:r>
              <a:rPr lang="en-US" sz="2400" spc="-6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&gt; git log</a:t>
            </a:r>
            <a:endParaRPr lang="en-US" sz="2400" spc="-64" dirty="0">
              <a:solidFill>
                <a:srgbClr val="D9D9D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7" name="Group 52">
            <a:extLst>
              <a:ext uri="{FF2B5EF4-FFF2-40B4-BE49-F238E27FC236}">
                <a16:creationId xmlns:a16="http://schemas.microsoft.com/office/drawing/2014/main" id="{F21CD003-98E9-2DC3-C5C3-38CA6B134770}"/>
              </a:ext>
            </a:extLst>
          </p:cNvPr>
          <p:cNvGrpSpPr/>
          <p:nvPr/>
        </p:nvGrpSpPr>
        <p:grpSpPr>
          <a:xfrm>
            <a:off x="2236410" y="6883375"/>
            <a:ext cx="8964989" cy="960554"/>
            <a:chOff x="0" y="0"/>
            <a:chExt cx="2441105" cy="197645"/>
          </a:xfrm>
        </p:grpSpPr>
        <p:sp>
          <p:nvSpPr>
            <p:cNvPr id="38" name="Freeform 53">
              <a:extLst>
                <a:ext uri="{FF2B5EF4-FFF2-40B4-BE49-F238E27FC236}">
                  <a16:creationId xmlns:a16="http://schemas.microsoft.com/office/drawing/2014/main" id="{397604ED-654E-3F52-E6B1-6CC98ED280A0}"/>
                </a:ext>
              </a:extLst>
            </p:cNvPr>
            <p:cNvSpPr/>
            <p:nvPr/>
          </p:nvSpPr>
          <p:spPr>
            <a:xfrm>
              <a:off x="0" y="0"/>
              <a:ext cx="2441105" cy="197645"/>
            </a:xfrm>
            <a:custGeom>
              <a:avLst/>
              <a:gdLst/>
              <a:ahLst/>
              <a:cxnLst/>
              <a:rect l="l" t="t" r="r" b="b"/>
              <a:pathLst>
                <a:path w="2441105" h="197645">
                  <a:moveTo>
                    <a:pt x="12745" y="0"/>
                  </a:moveTo>
                  <a:lnTo>
                    <a:pt x="2428360" y="0"/>
                  </a:lnTo>
                  <a:cubicBezTo>
                    <a:pt x="2431740" y="0"/>
                    <a:pt x="2434982" y="1343"/>
                    <a:pt x="2437372" y="3733"/>
                  </a:cubicBezTo>
                  <a:cubicBezTo>
                    <a:pt x="2439763" y="6123"/>
                    <a:pt x="2441105" y="9365"/>
                    <a:pt x="2441105" y="12745"/>
                  </a:cubicBezTo>
                  <a:lnTo>
                    <a:pt x="2441105" y="184899"/>
                  </a:lnTo>
                  <a:cubicBezTo>
                    <a:pt x="2441105" y="188280"/>
                    <a:pt x="2439763" y="191522"/>
                    <a:pt x="2437372" y="193912"/>
                  </a:cubicBezTo>
                  <a:cubicBezTo>
                    <a:pt x="2434982" y="196302"/>
                    <a:pt x="2431740" y="197645"/>
                    <a:pt x="2428360" y="197645"/>
                  </a:cubicBezTo>
                  <a:lnTo>
                    <a:pt x="12745" y="197645"/>
                  </a:lnTo>
                  <a:cubicBezTo>
                    <a:pt x="9365" y="197645"/>
                    <a:pt x="6123" y="196302"/>
                    <a:pt x="3733" y="193912"/>
                  </a:cubicBezTo>
                  <a:cubicBezTo>
                    <a:pt x="1343" y="191522"/>
                    <a:pt x="0" y="188280"/>
                    <a:pt x="0" y="184899"/>
                  </a:cubicBezTo>
                  <a:lnTo>
                    <a:pt x="0" y="12745"/>
                  </a:lnTo>
                  <a:cubicBezTo>
                    <a:pt x="0" y="9365"/>
                    <a:pt x="1343" y="6123"/>
                    <a:pt x="3733" y="3733"/>
                  </a:cubicBezTo>
                  <a:cubicBezTo>
                    <a:pt x="6123" y="1343"/>
                    <a:pt x="9365" y="0"/>
                    <a:pt x="12745" y="0"/>
                  </a:cubicBezTo>
                  <a:close/>
                </a:path>
              </a:pathLst>
            </a:custGeom>
            <a:solidFill>
              <a:srgbClr val="0F0E0E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39" name="TextBox 54">
              <a:extLst>
                <a:ext uri="{FF2B5EF4-FFF2-40B4-BE49-F238E27FC236}">
                  <a16:creationId xmlns:a16="http://schemas.microsoft.com/office/drawing/2014/main" id="{859BB521-788A-F6DE-6200-CC17F37316B1}"/>
                </a:ext>
              </a:extLst>
            </p:cNvPr>
            <p:cNvSpPr txBox="1"/>
            <p:nvPr/>
          </p:nvSpPr>
          <p:spPr>
            <a:xfrm>
              <a:off x="0" y="-19050"/>
              <a:ext cx="2441105" cy="2166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40" name="TextBox 56">
            <a:extLst>
              <a:ext uri="{FF2B5EF4-FFF2-40B4-BE49-F238E27FC236}">
                <a16:creationId xmlns:a16="http://schemas.microsoft.com/office/drawing/2014/main" id="{173A06F2-F13F-8BBC-25A8-46D3CA7B21E8}"/>
              </a:ext>
            </a:extLst>
          </p:cNvPr>
          <p:cNvSpPr txBox="1"/>
          <p:nvPr/>
        </p:nvSpPr>
        <p:spPr>
          <a:xfrm>
            <a:off x="2470681" y="7134552"/>
            <a:ext cx="7693678" cy="4131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359"/>
              </a:lnSpc>
            </a:pPr>
            <a:r>
              <a:rPr lang="en-US" sz="2400" spc="-6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&gt; git log --</a:t>
            </a:r>
            <a:r>
              <a:rPr lang="en-US" sz="2400" spc="-64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oneline</a:t>
            </a:r>
            <a:endParaRPr lang="en-US" sz="2400" spc="-64" dirty="0">
              <a:solidFill>
                <a:srgbClr val="D9D9D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7" name="TextBox 35">
            <a:extLst>
              <a:ext uri="{FF2B5EF4-FFF2-40B4-BE49-F238E27FC236}">
                <a16:creationId xmlns:a16="http://schemas.microsoft.com/office/drawing/2014/main" id="{870F6F8D-452C-E2CA-45CC-2F36AC2308F9}"/>
              </a:ext>
            </a:extLst>
          </p:cNvPr>
          <p:cNvSpPr txBox="1"/>
          <p:nvPr/>
        </p:nvSpPr>
        <p:spPr>
          <a:xfrm>
            <a:off x="11900247" y="3943504"/>
            <a:ext cx="5796896" cy="9757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>
              <a:lnSpc>
                <a:spcPts val="3919"/>
              </a:lnSpc>
            </a:pP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Muestra el historial completo y detallado (opción por defecto).</a:t>
            </a:r>
          </a:p>
        </p:txBody>
      </p:sp>
      <p:sp>
        <p:nvSpPr>
          <p:cNvPr id="49" name="TextBox 35">
            <a:extLst>
              <a:ext uri="{FF2B5EF4-FFF2-40B4-BE49-F238E27FC236}">
                <a16:creationId xmlns:a16="http://schemas.microsoft.com/office/drawing/2014/main" id="{9C084153-BF6D-8AD9-F32F-0039B8E9F36B}"/>
              </a:ext>
            </a:extLst>
          </p:cNvPr>
          <p:cNvSpPr txBox="1"/>
          <p:nvPr/>
        </p:nvSpPr>
        <p:spPr>
          <a:xfrm>
            <a:off x="11900247" y="6738437"/>
            <a:ext cx="5796896" cy="19759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>
              <a:lnSpc>
                <a:spcPts val="3919"/>
              </a:lnSpc>
            </a:pP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Condensa cada </a:t>
            </a:r>
            <a:r>
              <a:rPr lang="es-MX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commit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en una sola línea para una lectura rápida y limpia cuando el historial es muy largo.</a:t>
            </a:r>
            <a:endParaRPr lang="en-US" sz="2799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290328530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40" grpId="0"/>
      <p:bldP spid="47" grpId="0"/>
      <p:bldP spid="49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8B571C-E80C-43CE-C62A-B7ABFFD19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5B1D082-AD74-28B7-4FDA-09E2561106EA}"/>
              </a:ext>
            </a:extLst>
          </p:cNvPr>
          <p:cNvSpPr/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53A732BE-1F78-3593-4E30-CC95DC875F55}"/>
              </a:ext>
            </a:extLst>
          </p:cNvPr>
          <p:cNvGrpSpPr/>
          <p:nvPr/>
        </p:nvGrpSpPr>
        <p:grpSpPr>
          <a:xfrm>
            <a:off x="-698849" y="9575651"/>
            <a:ext cx="19685699" cy="2666805"/>
            <a:chOff x="0" y="0"/>
            <a:chExt cx="5184711" cy="702368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5DCA95B-1C8D-049C-C3D5-1328EECA428D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660FC517-88F0-A191-489A-93E42D323716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F957E247-E59D-FEEB-65DF-AE8965F6A50B}"/>
              </a:ext>
            </a:extLst>
          </p:cNvPr>
          <p:cNvSpPr/>
          <p:nvPr/>
        </p:nvSpPr>
        <p:spPr>
          <a:xfrm>
            <a:off x="15872392" y="2091327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8495BA90-BB4A-2D4C-728C-0F6296CF9184}"/>
              </a:ext>
            </a:extLst>
          </p:cNvPr>
          <p:cNvSpPr/>
          <p:nvPr/>
        </p:nvSpPr>
        <p:spPr>
          <a:xfrm>
            <a:off x="16901092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8EC2DD50-4B56-B72F-ED5C-67F115FC8E3C}"/>
              </a:ext>
            </a:extLst>
          </p:cNvPr>
          <p:cNvSpPr/>
          <p:nvPr/>
        </p:nvSpPr>
        <p:spPr>
          <a:xfrm flipH="1">
            <a:off x="-1389129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85C3C420-47CA-B7CC-B01F-29312E415AC6}"/>
              </a:ext>
            </a:extLst>
          </p:cNvPr>
          <p:cNvSpPr/>
          <p:nvPr/>
        </p:nvSpPr>
        <p:spPr>
          <a:xfrm flipH="1">
            <a:off x="-360429" y="2459791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328ADBB0-AA64-751A-8DC3-0941741E2139}"/>
              </a:ext>
            </a:extLst>
          </p:cNvPr>
          <p:cNvGrpSpPr/>
          <p:nvPr/>
        </p:nvGrpSpPr>
        <p:grpSpPr>
          <a:xfrm>
            <a:off x="-2221" y="927183"/>
            <a:ext cx="4706728" cy="1723876"/>
            <a:chOff x="0" y="-26737"/>
            <a:chExt cx="1239632" cy="454025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DEC622D-D926-76B6-BEA7-8A0E856806B1}"/>
                </a:ext>
              </a:extLst>
            </p:cNvPr>
            <p:cNvSpPr/>
            <p:nvPr/>
          </p:nvSpPr>
          <p:spPr>
            <a:xfrm>
              <a:off x="0" y="0"/>
              <a:ext cx="1239632" cy="406400"/>
            </a:xfrm>
            <a:custGeom>
              <a:avLst/>
              <a:gdLst/>
              <a:ahLst/>
              <a:cxnLst/>
              <a:rect l="l" t="t" r="r" b="b"/>
              <a:pathLst>
                <a:path w="1239632" h="406400">
                  <a:moveTo>
                    <a:pt x="1036432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1036432" y="406400"/>
                  </a:lnTo>
                  <a:lnTo>
                    <a:pt x="1239632" y="203200"/>
                  </a:lnTo>
                  <a:lnTo>
                    <a:pt x="1036432" y="0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D72876A-B7D3-2E55-A325-7AE6080C55EF}"/>
                </a:ext>
              </a:extLst>
            </p:cNvPr>
            <p:cNvSpPr txBox="1"/>
            <p:nvPr/>
          </p:nvSpPr>
          <p:spPr>
            <a:xfrm>
              <a:off x="0" y="-26737"/>
              <a:ext cx="1125332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418"/>
                </a:lnSpc>
              </a:pPr>
              <a:r>
                <a:rPr lang="en-US" sz="4200" spc="-231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&gt; git log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554CCBF0-655F-F397-A9BD-6EC2F59F83AC}"/>
              </a:ext>
            </a:extLst>
          </p:cNvPr>
          <p:cNvGrpSpPr/>
          <p:nvPr/>
        </p:nvGrpSpPr>
        <p:grpSpPr>
          <a:xfrm>
            <a:off x="-698849" y="-1923855"/>
            <a:ext cx="19685699" cy="2666805"/>
            <a:chOff x="0" y="0"/>
            <a:chExt cx="5184711" cy="702368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A8E93B67-D191-2047-D6B4-62DA9582EAA1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75DD1D49-8C7B-3BB3-FA0E-AFB475FF5A66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35" name="TextBox 35">
            <a:extLst>
              <a:ext uri="{FF2B5EF4-FFF2-40B4-BE49-F238E27FC236}">
                <a16:creationId xmlns:a16="http://schemas.microsoft.com/office/drawing/2014/main" id="{8603BFE1-8992-7CC0-3AE0-883B3653A4E1}"/>
              </a:ext>
            </a:extLst>
          </p:cNvPr>
          <p:cNvSpPr txBox="1"/>
          <p:nvPr/>
        </p:nvSpPr>
        <p:spPr>
          <a:xfrm>
            <a:off x="5094604" y="1078648"/>
            <a:ext cx="12658371" cy="1975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Es el comando de auditoría que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nos permite ver el registro cronológico </a:t>
            </a: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de todos los </a:t>
            </a:r>
            <a:r>
              <a:rPr lang="es-MX" sz="2799" b="1" spc="-75" dirty="0" err="1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commits</a:t>
            </a: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guardadas en la rama actual. </a:t>
            </a:r>
          </a:p>
          <a:p>
            <a:pPr marL="0" lvl="1" indent="0" algn="l">
              <a:lnSpc>
                <a:spcPts val="3919"/>
              </a:lnSpc>
            </a:pP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Es nuestra herramienta principal para comprobar que nuestro trabajo se ha registrado con éxito.</a:t>
            </a:r>
            <a:endParaRPr lang="en-US" sz="2799" spc="-75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0" name="Grupo 29">
            <a:extLst>
              <a:ext uri="{FF2B5EF4-FFF2-40B4-BE49-F238E27FC236}">
                <a16:creationId xmlns:a16="http://schemas.microsoft.com/office/drawing/2014/main" id="{849A3303-032E-08C2-8437-F65D157503A2}"/>
              </a:ext>
            </a:extLst>
          </p:cNvPr>
          <p:cNvGrpSpPr/>
          <p:nvPr/>
        </p:nvGrpSpPr>
        <p:grpSpPr>
          <a:xfrm>
            <a:off x="-228601" y="-478361"/>
            <a:ext cx="2905050" cy="1476032"/>
            <a:chOff x="-228601" y="-478361"/>
            <a:chExt cx="2905050" cy="1476032"/>
          </a:xfrm>
        </p:grpSpPr>
        <p:grpSp>
          <p:nvGrpSpPr>
            <p:cNvPr id="31" name="Group 10">
              <a:extLst>
                <a:ext uri="{FF2B5EF4-FFF2-40B4-BE49-F238E27FC236}">
                  <a16:creationId xmlns:a16="http://schemas.microsoft.com/office/drawing/2014/main" id="{D598F908-31DA-226B-2EF2-290FF5D04F77}"/>
                </a:ext>
              </a:extLst>
            </p:cNvPr>
            <p:cNvGrpSpPr/>
            <p:nvPr/>
          </p:nvGrpSpPr>
          <p:grpSpPr>
            <a:xfrm>
              <a:off x="-228601" y="-478361"/>
              <a:ext cx="2905050" cy="1221311"/>
              <a:chOff x="0" y="0"/>
              <a:chExt cx="1355852" cy="720510"/>
            </a:xfrm>
          </p:grpSpPr>
          <p:sp>
            <p:nvSpPr>
              <p:cNvPr id="33" name="Freeform 11">
                <a:extLst>
                  <a:ext uri="{FF2B5EF4-FFF2-40B4-BE49-F238E27FC236}">
                    <a16:creationId xmlns:a16="http://schemas.microsoft.com/office/drawing/2014/main" id="{8F8F8D03-C07E-6D0D-8DFB-1A5F59DB224F}"/>
                  </a:ext>
                </a:extLst>
              </p:cNvPr>
              <p:cNvSpPr/>
              <p:nvPr/>
            </p:nvSpPr>
            <p:spPr>
              <a:xfrm>
                <a:off x="0" y="0"/>
                <a:ext cx="1355852" cy="720510"/>
              </a:xfrm>
              <a:custGeom>
                <a:avLst/>
                <a:gdLst/>
                <a:ahLst/>
                <a:cxnLst/>
                <a:rect l="l" t="t" r="r" b="b"/>
                <a:pathLst>
                  <a:path w="1355852" h="720510">
                    <a:moveTo>
                      <a:pt x="150387" y="0"/>
                    </a:moveTo>
                    <a:lnTo>
                      <a:pt x="1205465" y="0"/>
                    </a:lnTo>
                    <a:cubicBezTo>
                      <a:pt x="1245350" y="0"/>
                      <a:pt x="1283602" y="15844"/>
                      <a:pt x="1311805" y="44047"/>
                    </a:cubicBezTo>
                    <a:cubicBezTo>
                      <a:pt x="1340008" y="72250"/>
                      <a:pt x="1355852" y="110502"/>
                      <a:pt x="1355852" y="150387"/>
                    </a:cubicBezTo>
                    <a:lnTo>
                      <a:pt x="1355852" y="570123"/>
                    </a:lnTo>
                    <a:cubicBezTo>
                      <a:pt x="1355852" y="653179"/>
                      <a:pt x="1288522" y="720510"/>
                      <a:pt x="1205465" y="720510"/>
                    </a:cubicBezTo>
                    <a:lnTo>
                      <a:pt x="150387" y="720510"/>
                    </a:lnTo>
                    <a:cubicBezTo>
                      <a:pt x="67331" y="720510"/>
                      <a:pt x="0" y="653179"/>
                      <a:pt x="0" y="570123"/>
                    </a:cubicBezTo>
                    <a:lnTo>
                      <a:pt x="0" y="150387"/>
                    </a:lnTo>
                    <a:cubicBezTo>
                      <a:pt x="0" y="67331"/>
                      <a:pt x="67331" y="0"/>
                      <a:pt x="150387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34" name="TextBox 12">
                <a:extLst>
                  <a:ext uri="{FF2B5EF4-FFF2-40B4-BE49-F238E27FC236}">
                    <a16:creationId xmlns:a16="http://schemas.microsoft.com/office/drawing/2014/main" id="{98AD7833-4466-CBCE-50EC-300C93577F8D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5852" cy="739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pic>
          <p:nvPicPr>
            <p:cNvPr id="32" name="Imagen 31">
              <a:extLst>
                <a:ext uri="{FF2B5EF4-FFF2-40B4-BE49-F238E27FC236}">
                  <a16:creationId xmlns:a16="http://schemas.microsoft.com/office/drawing/2014/main" id="{6499D7BC-D207-AFC3-3133-291A1C0B808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1" y="-375754"/>
              <a:ext cx="1373425" cy="1373425"/>
            </a:xfrm>
            <a:prstGeom prst="rect">
              <a:avLst/>
            </a:prstGeom>
          </p:spPr>
        </p:pic>
      </p:grpSp>
      <p:sp>
        <p:nvSpPr>
          <p:cNvPr id="47" name="TextBox 35">
            <a:extLst>
              <a:ext uri="{FF2B5EF4-FFF2-40B4-BE49-F238E27FC236}">
                <a16:creationId xmlns:a16="http://schemas.microsoft.com/office/drawing/2014/main" id="{7F0EB249-2827-EC88-4FAA-9DD328FDFB45}"/>
              </a:ext>
            </a:extLst>
          </p:cNvPr>
          <p:cNvSpPr txBox="1"/>
          <p:nvPr/>
        </p:nvSpPr>
        <p:spPr>
          <a:xfrm>
            <a:off x="2820644" y="8003581"/>
            <a:ext cx="13333756" cy="14758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>
              <a:lnSpc>
                <a:spcPts val="3919"/>
              </a:lnSpc>
            </a:pPr>
            <a:r>
              <a:rPr lang="es-MX" sz="2799" b="1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El identificador (Hash): </a:t>
            </a:r>
          </a:p>
          <a:p>
            <a:pPr marL="0" lvl="1">
              <a:lnSpc>
                <a:spcPts val="3919"/>
              </a:lnSpc>
            </a:pP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 el código alfanumérico único e irrepetible que Git le asigna al respaldo (es como un folio).</a:t>
            </a: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0C59C83A-9052-52B9-3523-2982DA8144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20644" y="3501041"/>
            <a:ext cx="12658371" cy="4094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748113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575112-694B-02A5-4162-E0BE2D82C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10A7634-F7A3-6076-7F34-043CD3CA5791}"/>
              </a:ext>
            </a:extLst>
          </p:cNvPr>
          <p:cNvSpPr/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7DDD12AD-F410-8DD3-586F-92F361660D62}"/>
              </a:ext>
            </a:extLst>
          </p:cNvPr>
          <p:cNvGrpSpPr/>
          <p:nvPr/>
        </p:nvGrpSpPr>
        <p:grpSpPr>
          <a:xfrm>
            <a:off x="-698849" y="9575651"/>
            <a:ext cx="19685699" cy="2666805"/>
            <a:chOff x="0" y="0"/>
            <a:chExt cx="5184711" cy="702368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B41012CF-49BE-B2A7-D628-D11AE3A40FC1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177B3C02-E533-56E0-F30D-E2B8A3004924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18F963B3-9433-7C69-3B95-27064017BBC0}"/>
              </a:ext>
            </a:extLst>
          </p:cNvPr>
          <p:cNvSpPr/>
          <p:nvPr/>
        </p:nvSpPr>
        <p:spPr>
          <a:xfrm>
            <a:off x="15872392" y="2091327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CCA33CD5-A769-78F9-25F3-36EC3CFCCA2A}"/>
              </a:ext>
            </a:extLst>
          </p:cNvPr>
          <p:cNvSpPr/>
          <p:nvPr/>
        </p:nvSpPr>
        <p:spPr>
          <a:xfrm>
            <a:off x="16901092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670D02B3-D7A6-B64F-DFA1-EFB33FC1E14D}"/>
              </a:ext>
            </a:extLst>
          </p:cNvPr>
          <p:cNvSpPr/>
          <p:nvPr/>
        </p:nvSpPr>
        <p:spPr>
          <a:xfrm flipH="1">
            <a:off x="-1389129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0396FF27-3D31-86F5-1C86-D5FCBE1F666A}"/>
              </a:ext>
            </a:extLst>
          </p:cNvPr>
          <p:cNvSpPr/>
          <p:nvPr/>
        </p:nvSpPr>
        <p:spPr>
          <a:xfrm flipH="1">
            <a:off x="-360429" y="2459791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99F65BC1-A0B4-FB06-486E-2B6237456E67}"/>
              </a:ext>
            </a:extLst>
          </p:cNvPr>
          <p:cNvGrpSpPr/>
          <p:nvPr/>
        </p:nvGrpSpPr>
        <p:grpSpPr>
          <a:xfrm>
            <a:off x="-2221" y="927183"/>
            <a:ext cx="4706728" cy="1723876"/>
            <a:chOff x="0" y="-26737"/>
            <a:chExt cx="1239632" cy="454025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9B339FAB-4F45-6709-1AE4-BC36C66B323F}"/>
                </a:ext>
              </a:extLst>
            </p:cNvPr>
            <p:cNvSpPr/>
            <p:nvPr/>
          </p:nvSpPr>
          <p:spPr>
            <a:xfrm>
              <a:off x="0" y="0"/>
              <a:ext cx="1239632" cy="406400"/>
            </a:xfrm>
            <a:custGeom>
              <a:avLst/>
              <a:gdLst/>
              <a:ahLst/>
              <a:cxnLst/>
              <a:rect l="l" t="t" r="r" b="b"/>
              <a:pathLst>
                <a:path w="1239632" h="406400">
                  <a:moveTo>
                    <a:pt x="1036432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1036432" y="406400"/>
                  </a:lnTo>
                  <a:lnTo>
                    <a:pt x="1239632" y="203200"/>
                  </a:lnTo>
                  <a:lnTo>
                    <a:pt x="1036432" y="0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ACFFA833-E2F6-DCDD-B5B5-0FF249AD30E8}"/>
                </a:ext>
              </a:extLst>
            </p:cNvPr>
            <p:cNvSpPr txBox="1"/>
            <p:nvPr/>
          </p:nvSpPr>
          <p:spPr>
            <a:xfrm>
              <a:off x="0" y="-26737"/>
              <a:ext cx="1125332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418"/>
                </a:lnSpc>
              </a:pPr>
              <a:r>
                <a:rPr lang="en-US" sz="4200" spc="-231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&gt; git log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6A5DBD9D-1585-EDDE-2B70-D9A0F8B30BF0}"/>
              </a:ext>
            </a:extLst>
          </p:cNvPr>
          <p:cNvGrpSpPr/>
          <p:nvPr/>
        </p:nvGrpSpPr>
        <p:grpSpPr>
          <a:xfrm>
            <a:off x="-698849" y="-1923855"/>
            <a:ext cx="19685699" cy="2666805"/>
            <a:chOff x="0" y="0"/>
            <a:chExt cx="5184711" cy="702368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BBDB90A3-5501-F15D-7CEB-BBF8B4699FA9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2B0B0375-F137-9BB2-32BC-8ABDB7E72FBD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35" name="TextBox 35">
            <a:extLst>
              <a:ext uri="{FF2B5EF4-FFF2-40B4-BE49-F238E27FC236}">
                <a16:creationId xmlns:a16="http://schemas.microsoft.com/office/drawing/2014/main" id="{8314C962-52D9-6253-04BF-077420A2032D}"/>
              </a:ext>
            </a:extLst>
          </p:cNvPr>
          <p:cNvSpPr txBox="1"/>
          <p:nvPr/>
        </p:nvSpPr>
        <p:spPr>
          <a:xfrm>
            <a:off x="5094604" y="1078648"/>
            <a:ext cx="12658371" cy="1975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Es el comando de auditoría que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nos permite ver el registro cronológico </a:t>
            </a: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de todos los </a:t>
            </a:r>
            <a:r>
              <a:rPr lang="es-MX" sz="2799" b="1" spc="-75" dirty="0" err="1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commits</a:t>
            </a: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guardadas en la rama actual. </a:t>
            </a:r>
          </a:p>
          <a:p>
            <a:pPr marL="0" lvl="1" indent="0" algn="l">
              <a:lnSpc>
                <a:spcPts val="3919"/>
              </a:lnSpc>
            </a:pP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Es nuestra herramienta principal para comprobar que nuestro trabajo se ha registrado con éxito.</a:t>
            </a:r>
            <a:endParaRPr lang="en-US" sz="2799" spc="-75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0" name="Grupo 29">
            <a:extLst>
              <a:ext uri="{FF2B5EF4-FFF2-40B4-BE49-F238E27FC236}">
                <a16:creationId xmlns:a16="http://schemas.microsoft.com/office/drawing/2014/main" id="{72D1342B-0E6D-7A06-55C8-BCABC1F15A61}"/>
              </a:ext>
            </a:extLst>
          </p:cNvPr>
          <p:cNvGrpSpPr/>
          <p:nvPr/>
        </p:nvGrpSpPr>
        <p:grpSpPr>
          <a:xfrm>
            <a:off x="-228601" y="-478361"/>
            <a:ext cx="2905050" cy="1476032"/>
            <a:chOff x="-228601" y="-478361"/>
            <a:chExt cx="2905050" cy="1476032"/>
          </a:xfrm>
        </p:grpSpPr>
        <p:grpSp>
          <p:nvGrpSpPr>
            <p:cNvPr id="31" name="Group 10">
              <a:extLst>
                <a:ext uri="{FF2B5EF4-FFF2-40B4-BE49-F238E27FC236}">
                  <a16:creationId xmlns:a16="http://schemas.microsoft.com/office/drawing/2014/main" id="{A7E404CA-C36B-D330-D5CE-8332AE1059EC}"/>
                </a:ext>
              </a:extLst>
            </p:cNvPr>
            <p:cNvGrpSpPr/>
            <p:nvPr/>
          </p:nvGrpSpPr>
          <p:grpSpPr>
            <a:xfrm>
              <a:off x="-228601" y="-478361"/>
              <a:ext cx="2905050" cy="1221311"/>
              <a:chOff x="0" y="0"/>
              <a:chExt cx="1355852" cy="720510"/>
            </a:xfrm>
          </p:grpSpPr>
          <p:sp>
            <p:nvSpPr>
              <p:cNvPr id="33" name="Freeform 11">
                <a:extLst>
                  <a:ext uri="{FF2B5EF4-FFF2-40B4-BE49-F238E27FC236}">
                    <a16:creationId xmlns:a16="http://schemas.microsoft.com/office/drawing/2014/main" id="{9FD07E66-9BB9-06AC-0354-C556BAFA686D}"/>
                  </a:ext>
                </a:extLst>
              </p:cNvPr>
              <p:cNvSpPr/>
              <p:nvPr/>
            </p:nvSpPr>
            <p:spPr>
              <a:xfrm>
                <a:off x="0" y="0"/>
                <a:ext cx="1355852" cy="720510"/>
              </a:xfrm>
              <a:custGeom>
                <a:avLst/>
                <a:gdLst/>
                <a:ahLst/>
                <a:cxnLst/>
                <a:rect l="l" t="t" r="r" b="b"/>
                <a:pathLst>
                  <a:path w="1355852" h="720510">
                    <a:moveTo>
                      <a:pt x="150387" y="0"/>
                    </a:moveTo>
                    <a:lnTo>
                      <a:pt x="1205465" y="0"/>
                    </a:lnTo>
                    <a:cubicBezTo>
                      <a:pt x="1245350" y="0"/>
                      <a:pt x="1283602" y="15844"/>
                      <a:pt x="1311805" y="44047"/>
                    </a:cubicBezTo>
                    <a:cubicBezTo>
                      <a:pt x="1340008" y="72250"/>
                      <a:pt x="1355852" y="110502"/>
                      <a:pt x="1355852" y="150387"/>
                    </a:cubicBezTo>
                    <a:lnTo>
                      <a:pt x="1355852" y="570123"/>
                    </a:lnTo>
                    <a:cubicBezTo>
                      <a:pt x="1355852" y="653179"/>
                      <a:pt x="1288522" y="720510"/>
                      <a:pt x="1205465" y="720510"/>
                    </a:cubicBezTo>
                    <a:lnTo>
                      <a:pt x="150387" y="720510"/>
                    </a:lnTo>
                    <a:cubicBezTo>
                      <a:pt x="67331" y="720510"/>
                      <a:pt x="0" y="653179"/>
                      <a:pt x="0" y="570123"/>
                    </a:cubicBezTo>
                    <a:lnTo>
                      <a:pt x="0" y="150387"/>
                    </a:lnTo>
                    <a:cubicBezTo>
                      <a:pt x="0" y="67331"/>
                      <a:pt x="67331" y="0"/>
                      <a:pt x="150387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34" name="TextBox 12">
                <a:extLst>
                  <a:ext uri="{FF2B5EF4-FFF2-40B4-BE49-F238E27FC236}">
                    <a16:creationId xmlns:a16="http://schemas.microsoft.com/office/drawing/2014/main" id="{745C68AE-F103-52DD-190D-2BBBA5129FC9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5852" cy="739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pic>
          <p:nvPicPr>
            <p:cNvPr id="32" name="Imagen 31">
              <a:extLst>
                <a:ext uri="{FF2B5EF4-FFF2-40B4-BE49-F238E27FC236}">
                  <a16:creationId xmlns:a16="http://schemas.microsoft.com/office/drawing/2014/main" id="{CBD6A7E0-23D7-0821-DFA6-ABE1EAB3ECA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1" y="-375754"/>
              <a:ext cx="1373425" cy="1373425"/>
            </a:xfrm>
            <a:prstGeom prst="rect">
              <a:avLst/>
            </a:prstGeom>
          </p:spPr>
        </p:pic>
      </p:grpSp>
      <p:sp>
        <p:nvSpPr>
          <p:cNvPr id="47" name="TextBox 35">
            <a:extLst>
              <a:ext uri="{FF2B5EF4-FFF2-40B4-BE49-F238E27FC236}">
                <a16:creationId xmlns:a16="http://schemas.microsoft.com/office/drawing/2014/main" id="{1247F0DB-E7A1-C693-7E26-1D4991CD3005}"/>
              </a:ext>
            </a:extLst>
          </p:cNvPr>
          <p:cNvSpPr txBox="1"/>
          <p:nvPr/>
        </p:nvSpPr>
        <p:spPr>
          <a:xfrm>
            <a:off x="2820644" y="8003581"/>
            <a:ext cx="13333756" cy="14758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>
              <a:lnSpc>
                <a:spcPts val="3919"/>
              </a:lnSpc>
            </a:pPr>
            <a:r>
              <a:rPr lang="es-MX" sz="2799" b="1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El Autor: Author:</a:t>
            </a:r>
          </a:p>
          <a:p>
            <a:pPr marL="0" lvl="1">
              <a:lnSpc>
                <a:spcPts val="3919"/>
              </a:lnSpc>
            </a:pP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Registra exactamente quién realizó el cambio y su correo electrónico configurado.</a:t>
            </a: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33880035-D4FF-3527-1C42-5CDCF7C7CD4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20646" y="3501041"/>
            <a:ext cx="12658367" cy="4094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12272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2F1059-6E6D-717A-D6FB-B323B0CEF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D6BB40C-C9F0-A403-F78D-F98CF08A1E54}"/>
              </a:ext>
            </a:extLst>
          </p:cNvPr>
          <p:cNvSpPr/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F743A171-1CDE-BBB7-C235-A5CFC3749DC0}"/>
              </a:ext>
            </a:extLst>
          </p:cNvPr>
          <p:cNvGrpSpPr/>
          <p:nvPr/>
        </p:nvGrpSpPr>
        <p:grpSpPr>
          <a:xfrm>
            <a:off x="-698849" y="9575651"/>
            <a:ext cx="19685699" cy="2666805"/>
            <a:chOff x="0" y="0"/>
            <a:chExt cx="5184711" cy="702368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14B3914-369B-8ED5-7DAE-793F2F1C92D8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89C0796F-62A1-19A3-055B-8FBCB772A0BA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76AD3C9E-B37F-EC34-054F-BBD3D73E3AD8}"/>
              </a:ext>
            </a:extLst>
          </p:cNvPr>
          <p:cNvSpPr/>
          <p:nvPr/>
        </p:nvSpPr>
        <p:spPr>
          <a:xfrm>
            <a:off x="15872392" y="2091327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501D04B0-08CE-67CC-260B-6F2DA7369999}"/>
              </a:ext>
            </a:extLst>
          </p:cNvPr>
          <p:cNvSpPr/>
          <p:nvPr/>
        </p:nvSpPr>
        <p:spPr>
          <a:xfrm>
            <a:off x="16901092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032DB148-F82C-EF59-DB7A-323288B2A679}"/>
              </a:ext>
            </a:extLst>
          </p:cNvPr>
          <p:cNvSpPr/>
          <p:nvPr/>
        </p:nvSpPr>
        <p:spPr>
          <a:xfrm flipH="1">
            <a:off x="-1389129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AC2B225E-B361-410A-8F22-0876ECDF34DB}"/>
              </a:ext>
            </a:extLst>
          </p:cNvPr>
          <p:cNvSpPr/>
          <p:nvPr/>
        </p:nvSpPr>
        <p:spPr>
          <a:xfrm flipH="1">
            <a:off x="-360429" y="2459791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43E9E315-20B9-1097-BE79-23ECAA605DC6}"/>
              </a:ext>
            </a:extLst>
          </p:cNvPr>
          <p:cNvGrpSpPr/>
          <p:nvPr/>
        </p:nvGrpSpPr>
        <p:grpSpPr>
          <a:xfrm>
            <a:off x="-2221" y="927183"/>
            <a:ext cx="4706728" cy="1723876"/>
            <a:chOff x="0" y="-26737"/>
            <a:chExt cx="1239632" cy="454025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3E280CE9-30BD-AA05-2FBF-61218D73CC67}"/>
                </a:ext>
              </a:extLst>
            </p:cNvPr>
            <p:cNvSpPr/>
            <p:nvPr/>
          </p:nvSpPr>
          <p:spPr>
            <a:xfrm>
              <a:off x="0" y="0"/>
              <a:ext cx="1239632" cy="406400"/>
            </a:xfrm>
            <a:custGeom>
              <a:avLst/>
              <a:gdLst/>
              <a:ahLst/>
              <a:cxnLst/>
              <a:rect l="l" t="t" r="r" b="b"/>
              <a:pathLst>
                <a:path w="1239632" h="406400">
                  <a:moveTo>
                    <a:pt x="1036432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1036432" y="406400"/>
                  </a:lnTo>
                  <a:lnTo>
                    <a:pt x="1239632" y="203200"/>
                  </a:lnTo>
                  <a:lnTo>
                    <a:pt x="1036432" y="0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F9B42C5-00C0-ED51-FC9E-E4DC507DF51E}"/>
                </a:ext>
              </a:extLst>
            </p:cNvPr>
            <p:cNvSpPr txBox="1"/>
            <p:nvPr/>
          </p:nvSpPr>
          <p:spPr>
            <a:xfrm>
              <a:off x="0" y="-26737"/>
              <a:ext cx="1125332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418"/>
                </a:lnSpc>
              </a:pPr>
              <a:r>
                <a:rPr lang="en-US" sz="4200" spc="-231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&gt; git log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AA722B8B-51EE-2300-FF4E-CA9716D6C039}"/>
              </a:ext>
            </a:extLst>
          </p:cNvPr>
          <p:cNvGrpSpPr/>
          <p:nvPr/>
        </p:nvGrpSpPr>
        <p:grpSpPr>
          <a:xfrm>
            <a:off x="-698849" y="-1923855"/>
            <a:ext cx="19685699" cy="2666805"/>
            <a:chOff x="0" y="0"/>
            <a:chExt cx="5184711" cy="702368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4E0522D0-3C93-E035-6FFC-B6F35327628A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A3CBDCF9-EB7C-052D-91CA-1D09E4A94EA6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35" name="TextBox 35">
            <a:extLst>
              <a:ext uri="{FF2B5EF4-FFF2-40B4-BE49-F238E27FC236}">
                <a16:creationId xmlns:a16="http://schemas.microsoft.com/office/drawing/2014/main" id="{20AE6D5C-A886-19E2-BA83-78B1F4B85D65}"/>
              </a:ext>
            </a:extLst>
          </p:cNvPr>
          <p:cNvSpPr txBox="1"/>
          <p:nvPr/>
        </p:nvSpPr>
        <p:spPr>
          <a:xfrm>
            <a:off x="5094604" y="1078648"/>
            <a:ext cx="12658371" cy="1975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Es el comando de auditoría que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nos permite ver el registro cronológico </a:t>
            </a: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de todos los </a:t>
            </a:r>
            <a:r>
              <a:rPr lang="es-MX" sz="2799" b="1" spc="-75" dirty="0" err="1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commits</a:t>
            </a: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guardadas en la rama actual. </a:t>
            </a:r>
          </a:p>
          <a:p>
            <a:pPr marL="0" lvl="1" indent="0" algn="l">
              <a:lnSpc>
                <a:spcPts val="3919"/>
              </a:lnSpc>
            </a:pP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Es nuestra herramienta principal para comprobar que nuestro trabajo se ha registrado con éxito.</a:t>
            </a:r>
            <a:endParaRPr lang="en-US" sz="2799" spc="-75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0" name="Grupo 29">
            <a:extLst>
              <a:ext uri="{FF2B5EF4-FFF2-40B4-BE49-F238E27FC236}">
                <a16:creationId xmlns:a16="http://schemas.microsoft.com/office/drawing/2014/main" id="{5686E2C8-BBDD-A9B4-5D79-B5CFB4187A2E}"/>
              </a:ext>
            </a:extLst>
          </p:cNvPr>
          <p:cNvGrpSpPr/>
          <p:nvPr/>
        </p:nvGrpSpPr>
        <p:grpSpPr>
          <a:xfrm>
            <a:off x="-228601" y="-478361"/>
            <a:ext cx="2905050" cy="1476032"/>
            <a:chOff x="-228601" y="-478361"/>
            <a:chExt cx="2905050" cy="1476032"/>
          </a:xfrm>
        </p:grpSpPr>
        <p:grpSp>
          <p:nvGrpSpPr>
            <p:cNvPr id="31" name="Group 10">
              <a:extLst>
                <a:ext uri="{FF2B5EF4-FFF2-40B4-BE49-F238E27FC236}">
                  <a16:creationId xmlns:a16="http://schemas.microsoft.com/office/drawing/2014/main" id="{32CFF943-288F-D23D-8F00-A429941E4B35}"/>
                </a:ext>
              </a:extLst>
            </p:cNvPr>
            <p:cNvGrpSpPr/>
            <p:nvPr/>
          </p:nvGrpSpPr>
          <p:grpSpPr>
            <a:xfrm>
              <a:off x="-228601" y="-478361"/>
              <a:ext cx="2905050" cy="1221311"/>
              <a:chOff x="0" y="0"/>
              <a:chExt cx="1355852" cy="720510"/>
            </a:xfrm>
          </p:grpSpPr>
          <p:sp>
            <p:nvSpPr>
              <p:cNvPr id="33" name="Freeform 11">
                <a:extLst>
                  <a:ext uri="{FF2B5EF4-FFF2-40B4-BE49-F238E27FC236}">
                    <a16:creationId xmlns:a16="http://schemas.microsoft.com/office/drawing/2014/main" id="{76447F63-3894-A024-2004-5CD01F8CD555}"/>
                  </a:ext>
                </a:extLst>
              </p:cNvPr>
              <p:cNvSpPr/>
              <p:nvPr/>
            </p:nvSpPr>
            <p:spPr>
              <a:xfrm>
                <a:off x="0" y="0"/>
                <a:ext cx="1355852" cy="720510"/>
              </a:xfrm>
              <a:custGeom>
                <a:avLst/>
                <a:gdLst/>
                <a:ahLst/>
                <a:cxnLst/>
                <a:rect l="l" t="t" r="r" b="b"/>
                <a:pathLst>
                  <a:path w="1355852" h="720510">
                    <a:moveTo>
                      <a:pt x="150387" y="0"/>
                    </a:moveTo>
                    <a:lnTo>
                      <a:pt x="1205465" y="0"/>
                    </a:lnTo>
                    <a:cubicBezTo>
                      <a:pt x="1245350" y="0"/>
                      <a:pt x="1283602" y="15844"/>
                      <a:pt x="1311805" y="44047"/>
                    </a:cubicBezTo>
                    <a:cubicBezTo>
                      <a:pt x="1340008" y="72250"/>
                      <a:pt x="1355852" y="110502"/>
                      <a:pt x="1355852" y="150387"/>
                    </a:cubicBezTo>
                    <a:lnTo>
                      <a:pt x="1355852" y="570123"/>
                    </a:lnTo>
                    <a:cubicBezTo>
                      <a:pt x="1355852" y="653179"/>
                      <a:pt x="1288522" y="720510"/>
                      <a:pt x="1205465" y="720510"/>
                    </a:cubicBezTo>
                    <a:lnTo>
                      <a:pt x="150387" y="720510"/>
                    </a:lnTo>
                    <a:cubicBezTo>
                      <a:pt x="67331" y="720510"/>
                      <a:pt x="0" y="653179"/>
                      <a:pt x="0" y="570123"/>
                    </a:cubicBezTo>
                    <a:lnTo>
                      <a:pt x="0" y="150387"/>
                    </a:lnTo>
                    <a:cubicBezTo>
                      <a:pt x="0" y="67331"/>
                      <a:pt x="67331" y="0"/>
                      <a:pt x="150387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34" name="TextBox 12">
                <a:extLst>
                  <a:ext uri="{FF2B5EF4-FFF2-40B4-BE49-F238E27FC236}">
                    <a16:creationId xmlns:a16="http://schemas.microsoft.com/office/drawing/2014/main" id="{F4C862BD-A991-DC3E-4D29-BB6792B10C1A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5852" cy="739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pic>
          <p:nvPicPr>
            <p:cNvPr id="32" name="Imagen 31">
              <a:extLst>
                <a:ext uri="{FF2B5EF4-FFF2-40B4-BE49-F238E27FC236}">
                  <a16:creationId xmlns:a16="http://schemas.microsoft.com/office/drawing/2014/main" id="{3708DD07-59FE-8DBB-7F91-36A6B1882C2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1" y="-375754"/>
              <a:ext cx="1373425" cy="1373425"/>
            </a:xfrm>
            <a:prstGeom prst="rect">
              <a:avLst/>
            </a:prstGeom>
          </p:spPr>
        </p:pic>
      </p:grpSp>
      <p:sp>
        <p:nvSpPr>
          <p:cNvPr id="47" name="TextBox 35">
            <a:extLst>
              <a:ext uri="{FF2B5EF4-FFF2-40B4-BE49-F238E27FC236}">
                <a16:creationId xmlns:a16="http://schemas.microsoft.com/office/drawing/2014/main" id="{A1D9A96A-6022-D918-DC28-21D7383F5EA2}"/>
              </a:ext>
            </a:extLst>
          </p:cNvPr>
          <p:cNvSpPr txBox="1"/>
          <p:nvPr/>
        </p:nvSpPr>
        <p:spPr>
          <a:xfrm>
            <a:off x="2820644" y="8003581"/>
            <a:ext cx="13333756" cy="14758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>
              <a:lnSpc>
                <a:spcPts val="3919"/>
              </a:lnSpc>
            </a:pPr>
            <a:r>
              <a:rPr lang="es-MX" sz="2799" b="1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La Fecha: Date:</a:t>
            </a:r>
          </a:p>
          <a:p>
            <a:pPr marL="0" lvl="1">
              <a:lnSpc>
                <a:spcPts val="3919"/>
              </a:lnSpc>
            </a:pP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La marca de tiempo exacta del momento en que se ejecutó el comando </a:t>
            </a:r>
            <a:r>
              <a:rPr lang="es-MX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commit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00147037-2B58-2AF5-A1E7-85AE359FE3C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20646" y="3505374"/>
            <a:ext cx="12658367" cy="4085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67706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0EEF29-E4A4-BF60-E5C9-CD4ECCDE9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539E810-8786-4BC9-C329-2F9711FEFE94}"/>
              </a:ext>
            </a:extLst>
          </p:cNvPr>
          <p:cNvSpPr/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F461B976-9F15-4E86-56AA-328BC214BF98}"/>
              </a:ext>
            </a:extLst>
          </p:cNvPr>
          <p:cNvGrpSpPr/>
          <p:nvPr/>
        </p:nvGrpSpPr>
        <p:grpSpPr>
          <a:xfrm>
            <a:off x="-698849" y="9575651"/>
            <a:ext cx="19685699" cy="2666805"/>
            <a:chOff x="0" y="0"/>
            <a:chExt cx="5184711" cy="702368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64492FC1-86CD-9A49-2710-1290FEF91BBF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ABC747FF-967B-F365-E562-CD8DF8DC916F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751C5A86-27E2-B74B-5F9D-D704A329C5FD}"/>
              </a:ext>
            </a:extLst>
          </p:cNvPr>
          <p:cNvSpPr/>
          <p:nvPr/>
        </p:nvSpPr>
        <p:spPr>
          <a:xfrm>
            <a:off x="15872392" y="2091327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A3F81E40-E7A2-49A3-F218-CF68F4F7D259}"/>
              </a:ext>
            </a:extLst>
          </p:cNvPr>
          <p:cNvSpPr/>
          <p:nvPr/>
        </p:nvSpPr>
        <p:spPr>
          <a:xfrm>
            <a:off x="16901092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66F58FC7-F47D-708A-2B3D-F9403DBB2F93}"/>
              </a:ext>
            </a:extLst>
          </p:cNvPr>
          <p:cNvSpPr/>
          <p:nvPr/>
        </p:nvSpPr>
        <p:spPr>
          <a:xfrm flipH="1">
            <a:off x="-1389129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E532597D-0252-E05E-76B5-6BA231DC4AF0}"/>
              </a:ext>
            </a:extLst>
          </p:cNvPr>
          <p:cNvSpPr/>
          <p:nvPr/>
        </p:nvSpPr>
        <p:spPr>
          <a:xfrm flipH="1">
            <a:off x="-360429" y="2459791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30AF0B7B-E4A7-8B8E-2679-FED4BD2225EC}"/>
              </a:ext>
            </a:extLst>
          </p:cNvPr>
          <p:cNvGrpSpPr/>
          <p:nvPr/>
        </p:nvGrpSpPr>
        <p:grpSpPr>
          <a:xfrm>
            <a:off x="-2221" y="927183"/>
            <a:ext cx="4706728" cy="1723876"/>
            <a:chOff x="0" y="-26737"/>
            <a:chExt cx="1239632" cy="454025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D7C7A699-EA27-12ED-30DD-BF63DB00D8B7}"/>
                </a:ext>
              </a:extLst>
            </p:cNvPr>
            <p:cNvSpPr/>
            <p:nvPr/>
          </p:nvSpPr>
          <p:spPr>
            <a:xfrm>
              <a:off x="0" y="0"/>
              <a:ext cx="1239632" cy="406400"/>
            </a:xfrm>
            <a:custGeom>
              <a:avLst/>
              <a:gdLst/>
              <a:ahLst/>
              <a:cxnLst/>
              <a:rect l="l" t="t" r="r" b="b"/>
              <a:pathLst>
                <a:path w="1239632" h="406400">
                  <a:moveTo>
                    <a:pt x="1036432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1036432" y="406400"/>
                  </a:lnTo>
                  <a:lnTo>
                    <a:pt x="1239632" y="203200"/>
                  </a:lnTo>
                  <a:lnTo>
                    <a:pt x="1036432" y="0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2E29977-8946-5B1A-C118-7867D31116DC}"/>
                </a:ext>
              </a:extLst>
            </p:cNvPr>
            <p:cNvSpPr txBox="1"/>
            <p:nvPr/>
          </p:nvSpPr>
          <p:spPr>
            <a:xfrm>
              <a:off x="0" y="-26737"/>
              <a:ext cx="1125332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418"/>
                </a:lnSpc>
              </a:pPr>
              <a:r>
                <a:rPr lang="en-US" sz="4200" spc="-231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&gt; git log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33A5D3BD-C7B0-2849-E68D-82B3CBA97497}"/>
              </a:ext>
            </a:extLst>
          </p:cNvPr>
          <p:cNvGrpSpPr/>
          <p:nvPr/>
        </p:nvGrpSpPr>
        <p:grpSpPr>
          <a:xfrm>
            <a:off x="-698849" y="-1923855"/>
            <a:ext cx="19685699" cy="2666805"/>
            <a:chOff x="0" y="0"/>
            <a:chExt cx="5184711" cy="702368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F50ED67D-FF64-C705-6E61-A7FA9F430A02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487ADA2A-793F-D74B-F2F4-BCD2775CA4AC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35" name="TextBox 35">
            <a:extLst>
              <a:ext uri="{FF2B5EF4-FFF2-40B4-BE49-F238E27FC236}">
                <a16:creationId xmlns:a16="http://schemas.microsoft.com/office/drawing/2014/main" id="{645E6B7A-73DF-5F9E-4581-41B2C0C9A289}"/>
              </a:ext>
            </a:extLst>
          </p:cNvPr>
          <p:cNvSpPr txBox="1"/>
          <p:nvPr/>
        </p:nvSpPr>
        <p:spPr>
          <a:xfrm>
            <a:off x="5094604" y="1078648"/>
            <a:ext cx="12658371" cy="1975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Es el comando de auditoría que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nos permite ver el registro cronológico </a:t>
            </a: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de todos los </a:t>
            </a:r>
            <a:r>
              <a:rPr lang="es-MX" sz="2799" b="1" spc="-75" dirty="0" err="1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commits</a:t>
            </a: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guardadas en la rama actual. </a:t>
            </a:r>
          </a:p>
          <a:p>
            <a:pPr marL="0" lvl="1" indent="0" algn="l">
              <a:lnSpc>
                <a:spcPts val="3919"/>
              </a:lnSpc>
            </a:pP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Es nuestra herramienta principal para comprobar que nuestro trabajo se ha registrado con éxito.</a:t>
            </a:r>
            <a:endParaRPr lang="en-US" sz="2799" spc="-75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0" name="Grupo 29">
            <a:extLst>
              <a:ext uri="{FF2B5EF4-FFF2-40B4-BE49-F238E27FC236}">
                <a16:creationId xmlns:a16="http://schemas.microsoft.com/office/drawing/2014/main" id="{F52D12FE-7729-F163-28C6-6C235103CC44}"/>
              </a:ext>
            </a:extLst>
          </p:cNvPr>
          <p:cNvGrpSpPr/>
          <p:nvPr/>
        </p:nvGrpSpPr>
        <p:grpSpPr>
          <a:xfrm>
            <a:off x="-228601" y="-478361"/>
            <a:ext cx="2905050" cy="1476032"/>
            <a:chOff x="-228601" y="-478361"/>
            <a:chExt cx="2905050" cy="1476032"/>
          </a:xfrm>
        </p:grpSpPr>
        <p:grpSp>
          <p:nvGrpSpPr>
            <p:cNvPr id="31" name="Group 10">
              <a:extLst>
                <a:ext uri="{FF2B5EF4-FFF2-40B4-BE49-F238E27FC236}">
                  <a16:creationId xmlns:a16="http://schemas.microsoft.com/office/drawing/2014/main" id="{BD2D6C0D-AA40-DFE0-EA7C-C4623F083F72}"/>
                </a:ext>
              </a:extLst>
            </p:cNvPr>
            <p:cNvGrpSpPr/>
            <p:nvPr/>
          </p:nvGrpSpPr>
          <p:grpSpPr>
            <a:xfrm>
              <a:off x="-228601" y="-478361"/>
              <a:ext cx="2905050" cy="1221311"/>
              <a:chOff x="0" y="0"/>
              <a:chExt cx="1355852" cy="720510"/>
            </a:xfrm>
          </p:grpSpPr>
          <p:sp>
            <p:nvSpPr>
              <p:cNvPr id="33" name="Freeform 11">
                <a:extLst>
                  <a:ext uri="{FF2B5EF4-FFF2-40B4-BE49-F238E27FC236}">
                    <a16:creationId xmlns:a16="http://schemas.microsoft.com/office/drawing/2014/main" id="{B03C6B4B-5E04-FE87-7257-DEFADD30255A}"/>
                  </a:ext>
                </a:extLst>
              </p:cNvPr>
              <p:cNvSpPr/>
              <p:nvPr/>
            </p:nvSpPr>
            <p:spPr>
              <a:xfrm>
                <a:off x="0" y="0"/>
                <a:ext cx="1355852" cy="720510"/>
              </a:xfrm>
              <a:custGeom>
                <a:avLst/>
                <a:gdLst/>
                <a:ahLst/>
                <a:cxnLst/>
                <a:rect l="l" t="t" r="r" b="b"/>
                <a:pathLst>
                  <a:path w="1355852" h="720510">
                    <a:moveTo>
                      <a:pt x="150387" y="0"/>
                    </a:moveTo>
                    <a:lnTo>
                      <a:pt x="1205465" y="0"/>
                    </a:lnTo>
                    <a:cubicBezTo>
                      <a:pt x="1245350" y="0"/>
                      <a:pt x="1283602" y="15844"/>
                      <a:pt x="1311805" y="44047"/>
                    </a:cubicBezTo>
                    <a:cubicBezTo>
                      <a:pt x="1340008" y="72250"/>
                      <a:pt x="1355852" y="110502"/>
                      <a:pt x="1355852" y="150387"/>
                    </a:cubicBezTo>
                    <a:lnTo>
                      <a:pt x="1355852" y="570123"/>
                    </a:lnTo>
                    <a:cubicBezTo>
                      <a:pt x="1355852" y="653179"/>
                      <a:pt x="1288522" y="720510"/>
                      <a:pt x="1205465" y="720510"/>
                    </a:cubicBezTo>
                    <a:lnTo>
                      <a:pt x="150387" y="720510"/>
                    </a:lnTo>
                    <a:cubicBezTo>
                      <a:pt x="67331" y="720510"/>
                      <a:pt x="0" y="653179"/>
                      <a:pt x="0" y="570123"/>
                    </a:cubicBezTo>
                    <a:lnTo>
                      <a:pt x="0" y="150387"/>
                    </a:lnTo>
                    <a:cubicBezTo>
                      <a:pt x="0" y="67331"/>
                      <a:pt x="67331" y="0"/>
                      <a:pt x="150387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34" name="TextBox 12">
                <a:extLst>
                  <a:ext uri="{FF2B5EF4-FFF2-40B4-BE49-F238E27FC236}">
                    <a16:creationId xmlns:a16="http://schemas.microsoft.com/office/drawing/2014/main" id="{C84DB98D-7753-A59C-DC97-0965657CF0C2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5852" cy="739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pic>
          <p:nvPicPr>
            <p:cNvPr id="32" name="Imagen 31">
              <a:extLst>
                <a:ext uri="{FF2B5EF4-FFF2-40B4-BE49-F238E27FC236}">
                  <a16:creationId xmlns:a16="http://schemas.microsoft.com/office/drawing/2014/main" id="{B83C3408-D720-5434-72F2-9638CFAED37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1" y="-375754"/>
              <a:ext cx="1373425" cy="1373425"/>
            </a:xfrm>
            <a:prstGeom prst="rect">
              <a:avLst/>
            </a:prstGeom>
          </p:spPr>
        </p:pic>
      </p:grpSp>
      <p:sp>
        <p:nvSpPr>
          <p:cNvPr id="47" name="TextBox 35">
            <a:extLst>
              <a:ext uri="{FF2B5EF4-FFF2-40B4-BE49-F238E27FC236}">
                <a16:creationId xmlns:a16="http://schemas.microsoft.com/office/drawing/2014/main" id="{F4E05534-D09D-0D12-6B3E-5F52A399A8A5}"/>
              </a:ext>
            </a:extLst>
          </p:cNvPr>
          <p:cNvSpPr txBox="1"/>
          <p:nvPr/>
        </p:nvSpPr>
        <p:spPr>
          <a:xfrm>
            <a:off x="2820644" y="8003581"/>
            <a:ext cx="13333756" cy="9757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>
              <a:lnSpc>
                <a:spcPts val="3919"/>
              </a:lnSpc>
            </a:pP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Indican exactamente qué ramas están "paradas" sobre ese </a:t>
            </a:r>
            <a:r>
              <a:rPr lang="es-MX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commit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en este momento.</a:t>
            </a: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B0453EC6-8594-8515-4F35-68506EC1F4D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34043" y="3505374"/>
            <a:ext cx="12631573" cy="4085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83689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0A1DD6-5A5F-0ED2-9459-C2B9F2642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96695C5-C7C1-587D-2AF3-BD14FB28188B}"/>
              </a:ext>
            </a:extLst>
          </p:cNvPr>
          <p:cNvSpPr/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8954A6F3-234F-EA9B-62DD-E75DE6955585}"/>
              </a:ext>
            </a:extLst>
          </p:cNvPr>
          <p:cNvGrpSpPr/>
          <p:nvPr/>
        </p:nvGrpSpPr>
        <p:grpSpPr>
          <a:xfrm>
            <a:off x="-698849" y="9575651"/>
            <a:ext cx="19685699" cy="2666805"/>
            <a:chOff x="0" y="0"/>
            <a:chExt cx="5184711" cy="702368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A86F5003-6075-BDF0-F0DD-46AD36746244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A2C3D1E4-38B8-9A2A-754C-653497AD6CB1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768B2B68-C132-6CEE-E853-F7E5060915EA}"/>
              </a:ext>
            </a:extLst>
          </p:cNvPr>
          <p:cNvGrpSpPr/>
          <p:nvPr/>
        </p:nvGrpSpPr>
        <p:grpSpPr>
          <a:xfrm>
            <a:off x="-698849" y="-1923855"/>
            <a:ext cx="19685699" cy="2666805"/>
            <a:chOff x="0" y="0"/>
            <a:chExt cx="5184711" cy="70236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A5FA1E9F-4C92-9208-6434-47697A5D6D59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FAFF5F9F-91D2-8413-9ACC-D4892AC6D6E1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462DA1B8-BF72-843F-C0C5-010C26598598}"/>
              </a:ext>
            </a:extLst>
          </p:cNvPr>
          <p:cNvSpPr/>
          <p:nvPr/>
        </p:nvSpPr>
        <p:spPr>
          <a:xfrm>
            <a:off x="15872392" y="2091327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A9C186F4-5AC9-162A-2C1B-23DCA5C90603}"/>
              </a:ext>
            </a:extLst>
          </p:cNvPr>
          <p:cNvSpPr/>
          <p:nvPr/>
        </p:nvSpPr>
        <p:spPr>
          <a:xfrm>
            <a:off x="16901092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4A3D9E0D-93C3-DF95-2BFF-931D4B0ECF2A}"/>
              </a:ext>
            </a:extLst>
          </p:cNvPr>
          <p:cNvSpPr/>
          <p:nvPr/>
        </p:nvSpPr>
        <p:spPr>
          <a:xfrm flipH="1">
            <a:off x="-1389129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68083CAE-8D64-5248-BBCD-DD2DAEC9D1DE}"/>
              </a:ext>
            </a:extLst>
          </p:cNvPr>
          <p:cNvSpPr/>
          <p:nvPr/>
        </p:nvSpPr>
        <p:spPr>
          <a:xfrm flipH="1">
            <a:off x="-360429" y="2459791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123966C7-9401-3E2F-415E-800F18BC320C}"/>
              </a:ext>
            </a:extLst>
          </p:cNvPr>
          <p:cNvSpPr txBox="1"/>
          <p:nvPr/>
        </p:nvSpPr>
        <p:spPr>
          <a:xfrm>
            <a:off x="2218647" y="4892281"/>
            <a:ext cx="13907101" cy="9901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s-MX" sz="3200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Hasta este momento solo hemos guardado LOCALMENTE. </a:t>
            </a:r>
          </a:p>
          <a:p>
            <a:pPr algn="ctr">
              <a:lnSpc>
                <a:spcPts val="3919"/>
              </a:lnSpc>
            </a:pPr>
            <a:r>
              <a:rPr lang="es-MX" sz="3200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Los cambios aún NO están en el repositorio remoto</a:t>
            </a:r>
            <a:endParaRPr lang="en-US" sz="3200" b="1" u="none" strike="noStrike" spc="-75" dirty="0">
              <a:solidFill>
                <a:srgbClr val="0CC0D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89AE6A11-31F2-0844-468D-5F8F3F13A50D}"/>
              </a:ext>
            </a:extLst>
          </p:cNvPr>
          <p:cNvSpPr txBox="1"/>
          <p:nvPr/>
        </p:nvSpPr>
        <p:spPr>
          <a:xfrm>
            <a:off x="3347172" y="3143202"/>
            <a:ext cx="11638327" cy="13721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717"/>
              </a:lnSpc>
            </a:pPr>
            <a:r>
              <a:rPr lang="en-US" sz="9160" b="1" dirty="0">
                <a:solidFill>
                  <a:srgbClr val="F15226"/>
                </a:solidFill>
                <a:latin typeface="Lato Bold"/>
                <a:ea typeface="Lato Bold"/>
                <a:cs typeface="Lato Bold"/>
                <a:sym typeface="Lato Bold"/>
              </a:rPr>
              <a:t>IMPORTANTE</a:t>
            </a:r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C2904A63-E53E-CA4F-B974-AF3F7ADA7535}"/>
              </a:ext>
            </a:extLst>
          </p:cNvPr>
          <p:cNvGrpSpPr/>
          <p:nvPr/>
        </p:nvGrpSpPr>
        <p:grpSpPr>
          <a:xfrm>
            <a:off x="-228601" y="-478361"/>
            <a:ext cx="2905050" cy="1476032"/>
            <a:chOff x="-228601" y="-478361"/>
            <a:chExt cx="2905050" cy="1476032"/>
          </a:xfrm>
        </p:grpSpPr>
        <p:grpSp>
          <p:nvGrpSpPr>
            <p:cNvPr id="16" name="Group 10">
              <a:extLst>
                <a:ext uri="{FF2B5EF4-FFF2-40B4-BE49-F238E27FC236}">
                  <a16:creationId xmlns:a16="http://schemas.microsoft.com/office/drawing/2014/main" id="{9BACB48F-3A97-BE43-0C52-DC91F506DCE0}"/>
                </a:ext>
              </a:extLst>
            </p:cNvPr>
            <p:cNvGrpSpPr/>
            <p:nvPr/>
          </p:nvGrpSpPr>
          <p:grpSpPr>
            <a:xfrm>
              <a:off x="-228601" y="-478361"/>
              <a:ext cx="2905050" cy="1221311"/>
              <a:chOff x="0" y="0"/>
              <a:chExt cx="1355852" cy="720510"/>
            </a:xfrm>
          </p:grpSpPr>
          <p:sp>
            <p:nvSpPr>
              <p:cNvPr id="18" name="Freeform 11">
                <a:extLst>
                  <a:ext uri="{FF2B5EF4-FFF2-40B4-BE49-F238E27FC236}">
                    <a16:creationId xmlns:a16="http://schemas.microsoft.com/office/drawing/2014/main" id="{57D4F5CA-82E3-088F-99A8-43AA26E2421E}"/>
                  </a:ext>
                </a:extLst>
              </p:cNvPr>
              <p:cNvSpPr/>
              <p:nvPr/>
            </p:nvSpPr>
            <p:spPr>
              <a:xfrm>
                <a:off x="0" y="0"/>
                <a:ext cx="1355852" cy="720510"/>
              </a:xfrm>
              <a:custGeom>
                <a:avLst/>
                <a:gdLst/>
                <a:ahLst/>
                <a:cxnLst/>
                <a:rect l="l" t="t" r="r" b="b"/>
                <a:pathLst>
                  <a:path w="1355852" h="720510">
                    <a:moveTo>
                      <a:pt x="150387" y="0"/>
                    </a:moveTo>
                    <a:lnTo>
                      <a:pt x="1205465" y="0"/>
                    </a:lnTo>
                    <a:cubicBezTo>
                      <a:pt x="1245350" y="0"/>
                      <a:pt x="1283602" y="15844"/>
                      <a:pt x="1311805" y="44047"/>
                    </a:cubicBezTo>
                    <a:cubicBezTo>
                      <a:pt x="1340008" y="72250"/>
                      <a:pt x="1355852" y="110502"/>
                      <a:pt x="1355852" y="150387"/>
                    </a:cubicBezTo>
                    <a:lnTo>
                      <a:pt x="1355852" y="570123"/>
                    </a:lnTo>
                    <a:cubicBezTo>
                      <a:pt x="1355852" y="653179"/>
                      <a:pt x="1288522" y="720510"/>
                      <a:pt x="1205465" y="720510"/>
                    </a:cubicBezTo>
                    <a:lnTo>
                      <a:pt x="150387" y="720510"/>
                    </a:lnTo>
                    <a:cubicBezTo>
                      <a:pt x="67331" y="720510"/>
                      <a:pt x="0" y="653179"/>
                      <a:pt x="0" y="570123"/>
                    </a:cubicBezTo>
                    <a:lnTo>
                      <a:pt x="0" y="150387"/>
                    </a:lnTo>
                    <a:cubicBezTo>
                      <a:pt x="0" y="67331"/>
                      <a:pt x="67331" y="0"/>
                      <a:pt x="150387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19" name="TextBox 12">
                <a:extLst>
                  <a:ext uri="{FF2B5EF4-FFF2-40B4-BE49-F238E27FC236}">
                    <a16:creationId xmlns:a16="http://schemas.microsoft.com/office/drawing/2014/main" id="{A7152BA1-2224-D701-E6A7-DE40E50DE4CA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5852" cy="739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pic>
          <p:nvPicPr>
            <p:cNvPr id="17" name="Imagen 16">
              <a:extLst>
                <a:ext uri="{FF2B5EF4-FFF2-40B4-BE49-F238E27FC236}">
                  <a16:creationId xmlns:a16="http://schemas.microsoft.com/office/drawing/2014/main" id="{2B5EC13A-6201-C9DE-55F5-702D5BCE3A9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1" y="-375754"/>
              <a:ext cx="1373425" cy="13734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34019167"/>
      </p:ext>
    </p:extLst>
  </p:cSld>
  <p:clrMapOvr>
    <a:masterClrMapping/>
  </p:clrMapOvr>
  <p:transition>
    <p:fade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08C966-0796-EB16-261E-C624A20C5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A00516D-405C-19F7-49AC-C00679EA68BD}"/>
              </a:ext>
            </a:extLst>
          </p:cNvPr>
          <p:cNvSpPr/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A3C4A73C-ECE9-A480-6F64-4AFC379CF06F}"/>
              </a:ext>
            </a:extLst>
          </p:cNvPr>
          <p:cNvSpPr txBox="1"/>
          <p:nvPr/>
        </p:nvSpPr>
        <p:spPr>
          <a:xfrm>
            <a:off x="1028700" y="4059309"/>
            <a:ext cx="9791700" cy="23596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208"/>
              </a:lnSpc>
            </a:pPr>
            <a:r>
              <a:rPr lang="en-US" sz="9901" b="1" dirty="0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SUBIR A LA NUBE</a:t>
            </a: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02CF2B6E-AE65-931D-65E8-72D09B3370EF}"/>
              </a:ext>
            </a:extLst>
          </p:cNvPr>
          <p:cNvSpPr/>
          <p:nvPr/>
        </p:nvSpPr>
        <p:spPr>
          <a:xfrm>
            <a:off x="16591623" y="4178664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5" y="0"/>
                </a:lnTo>
                <a:lnTo>
                  <a:pt x="2773815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AA0DD770-A17F-EC4C-349B-5D650947CC22}"/>
              </a:ext>
            </a:extLst>
          </p:cNvPr>
          <p:cNvSpPr/>
          <p:nvPr/>
        </p:nvSpPr>
        <p:spPr>
          <a:xfrm>
            <a:off x="16467377" y="566559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314CFC99-5BAD-9AAE-FF3E-4D5472D671EE}"/>
              </a:ext>
            </a:extLst>
          </p:cNvPr>
          <p:cNvGrpSpPr/>
          <p:nvPr/>
        </p:nvGrpSpPr>
        <p:grpSpPr>
          <a:xfrm>
            <a:off x="10551309" y="5708718"/>
            <a:ext cx="3549582" cy="3549582"/>
            <a:chOff x="0" y="0"/>
            <a:chExt cx="812800" cy="8128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4AEA5645-FF8B-25A0-FC2E-D2E5A7AFBC8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t="-15513" r="-112750" b="-17166"/>
              </a:stretch>
            </a:blipFill>
            <a:ln w="85725" cap="sq">
              <a:solidFill>
                <a:srgbClr val="F15226"/>
              </a:solidFill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5E14EAFC-C3C8-593F-10BB-CB2A0A76D68C}"/>
              </a:ext>
            </a:extLst>
          </p:cNvPr>
          <p:cNvGrpSpPr/>
          <p:nvPr/>
        </p:nvGrpSpPr>
        <p:grpSpPr>
          <a:xfrm>
            <a:off x="12091966" y="1971108"/>
            <a:ext cx="5167334" cy="5167334"/>
            <a:chOff x="0" y="0"/>
            <a:chExt cx="812800" cy="81280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9296583-A33A-2098-FD3F-5602619EC4D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l="-39285" r="-39285"/>
              </a:stretch>
            </a:blipFill>
            <a:ln w="85725" cap="sq">
              <a:solidFill>
                <a:srgbClr val="F15226"/>
              </a:solidFill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A695DA04-1816-5E04-6225-6F5E0919B571}"/>
              </a:ext>
            </a:extLst>
          </p:cNvPr>
          <p:cNvGrpSpPr/>
          <p:nvPr/>
        </p:nvGrpSpPr>
        <p:grpSpPr>
          <a:xfrm>
            <a:off x="10551309" y="1028700"/>
            <a:ext cx="2741950" cy="2741950"/>
            <a:chOff x="0" y="0"/>
            <a:chExt cx="812800" cy="812800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51DD282D-FFC6-0FB5-DF67-CF3B2FEE33B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-36513" t="-32862" r="-37426" b="-41077"/>
              </a:stretch>
            </a:blipFill>
            <a:ln w="85725" cap="sq">
              <a:solidFill>
                <a:srgbClr val="F15226"/>
              </a:solidFill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13" name="TextBox 13">
            <a:extLst>
              <a:ext uri="{FF2B5EF4-FFF2-40B4-BE49-F238E27FC236}">
                <a16:creationId xmlns:a16="http://schemas.microsoft.com/office/drawing/2014/main" id="{B12F75FD-53AE-DC8B-1F49-5915B7317C8A}"/>
              </a:ext>
            </a:extLst>
          </p:cNvPr>
          <p:cNvSpPr txBox="1"/>
          <p:nvPr/>
        </p:nvSpPr>
        <p:spPr>
          <a:xfrm>
            <a:off x="1028700" y="6897290"/>
            <a:ext cx="8115365" cy="948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40"/>
              </a:lnSpc>
            </a:pPr>
            <a:r>
              <a:rPr lang="en-US" sz="8000" b="1" dirty="0">
                <a:solidFill>
                  <a:srgbClr val="F15226"/>
                </a:solidFill>
                <a:latin typeface="Lato Bold"/>
                <a:ea typeface="Lato Bold"/>
                <a:cs typeface="Lato Bold"/>
                <a:sym typeface="Lato Bold"/>
              </a:rPr>
              <a:t>git push</a:t>
            </a:r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C7B33FE5-E121-8FDD-D7A5-B8720E440A9D}"/>
              </a:ext>
            </a:extLst>
          </p:cNvPr>
          <p:cNvGrpSpPr/>
          <p:nvPr/>
        </p:nvGrpSpPr>
        <p:grpSpPr>
          <a:xfrm>
            <a:off x="-228601" y="-478361"/>
            <a:ext cx="2905050" cy="1476032"/>
            <a:chOff x="-228601" y="-478361"/>
            <a:chExt cx="2905050" cy="1476032"/>
          </a:xfrm>
        </p:grpSpPr>
        <p:grpSp>
          <p:nvGrpSpPr>
            <p:cNvPr id="16" name="Group 10">
              <a:extLst>
                <a:ext uri="{FF2B5EF4-FFF2-40B4-BE49-F238E27FC236}">
                  <a16:creationId xmlns:a16="http://schemas.microsoft.com/office/drawing/2014/main" id="{9CE1246D-C975-3062-A49A-67DBF92B167A}"/>
                </a:ext>
              </a:extLst>
            </p:cNvPr>
            <p:cNvGrpSpPr/>
            <p:nvPr/>
          </p:nvGrpSpPr>
          <p:grpSpPr>
            <a:xfrm>
              <a:off x="-228601" y="-478361"/>
              <a:ext cx="2905050" cy="1221311"/>
              <a:chOff x="0" y="0"/>
              <a:chExt cx="1355852" cy="720510"/>
            </a:xfrm>
          </p:grpSpPr>
          <p:sp>
            <p:nvSpPr>
              <p:cNvPr id="18" name="Freeform 11">
                <a:extLst>
                  <a:ext uri="{FF2B5EF4-FFF2-40B4-BE49-F238E27FC236}">
                    <a16:creationId xmlns:a16="http://schemas.microsoft.com/office/drawing/2014/main" id="{4D2CEA51-94F9-C45F-10DF-494D9531A706}"/>
                  </a:ext>
                </a:extLst>
              </p:cNvPr>
              <p:cNvSpPr/>
              <p:nvPr/>
            </p:nvSpPr>
            <p:spPr>
              <a:xfrm>
                <a:off x="0" y="0"/>
                <a:ext cx="1355852" cy="720510"/>
              </a:xfrm>
              <a:custGeom>
                <a:avLst/>
                <a:gdLst/>
                <a:ahLst/>
                <a:cxnLst/>
                <a:rect l="l" t="t" r="r" b="b"/>
                <a:pathLst>
                  <a:path w="1355852" h="720510">
                    <a:moveTo>
                      <a:pt x="150387" y="0"/>
                    </a:moveTo>
                    <a:lnTo>
                      <a:pt x="1205465" y="0"/>
                    </a:lnTo>
                    <a:cubicBezTo>
                      <a:pt x="1245350" y="0"/>
                      <a:pt x="1283602" y="15844"/>
                      <a:pt x="1311805" y="44047"/>
                    </a:cubicBezTo>
                    <a:cubicBezTo>
                      <a:pt x="1340008" y="72250"/>
                      <a:pt x="1355852" y="110502"/>
                      <a:pt x="1355852" y="150387"/>
                    </a:cubicBezTo>
                    <a:lnTo>
                      <a:pt x="1355852" y="570123"/>
                    </a:lnTo>
                    <a:cubicBezTo>
                      <a:pt x="1355852" y="653179"/>
                      <a:pt x="1288522" y="720510"/>
                      <a:pt x="1205465" y="720510"/>
                    </a:cubicBezTo>
                    <a:lnTo>
                      <a:pt x="150387" y="720510"/>
                    </a:lnTo>
                    <a:cubicBezTo>
                      <a:pt x="67331" y="720510"/>
                      <a:pt x="0" y="653179"/>
                      <a:pt x="0" y="570123"/>
                    </a:cubicBezTo>
                    <a:lnTo>
                      <a:pt x="0" y="150387"/>
                    </a:lnTo>
                    <a:cubicBezTo>
                      <a:pt x="0" y="67331"/>
                      <a:pt x="67331" y="0"/>
                      <a:pt x="150387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19" name="TextBox 12">
                <a:extLst>
                  <a:ext uri="{FF2B5EF4-FFF2-40B4-BE49-F238E27FC236}">
                    <a16:creationId xmlns:a16="http://schemas.microsoft.com/office/drawing/2014/main" id="{6BF4EDAF-2A87-3F47-9B67-D7A1918722BE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5852" cy="739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pic>
          <p:nvPicPr>
            <p:cNvPr id="17" name="Imagen 16">
              <a:extLst>
                <a:ext uri="{FF2B5EF4-FFF2-40B4-BE49-F238E27FC236}">
                  <a16:creationId xmlns:a16="http://schemas.microsoft.com/office/drawing/2014/main" id="{0F2B3A7D-808A-2BD3-409D-53B9523548A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1" y="-375754"/>
              <a:ext cx="1373425" cy="13734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98705123"/>
      </p:ext>
    </p:extLst>
  </p:cSld>
  <p:clrMapOvr>
    <a:masterClrMapping/>
  </p:clrMapOvr>
  <p:transition>
    <p:fade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FE5D76-5433-FE50-A99F-2B46CBC87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4B2034A-5693-E8E6-5E58-E28EFCCC7402}"/>
              </a:ext>
            </a:extLst>
          </p:cNvPr>
          <p:cNvSpPr/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3540C227-D3F9-0006-E1EF-F0657FB16D03}"/>
              </a:ext>
            </a:extLst>
          </p:cNvPr>
          <p:cNvGrpSpPr/>
          <p:nvPr/>
        </p:nvGrpSpPr>
        <p:grpSpPr>
          <a:xfrm>
            <a:off x="-698849" y="9575651"/>
            <a:ext cx="19685699" cy="2666805"/>
            <a:chOff x="0" y="0"/>
            <a:chExt cx="5184711" cy="702368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0FE855A8-7369-3045-B2C1-71EE4D5C210B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FA1FBD85-EC7D-21ED-A5AB-56B2A900A64A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A7E60019-CFF6-4956-E4D6-21D3AF78A582}"/>
              </a:ext>
            </a:extLst>
          </p:cNvPr>
          <p:cNvSpPr/>
          <p:nvPr/>
        </p:nvSpPr>
        <p:spPr>
          <a:xfrm>
            <a:off x="15872392" y="2091327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786D86C7-84F7-C67A-FFE9-B94DC10AC6DB}"/>
              </a:ext>
            </a:extLst>
          </p:cNvPr>
          <p:cNvSpPr/>
          <p:nvPr/>
        </p:nvSpPr>
        <p:spPr>
          <a:xfrm>
            <a:off x="16901092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3B935071-C3E2-54F4-0116-26D50C37CF84}"/>
              </a:ext>
            </a:extLst>
          </p:cNvPr>
          <p:cNvSpPr/>
          <p:nvPr/>
        </p:nvSpPr>
        <p:spPr>
          <a:xfrm flipH="1">
            <a:off x="-1389129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95663749-D56D-D442-14E2-6F4D57AD7A24}"/>
              </a:ext>
            </a:extLst>
          </p:cNvPr>
          <p:cNvSpPr/>
          <p:nvPr/>
        </p:nvSpPr>
        <p:spPr>
          <a:xfrm flipH="1">
            <a:off x="-360429" y="2459791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1BF4B74-4125-8150-6590-F184B8FABCB8}"/>
              </a:ext>
            </a:extLst>
          </p:cNvPr>
          <p:cNvGrpSpPr/>
          <p:nvPr/>
        </p:nvGrpSpPr>
        <p:grpSpPr>
          <a:xfrm>
            <a:off x="-2221" y="927183"/>
            <a:ext cx="4706728" cy="1723876"/>
            <a:chOff x="0" y="-26737"/>
            <a:chExt cx="1239632" cy="454025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A8909266-C5D7-0969-CE70-5336BB24A580}"/>
                </a:ext>
              </a:extLst>
            </p:cNvPr>
            <p:cNvSpPr/>
            <p:nvPr/>
          </p:nvSpPr>
          <p:spPr>
            <a:xfrm>
              <a:off x="0" y="0"/>
              <a:ext cx="1239632" cy="406400"/>
            </a:xfrm>
            <a:custGeom>
              <a:avLst/>
              <a:gdLst/>
              <a:ahLst/>
              <a:cxnLst/>
              <a:rect l="l" t="t" r="r" b="b"/>
              <a:pathLst>
                <a:path w="1239632" h="406400">
                  <a:moveTo>
                    <a:pt x="1036432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1036432" y="406400"/>
                  </a:lnTo>
                  <a:lnTo>
                    <a:pt x="1239632" y="203200"/>
                  </a:lnTo>
                  <a:lnTo>
                    <a:pt x="1036432" y="0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84CC1FCB-2C2C-2D4E-72EB-4FDF904B9975}"/>
                </a:ext>
              </a:extLst>
            </p:cNvPr>
            <p:cNvSpPr txBox="1"/>
            <p:nvPr/>
          </p:nvSpPr>
          <p:spPr>
            <a:xfrm>
              <a:off x="0" y="-26737"/>
              <a:ext cx="1125332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418"/>
                </a:lnSpc>
              </a:pPr>
              <a:r>
                <a:rPr lang="en-US" sz="4200" spc="-231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&gt; git push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5A916B6D-7957-8211-8C25-73A201105054}"/>
              </a:ext>
            </a:extLst>
          </p:cNvPr>
          <p:cNvGrpSpPr/>
          <p:nvPr/>
        </p:nvGrpSpPr>
        <p:grpSpPr>
          <a:xfrm>
            <a:off x="-698849" y="-1923855"/>
            <a:ext cx="19685699" cy="2666805"/>
            <a:chOff x="0" y="0"/>
            <a:chExt cx="5184711" cy="702368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EB38D62E-E5E7-3A3A-01D9-13A4849F5DCF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165A8224-57F2-5A0C-23E4-2CC850A03FC6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35" name="TextBox 35">
            <a:extLst>
              <a:ext uri="{FF2B5EF4-FFF2-40B4-BE49-F238E27FC236}">
                <a16:creationId xmlns:a16="http://schemas.microsoft.com/office/drawing/2014/main" id="{2EE52CE5-5CCA-094E-8C88-E31B9C202A35}"/>
              </a:ext>
            </a:extLst>
          </p:cNvPr>
          <p:cNvSpPr txBox="1"/>
          <p:nvPr/>
        </p:nvSpPr>
        <p:spPr>
          <a:xfrm>
            <a:off x="5071158" y="1315235"/>
            <a:ext cx="12658371" cy="975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Envía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las confirmaciones (</a:t>
            </a:r>
            <a:r>
              <a:rPr lang="es-MX" sz="2799" b="1" spc="-75" dirty="0" err="1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commits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) respaldadas en tu computadora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hacia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el repositorio central en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la nube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lang="en-US" sz="2799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9" name="TextBox 35">
            <a:extLst>
              <a:ext uri="{FF2B5EF4-FFF2-40B4-BE49-F238E27FC236}">
                <a16:creationId xmlns:a16="http://schemas.microsoft.com/office/drawing/2014/main" id="{84F2755D-5A82-075D-9450-43DC050B7B76}"/>
              </a:ext>
            </a:extLst>
          </p:cNvPr>
          <p:cNvSpPr txBox="1"/>
          <p:nvPr/>
        </p:nvSpPr>
        <p:spPr>
          <a:xfrm>
            <a:off x="2277441" y="4337124"/>
            <a:ext cx="5796896" cy="4755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s-MX" sz="2799" b="1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1. La rama NO existe en la nube </a:t>
            </a:r>
            <a:endParaRPr lang="en-US" sz="2799" b="1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0" name="Grupo 29">
            <a:extLst>
              <a:ext uri="{FF2B5EF4-FFF2-40B4-BE49-F238E27FC236}">
                <a16:creationId xmlns:a16="http://schemas.microsoft.com/office/drawing/2014/main" id="{D0CE5AD7-3453-1C27-ABAE-5001AC6FD11D}"/>
              </a:ext>
            </a:extLst>
          </p:cNvPr>
          <p:cNvGrpSpPr/>
          <p:nvPr/>
        </p:nvGrpSpPr>
        <p:grpSpPr>
          <a:xfrm>
            <a:off x="-228601" y="-478361"/>
            <a:ext cx="2905050" cy="1476032"/>
            <a:chOff x="-228601" y="-478361"/>
            <a:chExt cx="2905050" cy="1476032"/>
          </a:xfrm>
        </p:grpSpPr>
        <p:grpSp>
          <p:nvGrpSpPr>
            <p:cNvPr id="31" name="Group 10">
              <a:extLst>
                <a:ext uri="{FF2B5EF4-FFF2-40B4-BE49-F238E27FC236}">
                  <a16:creationId xmlns:a16="http://schemas.microsoft.com/office/drawing/2014/main" id="{8FEF20C2-B853-61C8-A387-B52446AADF26}"/>
                </a:ext>
              </a:extLst>
            </p:cNvPr>
            <p:cNvGrpSpPr/>
            <p:nvPr/>
          </p:nvGrpSpPr>
          <p:grpSpPr>
            <a:xfrm>
              <a:off x="-228601" y="-478361"/>
              <a:ext cx="2905050" cy="1221311"/>
              <a:chOff x="0" y="0"/>
              <a:chExt cx="1355852" cy="720510"/>
            </a:xfrm>
          </p:grpSpPr>
          <p:sp>
            <p:nvSpPr>
              <p:cNvPr id="33" name="Freeform 11">
                <a:extLst>
                  <a:ext uri="{FF2B5EF4-FFF2-40B4-BE49-F238E27FC236}">
                    <a16:creationId xmlns:a16="http://schemas.microsoft.com/office/drawing/2014/main" id="{5E54BC94-B54A-D6BA-8D2D-F5845D133312}"/>
                  </a:ext>
                </a:extLst>
              </p:cNvPr>
              <p:cNvSpPr/>
              <p:nvPr/>
            </p:nvSpPr>
            <p:spPr>
              <a:xfrm>
                <a:off x="0" y="0"/>
                <a:ext cx="1355852" cy="720510"/>
              </a:xfrm>
              <a:custGeom>
                <a:avLst/>
                <a:gdLst/>
                <a:ahLst/>
                <a:cxnLst/>
                <a:rect l="l" t="t" r="r" b="b"/>
                <a:pathLst>
                  <a:path w="1355852" h="720510">
                    <a:moveTo>
                      <a:pt x="150387" y="0"/>
                    </a:moveTo>
                    <a:lnTo>
                      <a:pt x="1205465" y="0"/>
                    </a:lnTo>
                    <a:cubicBezTo>
                      <a:pt x="1245350" y="0"/>
                      <a:pt x="1283602" y="15844"/>
                      <a:pt x="1311805" y="44047"/>
                    </a:cubicBezTo>
                    <a:cubicBezTo>
                      <a:pt x="1340008" y="72250"/>
                      <a:pt x="1355852" y="110502"/>
                      <a:pt x="1355852" y="150387"/>
                    </a:cubicBezTo>
                    <a:lnTo>
                      <a:pt x="1355852" y="570123"/>
                    </a:lnTo>
                    <a:cubicBezTo>
                      <a:pt x="1355852" y="653179"/>
                      <a:pt x="1288522" y="720510"/>
                      <a:pt x="1205465" y="720510"/>
                    </a:cubicBezTo>
                    <a:lnTo>
                      <a:pt x="150387" y="720510"/>
                    </a:lnTo>
                    <a:cubicBezTo>
                      <a:pt x="67331" y="720510"/>
                      <a:pt x="0" y="653179"/>
                      <a:pt x="0" y="570123"/>
                    </a:cubicBezTo>
                    <a:lnTo>
                      <a:pt x="0" y="150387"/>
                    </a:lnTo>
                    <a:cubicBezTo>
                      <a:pt x="0" y="67331"/>
                      <a:pt x="67331" y="0"/>
                      <a:pt x="150387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34" name="TextBox 12">
                <a:extLst>
                  <a:ext uri="{FF2B5EF4-FFF2-40B4-BE49-F238E27FC236}">
                    <a16:creationId xmlns:a16="http://schemas.microsoft.com/office/drawing/2014/main" id="{A888379D-416A-4E48-AE21-B3655C5EDA80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5852" cy="739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pic>
          <p:nvPicPr>
            <p:cNvPr id="32" name="Imagen 31">
              <a:extLst>
                <a:ext uri="{FF2B5EF4-FFF2-40B4-BE49-F238E27FC236}">
                  <a16:creationId xmlns:a16="http://schemas.microsoft.com/office/drawing/2014/main" id="{CC04B1AF-B23A-8D13-6F82-EA8DE450F33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1" y="-375754"/>
              <a:ext cx="1373425" cy="1373425"/>
            </a:xfrm>
            <a:prstGeom prst="rect">
              <a:avLst/>
            </a:prstGeom>
          </p:spPr>
        </p:pic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BE4BA668-F15D-1A2E-5846-85A8F761107E}"/>
              </a:ext>
            </a:extLst>
          </p:cNvPr>
          <p:cNvSpPr txBox="1"/>
          <p:nvPr/>
        </p:nvSpPr>
        <p:spPr>
          <a:xfrm>
            <a:off x="2236410" y="2921045"/>
            <a:ext cx="11638327" cy="11930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0717"/>
              </a:lnSpc>
            </a:pPr>
            <a:r>
              <a:rPr lang="en-US" sz="6000" b="1" dirty="0">
                <a:solidFill>
                  <a:srgbClr val="F15226"/>
                </a:solidFill>
                <a:latin typeface="Lato Bold"/>
                <a:ea typeface="Lato Bold"/>
                <a:cs typeface="Lato Bold"/>
                <a:sym typeface="Lato Bold"/>
              </a:rPr>
              <a:t>Algo a </a:t>
            </a:r>
            <a:r>
              <a:rPr lang="en-US" sz="6000" b="1" dirty="0" err="1">
                <a:solidFill>
                  <a:srgbClr val="F15226"/>
                </a:solidFill>
                <a:latin typeface="Lato Bold"/>
                <a:ea typeface="Lato Bold"/>
                <a:cs typeface="Lato Bold"/>
                <a:sym typeface="Lato Bold"/>
              </a:rPr>
              <a:t>considerar</a:t>
            </a:r>
            <a:r>
              <a:rPr lang="en-US" sz="6000" b="1" dirty="0">
                <a:solidFill>
                  <a:srgbClr val="F15226"/>
                </a:solidFill>
                <a:latin typeface="Lato Bold"/>
                <a:ea typeface="Lato Bold"/>
                <a:cs typeface="Lato Bold"/>
                <a:sym typeface="Lato Bold"/>
              </a:rPr>
              <a:t>…</a:t>
            </a:r>
          </a:p>
        </p:txBody>
      </p:sp>
      <p:grpSp>
        <p:nvGrpSpPr>
          <p:cNvPr id="23" name="Group 52">
            <a:extLst>
              <a:ext uri="{FF2B5EF4-FFF2-40B4-BE49-F238E27FC236}">
                <a16:creationId xmlns:a16="http://schemas.microsoft.com/office/drawing/2014/main" id="{3F0BCB84-DFD4-E571-D380-E5670001262E}"/>
              </a:ext>
            </a:extLst>
          </p:cNvPr>
          <p:cNvGrpSpPr/>
          <p:nvPr/>
        </p:nvGrpSpPr>
        <p:grpSpPr>
          <a:xfrm>
            <a:off x="2271579" y="5383029"/>
            <a:ext cx="8929819" cy="960554"/>
            <a:chOff x="0" y="0"/>
            <a:chExt cx="2441105" cy="197645"/>
          </a:xfrm>
        </p:grpSpPr>
        <p:sp>
          <p:nvSpPr>
            <p:cNvPr id="24" name="Freeform 53">
              <a:extLst>
                <a:ext uri="{FF2B5EF4-FFF2-40B4-BE49-F238E27FC236}">
                  <a16:creationId xmlns:a16="http://schemas.microsoft.com/office/drawing/2014/main" id="{1B730C3A-A2ED-418A-5967-2DACC860833C}"/>
                </a:ext>
              </a:extLst>
            </p:cNvPr>
            <p:cNvSpPr/>
            <p:nvPr/>
          </p:nvSpPr>
          <p:spPr>
            <a:xfrm>
              <a:off x="0" y="0"/>
              <a:ext cx="2441105" cy="197645"/>
            </a:xfrm>
            <a:custGeom>
              <a:avLst/>
              <a:gdLst/>
              <a:ahLst/>
              <a:cxnLst/>
              <a:rect l="l" t="t" r="r" b="b"/>
              <a:pathLst>
                <a:path w="2441105" h="197645">
                  <a:moveTo>
                    <a:pt x="12745" y="0"/>
                  </a:moveTo>
                  <a:lnTo>
                    <a:pt x="2428360" y="0"/>
                  </a:lnTo>
                  <a:cubicBezTo>
                    <a:pt x="2431740" y="0"/>
                    <a:pt x="2434982" y="1343"/>
                    <a:pt x="2437372" y="3733"/>
                  </a:cubicBezTo>
                  <a:cubicBezTo>
                    <a:pt x="2439763" y="6123"/>
                    <a:pt x="2441105" y="9365"/>
                    <a:pt x="2441105" y="12745"/>
                  </a:cubicBezTo>
                  <a:lnTo>
                    <a:pt x="2441105" y="184899"/>
                  </a:lnTo>
                  <a:cubicBezTo>
                    <a:pt x="2441105" y="188280"/>
                    <a:pt x="2439763" y="191522"/>
                    <a:pt x="2437372" y="193912"/>
                  </a:cubicBezTo>
                  <a:cubicBezTo>
                    <a:pt x="2434982" y="196302"/>
                    <a:pt x="2431740" y="197645"/>
                    <a:pt x="2428360" y="197645"/>
                  </a:cubicBezTo>
                  <a:lnTo>
                    <a:pt x="12745" y="197645"/>
                  </a:lnTo>
                  <a:cubicBezTo>
                    <a:pt x="9365" y="197645"/>
                    <a:pt x="6123" y="196302"/>
                    <a:pt x="3733" y="193912"/>
                  </a:cubicBezTo>
                  <a:cubicBezTo>
                    <a:pt x="1343" y="191522"/>
                    <a:pt x="0" y="188280"/>
                    <a:pt x="0" y="184899"/>
                  </a:cubicBezTo>
                  <a:lnTo>
                    <a:pt x="0" y="12745"/>
                  </a:lnTo>
                  <a:cubicBezTo>
                    <a:pt x="0" y="9365"/>
                    <a:pt x="1343" y="6123"/>
                    <a:pt x="3733" y="3733"/>
                  </a:cubicBezTo>
                  <a:cubicBezTo>
                    <a:pt x="6123" y="1343"/>
                    <a:pt x="9365" y="0"/>
                    <a:pt x="12745" y="0"/>
                  </a:cubicBezTo>
                  <a:close/>
                </a:path>
              </a:pathLst>
            </a:custGeom>
            <a:solidFill>
              <a:srgbClr val="0F0E0E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29" name="TextBox 54">
              <a:extLst>
                <a:ext uri="{FF2B5EF4-FFF2-40B4-BE49-F238E27FC236}">
                  <a16:creationId xmlns:a16="http://schemas.microsoft.com/office/drawing/2014/main" id="{0DA1280F-E0A3-9872-F3AF-2DBC240A517B}"/>
                </a:ext>
              </a:extLst>
            </p:cNvPr>
            <p:cNvSpPr txBox="1"/>
            <p:nvPr/>
          </p:nvSpPr>
          <p:spPr>
            <a:xfrm>
              <a:off x="0" y="-19050"/>
              <a:ext cx="2441105" cy="2166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36" name="TextBox 56">
            <a:extLst>
              <a:ext uri="{FF2B5EF4-FFF2-40B4-BE49-F238E27FC236}">
                <a16:creationId xmlns:a16="http://schemas.microsoft.com/office/drawing/2014/main" id="{97BF3C44-4672-BA5F-B23C-0FF548AEF3BC}"/>
              </a:ext>
            </a:extLst>
          </p:cNvPr>
          <p:cNvSpPr txBox="1"/>
          <p:nvPr/>
        </p:nvSpPr>
        <p:spPr>
          <a:xfrm>
            <a:off x="2505850" y="5634206"/>
            <a:ext cx="5505488" cy="4131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359"/>
              </a:lnSpc>
            </a:pPr>
            <a:r>
              <a:rPr lang="en-US" sz="2400" spc="-6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&gt; git push –u origin </a:t>
            </a:r>
            <a:r>
              <a:rPr lang="en-US" sz="2400" spc="-64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nombre</a:t>
            </a:r>
            <a:r>
              <a:rPr lang="en-US" sz="2400" spc="-6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-de-</a:t>
            </a:r>
            <a:r>
              <a:rPr lang="en-US" sz="2400" spc="-64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rama</a:t>
            </a:r>
            <a:endParaRPr lang="en-US" sz="2400" spc="-64" dirty="0">
              <a:solidFill>
                <a:srgbClr val="D9D9D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7" name="Group 52">
            <a:extLst>
              <a:ext uri="{FF2B5EF4-FFF2-40B4-BE49-F238E27FC236}">
                <a16:creationId xmlns:a16="http://schemas.microsoft.com/office/drawing/2014/main" id="{DBFD3AF3-5349-A8A7-3837-D62CA6756275}"/>
              </a:ext>
            </a:extLst>
          </p:cNvPr>
          <p:cNvGrpSpPr/>
          <p:nvPr/>
        </p:nvGrpSpPr>
        <p:grpSpPr>
          <a:xfrm>
            <a:off x="2236410" y="7750415"/>
            <a:ext cx="8964989" cy="960554"/>
            <a:chOff x="0" y="0"/>
            <a:chExt cx="2441105" cy="197645"/>
          </a:xfrm>
        </p:grpSpPr>
        <p:sp>
          <p:nvSpPr>
            <p:cNvPr id="38" name="Freeform 53">
              <a:extLst>
                <a:ext uri="{FF2B5EF4-FFF2-40B4-BE49-F238E27FC236}">
                  <a16:creationId xmlns:a16="http://schemas.microsoft.com/office/drawing/2014/main" id="{A5CB90BD-DE3B-A034-6F4D-6941419A1545}"/>
                </a:ext>
              </a:extLst>
            </p:cNvPr>
            <p:cNvSpPr/>
            <p:nvPr/>
          </p:nvSpPr>
          <p:spPr>
            <a:xfrm>
              <a:off x="0" y="0"/>
              <a:ext cx="2441105" cy="197645"/>
            </a:xfrm>
            <a:custGeom>
              <a:avLst/>
              <a:gdLst/>
              <a:ahLst/>
              <a:cxnLst/>
              <a:rect l="l" t="t" r="r" b="b"/>
              <a:pathLst>
                <a:path w="2441105" h="197645">
                  <a:moveTo>
                    <a:pt x="12745" y="0"/>
                  </a:moveTo>
                  <a:lnTo>
                    <a:pt x="2428360" y="0"/>
                  </a:lnTo>
                  <a:cubicBezTo>
                    <a:pt x="2431740" y="0"/>
                    <a:pt x="2434982" y="1343"/>
                    <a:pt x="2437372" y="3733"/>
                  </a:cubicBezTo>
                  <a:cubicBezTo>
                    <a:pt x="2439763" y="6123"/>
                    <a:pt x="2441105" y="9365"/>
                    <a:pt x="2441105" y="12745"/>
                  </a:cubicBezTo>
                  <a:lnTo>
                    <a:pt x="2441105" y="184899"/>
                  </a:lnTo>
                  <a:cubicBezTo>
                    <a:pt x="2441105" y="188280"/>
                    <a:pt x="2439763" y="191522"/>
                    <a:pt x="2437372" y="193912"/>
                  </a:cubicBezTo>
                  <a:cubicBezTo>
                    <a:pt x="2434982" y="196302"/>
                    <a:pt x="2431740" y="197645"/>
                    <a:pt x="2428360" y="197645"/>
                  </a:cubicBezTo>
                  <a:lnTo>
                    <a:pt x="12745" y="197645"/>
                  </a:lnTo>
                  <a:cubicBezTo>
                    <a:pt x="9365" y="197645"/>
                    <a:pt x="6123" y="196302"/>
                    <a:pt x="3733" y="193912"/>
                  </a:cubicBezTo>
                  <a:cubicBezTo>
                    <a:pt x="1343" y="191522"/>
                    <a:pt x="0" y="188280"/>
                    <a:pt x="0" y="184899"/>
                  </a:cubicBezTo>
                  <a:lnTo>
                    <a:pt x="0" y="12745"/>
                  </a:lnTo>
                  <a:cubicBezTo>
                    <a:pt x="0" y="9365"/>
                    <a:pt x="1343" y="6123"/>
                    <a:pt x="3733" y="3733"/>
                  </a:cubicBezTo>
                  <a:cubicBezTo>
                    <a:pt x="6123" y="1343"/>
                    <a:pt x="9365" y="0"/>
                    <a:pt x="12745" y="0"/>
                  </a:cubicBezTo>
                  <a:close/>
                </a:path>
              </a:pathLst>
            </a:custGeom>
            <a:solidFill>
              <a:srgbClr val="0F0E0E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39" name="TextBox 54">
              <a:extLst>
                <a:ext uri="{FF2B5EF4-FFF2-40B4-BE49-F238E27FC236}">
                  <a16:creationId xmlns:a16="http://schemas.microsoft.com/office/drawing/2014/main" id="{AB3B7247-E3B1-582D-390C-F7966BC75488}"/>
                </a:ext>
              </a:extLst>
            </p:cNvPr>
            <p:cNvSpPr txBox="1"/>
            <p:nvPr/>
          </p:nvSpPr>
          <p:spPr>
            <a:xfrm>
              <a:off x="0" y="-19050"/>
              <a:ext cx="2441105" cy="2166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40" name="TextBox 56">
            <a:extLst>
              <a:ext uri="{FF2B5EF4-FFF2-40B4-BE49-F238E27FC236}">
                <a16:creationId xmlns:a16="http://schemas.microsoft.com/office/drawing/2014/main" id="{3DF4C497-503F-8A6F-AB98-203A130C39DD}"/>
              </a:ext>
            </a:extLst>
          </p:cNvPr>
          <p:cNvSpPr txBox="1"/>
          <p:nvPr/>
        </p:nvSpPr>
        <p:spPr>
          <a:xfrm>
            <a:off x="2470681" y="8001592"/>
            <a:ext cx="7693678" cy="4131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359"/>
              </a:lnSpc>
            </a:pPr>
            <a:r>
              <a:rPr lang="en-US" sz="2400" spc="-6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&gt; git push --set-upstream origin </a:t>
            </a:r>
            <a:r>
              <a:rPr lang="en-US" sz="2400" spc="-64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nombre</a:t>
            </a:r>
            <a:r>
              <a:rPr lang="en-US" sz="2400" spc="-6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-de-</a:t>
            </a:r>
            <a:r>
              <a:rPr lang="en-US" sz="2400" spc="-64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rama</a:t>
            </a:r>
            <a:endParaRPr lang="en-US" sz="2400" spc="-64" dirty="0">
              <a:solidFill>
                <a:srgbClr val="D9D9D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1" name="Flecha: arriba y abajo 40">
            <a:extLst>
              <a:ext uri="{FF2B5EF4-FFF2-40B4-BE49-F238E27FC236}">
                <a16:creationId xmlns:a16="http://schemas.microsoft.com/office/drawing/2014/main" id="{204B4195-2D0B-B073-76AC-AA5F836AF1AD}"/>
              </a:ext>
            </a:extLst>
          </p:cNvPr>
          <p:cNvSpPr/>
          <p:nvPr/>
        </p:nvSpPr>
        <p:spPr>
          <a:xfrm>
            <a:off x="6140776" y="6395962"/>
            <a:ext cx="721681" cy="1267468"/>
          </a:xfrm>
          <a:prstGeom prst="upDownArrow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3" name="TextBox 35">
            <a:extLst>
              <a:ext uri="{FF2B5EF4-FFF2-40B4-BE49-F238E27FC236}">
                <a16:creationId xmlns:a16="http://schemas.microsoft.com/office/drawing/2014/main" id="{CDAD5963-76BE-9174-C04C-7B904AF9C640}"/>
              </a:ext>
            </a:extLst>
          </p:cNvPr>
          <p:cNvSpPr txBox="1"/>
          <p:nvPr/>
        </p:nvSpPr>
        <p:spPr>
          <a:xfrm>
            <a:off x="6880042" y="6756940"/>
            <a:ext cx="2773816" cy="4755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Son iguales</a:t>
            </a:r>
            <a:r>
              <a:rPr lang="es-MX" sz="2799" b="1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lang="en-US" sz="2799" b="1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7" name="TextBox 35">
            <a:extLst>
              <a:ext uri="{FF2B5EF4-FFF2-40B4-BE49-F238E27FC236}">
                <a16:creationId xmlns:a16="http://schemas.microsoft.com/office/drawing/2014/main" id="{B30AA75F-13D6-6B77-DF27-8E28E30B60A5}"/>
              </a:ext>
            </a:extLst>
          </p:cNvPr>
          <p:cNvSpPr txBox="1"/>
          <p:nvPr/>
        </p:nvSpPr>
        <p:spPr>
          <a:xfrm>
            <a:off x="11900247" y="5148129"/>
            <a:ext cx="5796896" cy="14758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 ejecuta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únicamente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la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primera vez 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que subes una rama nueva.</a:t>
            </a:r>
          </a:p>
        </p:txBody>
      </p:sp>
      <p:sp>
        <p:nvSpPr>
          <p:cNvPr id="49" name="TextBox 35">
            <a:extLst>
              <a:ext uri="{FF2B5EF4-FFF2-40B4-BE49-F238E27FC236}">
                <a16:creationId xmlns:a16="http://schemas.microsoft.com/office/drawing/2014/main" id="{80E29EED-19AC-5710-086B-C64D2F07C72D}"/>
              </a:ext>
            </a:extLst>
          </p:cNvPr>
          <p:cNvSpPr txBox="1"/>
          <p:nvPr/>
        </p:nvSpPr>
        <p:spPr>
          <a:xfrm>
            <a:off x="11900247" y="6902491"/>
            <a:ext cx="5796896" cy="19759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Le ordena a GitHub que cree esa rama en sus servidores y la vincule de forma definitiva con tu computadora local.</a:t>
            </a:r>
            <a:endParaRPr lang="en-US" sz="2799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40440868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/>
      <p:bldP spid="36" grpId="0"/>
      <p:bldP spid="40" grpId="0"/>
      <p:bldP spid="41" grpId="0" animBg="1"/>
      <p:bldP spid="43" grpId="0"/>
      <p:bldP spid="47" grpId="0"/>
      <p:bldP spid="49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9A1925-80D2-FA4D-6A26-DC95CC9A2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443176D-46CC-1C71-B225-ABDEAA4F5577}"/>
              </a:ext>
            </a:extLst>
          </p:cNvPr>
          <p:cNvSpPr/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5C40B832-D2BD-8E6C-144F-B327F8C7A876}"/>
              </a:ext>
            </a:extLst>
          </p:cNvPr>
          <p:cNvGrpSpPr/>
          <p:nvPr/>
        </p:nvGrpSpPr>
        <p:grpSpPr>
          <a:xfrm>
            <a:off x="-698849" y="9575651"/>
            <a:ext cx="19685699" cy="2666805"/>
            <a:chOff x="0" y="0"/>
            <a:chExt cx="5184711" cy="702368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F1E5C53B-5225-D1ED-3EC0-B1E8F970426E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E6D5FFE0-085B-79AA-1C5B-7B119F96655A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1410105F-9FAF-F7AB-C47C-D13F675E002C}"/>
              </a:ext>
            </a:extLst>
          </p:cNvPr>
          <p:cNvSpPr/>
          <p:nvPr/>
        </p:nvSpPr>
        <p:spPr>
          <a:xfrm>
            <a:off x="15872392" y="2091327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52187E23-4E3F-E862-6470-E7756C7FAC41}"/>
              </a:ext>
            </a:extLst>
          </p:cNvPr>
          <p:cNvSpPr/>
          <p:nvPr/>
        </p:nvSpPr>
        <p:spPr>
          <a:xfrm>
            <a:off x="16901092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5E8A8EEA-0205-82BC-91C2-C6E21AB71571}"/>
              </a:ext>
            </a:extLst>
          </p:cNvPr>
          <p:cNvSpPr/>
          <p:nvPr/>
        </p:nvSpPr>
        <p:spPr>
          <a:xfrm flipH="1">
            <a:off x="-1389129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18CC57A9-AEC8-28D4-35A9-057AA3EB78A0}"/>
              </a:ext>
            </a:extLst>
          </p:cNvPr>
          <p:cNvSpPr/>
          <p:nvPr/>
        </p:nvSpPr>
        <p:spPr>
          <a:xfrm flipH="1">
            <a:off x="-360429" y="2459791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487137AF-A5BC-986A-EEEA-E51DB2E6A110}"/>
              </a:ext>
            </a:extLst>
          </p:cNvPr>
          <p:cNvGrpSpPr/>
          <p:nvPr/>
        </p:nvGrpSpPr>
        <p:grpSpPr>
          <a:xfrm>
            <a:off x="-2221" y="927183"/>
            <a:ext cx="4706728" cy="1723876"/>
            <a:chOff x="0" y="-26737"/>
            <a:chExt cx="1239632" cy="454025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45BC9E4B-CE53-24C8-B3F5-7BF86789ED06}"/>
                </a:ext>
              </a:extLst>
            </p:cNvPr>
            <p:cNvSpPr/>
            <p:nvPr/>
          </p:nvSpPr>
          <p:spPr>
            <a:xfrm>
              <a:off x="0" y="0"/>
              <a:ext cx="1239632" cy="406400"/>
            </a:xfrm>
            <a:custGeom>
              <a:avLst/>
              <a:gdLst/>
              <a:ahLst/>
              <a:cxnLst/>
              <a:rect l="l" t="t" r="r" b="b"/>
              <a:pathLst>
                <a:path w="1239632" h="406400">
                  <a:moveTo>
                    <a:pt x="1036432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1036432" y="406400"/>
                  </a:lnTo>
                  <a:lnTo>
                    <a:pt x="1239632" y="203200"/>
                  </a:lnTo>
                  <a:lnTo>
                    <a:pt x="1036432" y="0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A89B0542-DA4A-C7F6-B6A6-401E09E15E35}"/>
                </a:ext>
              </a:extLst>
            </p:cNvPr>
            <p:cNvSpPr txBox="1"/>
            <p:nvPr/>
          </p:nvSpPr>
          <p:spPr>
            <a:xfrm>
              <a:off x="0" y="-26737"/>
              <a:ext cx="1125332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418"/>
                </a:lnSpc>
              </a:pPr>
              <a:r>
                <a:rPr lang="en-US" sz="4200" spc="-231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&gt; git push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77F9F5EF-2C01-A275-457B-F6D3A1E3EA55}"/>
              </a:ext>
            </a:extLst>
          </p:cNvPr>
          <p:cNvGrpSpPr/>
          <p:nvPr/>
        </p:nvGrpSpPr>
        <p:grpSpPr>
          <a:xfrm>
            <a:off x="-698849" y="-1923855"/>
            <a:ext cx="19685699" cy="2666805"/>
            <a:chOff x="0" y="0"/>
            <a:chExt cx="5184711" cy="702368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4BCED4B5-A7B7-8205-42D1-6EFA509F4606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59462C48-1FD9-6E23-8F6F-9A786CD1E32C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35" name="TextBox 35">
            <a:extLst>
              <a:ext uri="{FF2B5EF4-FFF2-40B4-BE49-F238E27FC236}">
                <a16:creationId xmlns:a16="http://schemas.microsoft.com/office/drawing/2014/main" id="{93CA5103-C271-985C-0425-AC394E7545AA}"/>
              </a:ext>
            </a:extLst>
          </p:cNvPr>
          <p:cNvSpPr txBox="1"/>
          <p:nvPr/>
        </p:nvSpPr>
        <p:spPr>
          <a:xfrm>
            <a:off x="5071158" y="1315235"/>
            <a:ext cx="12658371" cy="975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Envía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las confirmaciones (</a:t>
            </a:r>
            <a:r>
              <a:rPr lang="es-MX" sz="2799" b="1" spc="-75" dirty="0" err="1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commits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) respaldadas en tu computadora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hacia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el repositorio central en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la nube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lang="en-US" sz="2799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9" name="TextBox 35">
            <a:extLst>
              <a:ext uri="{FF2B5EF4-FFF2-40B4-BE49-F238E27FC236}">
                <a16:creationId xmlns:a16="http://schemas.microsoft.com/office/drawing/2014/main" id="{34DF6576-6C1F-5991-BAF7-A02D8E7D9019}"/>
              </a:ext>
            </a:extLst>
          </p:cNvPr>
          <p:cNvSpPr txBox="1"/>
          <p:nvPr/>
        </p:nvSpPr>
        <p:spPr>
          <a:xfrm>
            <a:off x="2277441" y="4337124"/>
            <a:ext cx="5796896" cy="4755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s-MX" sz="2799" b="1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1. La rama YA existe en la nube </a:t>
            </a:r>
            <a:endParaRPr lang="en-US" sz="2799" b="1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0" name="Grupo 29">
            <a:extLst>
              <a:ext uri="{FF2B5EF4-FFF2-40B4-BE49-F238E27FC236}">
                <a16:creationId xmlns:a16="http://schemas.microsoft.com/office/drawing/2014/main" id="{81D110FB-EBD4-7DAA-63D3-4672E0FB31AE}"/>
              </a:ext>
            </a:extLst>
          </p:cNvPr>
          <p:cNvGrpSpPr/>
          <p:nvPr/>
        </p:nvGrpSpPr>
        <p:grpSpPr>
          <a:xfrm>
            <a:off x="-228601" y="-478361"/>
            <a:ext cx="2905050" cy="1476032"/>
            <a:chOff x="-228601" y="-478361"/>
            <a:chExt cx="2905050" cy="1476032"/>
          </a:xfrm>
        </p:grpSpPr>
        <p:grpSp>
          <p:nvGrpSpPr>
            <p:cNvPr id="31" name="Group 10">
              <a:extLst>
                <a:ext uri="{FF2B5EF4-FFF2-40B4-BE49-F238E27FC236}">
                  <a16:creationId xmlns:a16="http://schemas.microsoft.com/office/drawing/2014/main" id="{635543B9-EFD1-F6EA-9057-8FD7E8A5BFFA}"/>
                </a:ext>
              </a:extLst>
            </p:cNvPr>
            <p:cNvGrpSpPr/>
            <p:nvPr/>
          </p:nvGrpSpPr>
          <p:grpSpPr>
            <a:xfrm>
              <a:off x="-228601" y="-478361"/>
              <a:ext cx="2905050" cy="1221311"/>
              <a:chOff x="0" y="0"/>
              <a:chExt cx="1355852" cy="720510"/>
            </a:xfrm>
          </p:grpSpPr>
          <p:sp>
            <p:nvSpPr>
              <p:cNvPr id="33" name="Freeform 11">
                <a:extLst>
                  <a:ext uri="{FF2B5EF4-FFF2-40B4-BE49-F238E27FC236}">
                    <a16:creationId xmlns:a16="http://schemas.microsoft.com/office/drawing/2014/main" id="{1FB05661-D8DA-FAD1-A763-E1FA5F01437B}"/>
                  </a:ext>
                </a:extLst>
              </p:cNvPr>
              <p:cNvSpPr/>
              <p:nvPr/>
            </p:nvSpPr>
            <p:spPr>
              <a:xfrm>
                <a:off x="0" y="0"/>
                <a:ext cx="1355852" cy="720510"/>
              </a:xfrm>
              <a:custGeom>
                <a:avLst/>
                <a:gdLst/>
                <a:ahLst/>
                <a:cxnLst/>
                <a:rect l="l" t="t" r="r" b="b"/>
                <a:pathLst>
                  <a:path w="1355852" h="720510">
                    <a:moveTo>
                      <a:pt x="150387" y="0"/>
                    </a:moveTo>
                    <a:lnTo>
                      <a:pt x="1205465" y="0"/>
                    </a:lnTo>
                    <a:cubicBezTo>
                      <a:pt x="1245350" y="0"/>
                      <a:pt x="1283602" y="15844"/>
                      <a:pt x="1311805" y="44047"/>
                    </a:cubicBezTo>
                    <a:cubicBezTo>
                      <a:pt x="1340008" y="72250"/>
                      <a:pt x="1355852" y="110502"/>
                      <a:pt x="1355852" y="150387"/>
                    </a:cubicBezTo>
                    <a:lnTo>
                      <a:pt x="1355852" y="570123"/>
                    </a:lnTo>
                    <a:cubicBezTo>
                      <a:pt x="1355852" y="653179"/>
                      <a:pt x="1288522" y="720510"/>
                      <a:pt x="1205465" y="720510"/>
                    </a:cubicBezTo>
                    <a:lnTo>
                      <a:pt x="150387" y="720510"/>
                    </a:lnTo>
                    <a:cubicBezTo>
                      <a:pt x="67331" y="720510"/>
                      <a:pt x="0" y="653179"/>
                      <a:pt x="0" y="570123"/>
                    </a:cubicBezTo>
                    <a:lnTo>
                      <a:pt x="0" y="150387"/>
                    </a:lnTo>
                    <a:cubicBezTo>
                      <a:pt x="0" y="67331"/>
                      <a:pt x="67331" y="0"/>
                      <a:pt x="150387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34" name="TextBox 12">
                <a:extLst>
                  <a:ext uri="{FF2B5EF4-FFF2-40B4-BE49-F238E27FC236}">
                    <a16:creationId xmlns:a16="http://schemas.microsoft.com/office/drawing/2014/main" id="{EB35DB1F-A5EB-226D-50B7-AE9E663E4E1B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5852" cy="739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pic>
          <p:nvPicPr>
            <p:cNvPr id="32" name="Imagen 31">
              <a:extLst>
                <a:ext uri="{FF2B5EF4-FFF2-40B4-BE49-F238E27FC236}">
                  <a16:creationId xmlns:a16="http://schemas.microsoft.com/office/drawing/2014/main" id="{6670C43D-B7C4-3BB8-E277-B9C6FD3BDF4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1" y="-375754"/>
              <a:ext cx="1373425" cy="1373425"/>
            </a:xfrm>
            <a:prstGeom prst="rect">
              <a:avLst/>
            </a:prstGeom>
          </p:spPr>
        </p:pic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7683C99A-CDA5-DE2E-8504-C319FDAECC75}"/>
              </a:ext>
            </a:extLst>
          </p:cNvPr>
          <p:cNvSpPr txBox="1"/>
          <p:nvPr/>
        </p:nvSpPr>
        <p:spPr>
          <a:xfrm>
            <a:off x="2236410" y="2921045"/>
            <a:ext cx="11638327" cy="11930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0717"/>
              </a:lnSpc>
            </a:pPr>
            <a:r>
              <a:rPr lang="en-US" sz="6000" b="1" dirty="0">
                <a:solidFill>
                  <a:srgbClr val="F15226"/>
                </a:solidFill>
                <a:latin typeface="Lato Bold"/>
                <a:ea typeface="Lato Bold"/>
                <a:cs typeface="Lato Bold"/>
                <a:sym typeface="Lato Bold"/>
              </a:rPr>
              <a:t>Algo a </a:t>
            </a:r>
            <a:r>
              <a:rPr lang="en-US" sz="6000" b="1" dirty="0" err="1">
                <a:solidFill>
                  <a:srgbClr val="F15226"/>
                </a:solidFill>
                <a:latin typeface="Lato Bold"/>
                <a:ea typeface="Lato Bold"/>
                <a:cs typeface="Lato Bold"/>
                <a:sym typeface="Lato Bold"/>
              </a:rPr>
              <a:t>considerar</a:t>
            </a:r>
            <a:r>
              <a:rPr lang="en-US" sz="6000" b="1" dirty="0">
                <a:solidFill>
                  <a:srgbClr val="F15226"/>
                </a:solidFill>
                <a:latin typeface="Lato Bold"/>
                <a:ea typeface="Lato Bold"/>
                <a:cs typeface="Lato Bold"/>
                <a:sym typeface="Lato Bold"/>
              </a:rPr>
              <a:t>…</a:t>
            </a:r>
          </a:p>
        </p:txBody>
      </p:sp>
      <p:grpSp>
        <p:nvGrpSpPr>
          <p:cNvPr id="23" name="Group 52">
            <a:extLst>
              <a:ext uri="{FF2B5EF4-FFF2-40B4-BE49-F238E27FC236}">
                <a16:creationId xmlns:a16="http://schemas.microsoft.com/office/drawing/2014/main" id="{73753458-ADD5-9E5F-D0DC-B8CCBC4F5F80}"/>
              </a:ext>
            </a:extLst>
          </p:cNvPr>
          <p:cNvGrpSpPr/>
          <p:nvPr/>
        </p:nvGrpSpPr>
        <p:grpSpPr>
          <a:xfrm>
            <a:off x="2271579" y="5900228"/>
            <a:ext cx="8929819" cy="960554"/>
            <a:chOff x="0" y="0"/>
            <a:chExt cx="2441105" cy="197645"/>
          </a:xfrm>
        </p:grpSpPr>
        <p:sp>
          <p:nvSpPr>
            <p:cNvPr id="24" name="Freeform 53">
              <a:extLst>
                <a:ext uri="{FF2B5EF4-FFF2-40B4-BE49-F238E27FC236}">
                  <a16:creationId xmlns:a16="http://schemas.microsoft.com/office/drawing/2014/main" id="{D1761F2A-06F3-38CD-9B59-C97C6C972007}"/>
                </a:ext>
              </a:extLst>
            </p:cNvPr>
            <p:cNvSpPr/>
            <p:nvPr/>
          </p:nvSpPr>
          <p:spPr>
            <a:xfrm>
              <a:off x="0" y="0"/>
              <a:ext cx="2441105" cy="197645"/>
            </a:xfrm>
            <a:custGeom>
              <a:avLst/>
              <a:gdLst/>
              <a:ahLst/>
              <a:cxnLst/>
              <a:rect l="l" t="t" r="r" b="b"/>
              <a:pathLst>
                <a:path w="2441105" h="197645">
                  <a:moveTo>
                    <a:pt x="12745" y="0"/>
                  </a:moveTo>
                  <a:lnTo>
                    <a:pt x="2428360" y="0"/>
                  </a:lnTo>
                  <a:cubicBezTo>
                    <a:pt x="2431740" y="0"/>
                    <a:pt x="2434982" y="1343"/>
                    <a:pt x="2437372" y="3733"/>
                  </a:cubicBezTo>
                  <a:cubicBezTo>
                    <a:pt x="2439763" y="6123"/>
                    <a:pt x="2441105" y="9365"/>
                    <a:pt x="2441105" y="12745"/>
                  </a:cubicBezTo>
                  <a:lnTo>
                    <a:pt x="2441105" y="184899"/>
                  </a:lnTo>
                  <a:cubicBezTo>
                    <a:pt x="2441105" y="188280"/>
                    <a:pt x="2439763" y="191522"/>
                    <a:pt x="2437372" y="193912"/>
                  </a:cubicBezTo>
                  <a:cubicBezTo>
                    <a:pt x="2434982" y="196302"/>
                    <a:pt x="2431740" y="197645"/>
                    <a:pt x="2428360" y="197645"/>
                  </a:cubicBezTo>
                  <a:lnTo>
                    <a:pt x="12745" y="197645"/>
                  </a:lnTo>
                  <a:cubicBezTo>
                    <a:pt x="9365" y="197645"/>
                    <a:pt x="6123" y="196302"/>
                    <a:pt x="3733" y="193912"/>
                  </a:cubicBezTo>
                  <a:cubicBezTo>
                    <a:pt x="1343" y="191522"/>
                    <a:pt x="0" y="188280"/>
                    <a:pt x="0" y="184899"/>
                  </a:cubicBezTo>
                  <a:lnTo>
                    <a:pt x="0" y="12745"/>
                  </a:lnTo>
                  <a:cubicBezTo>
                    <a:pt x="0" y="9365"/>
                    <a:pt x="1343" y="6123"/>
                    <a:pt x="3733" y="3733"/>
                  </a:cubicBezTo>
                  <a:cubicBezTo>
                    <a:pt x="6123" y="1343"/>
                    <a:pt x="9365" y="0"/>
                    <a:pt x="12745" y="0"/>
                  </a:cubicBezTo>
                  <a:close/>
                </a:path>
              </a:pathLst>
            </a:custGeom>
            <a:solidFill>
              <a:srgbClr val="0F0E0E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29" name="TextBox 54">
              <a:extLst>
                <a:ext uri="{FF2B5EF4-FFF2-40B4-BE49-F238E27FC236}">
                  <a16:creationId xmlns:a16="http://schemas.microsoft.com/office/drawing/2014/main" id="{6AF67E02-D9E1-4973-9E6A-AAA262AFEB43}"/>
                </a:ext>
              </a:extLst>
            </p:cNvPr>
            <p:cNvSpPr txBox="1"/>
            <p:nvPr/>
          </p:nvSpPr>
          <p:spPr>
            <a:xfrm>
              <a:off x="0" y="-19050"/>
              <a:ext cx="2441105" cy="2166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36" name="TextBox 56">
            <a:extLst>
              <a:ext uri="{FF2B5EF4-FFF2-40B4-BE49-F238E27FC236}">
                <a16:creationId xmlns:a16="http://schemas.microsoft.com/office/drawing/2014/main" id="{71FC9B6C-9FBA-D5DE-5A84-3D9D29BDD91A}"/>
              </a:ext>
            </a:extLst>
          </p:cNvPr>
          <p:cNvSpPr txBox="1"/>
          <p:nvPr/>
        </p:nvSpPr>
        <p:spPr>
          <a:xfrm>
            <a:off x="2505850" y="6151405"/>
            <a:ext cx="5505488" cy="4131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359"/>
              </a:lnSpc>
            </a:pPr>
            <a:r>
              <a:rPr lang="en-US" sz="2400" spc="-6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&gt; git push</a:t>
            </a:r>
            <a:endParaRPr lang="en-US" sz="2400" spc="-64" dirty="0">
              <a:solidFill>
                <a:srgbClr val="D9D9D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7" name="TextBox 35">
            <a:extLst>
              <a:ext uri="{FF2B5EF4-FFF2-40B4-BE49-F238E27FC236}">
                <a16:creationId xmlns:a16="http://schemas.microsoft.com/office/drawing/2014/main" id="{00C589EB-CE56-B597-C541-5348C0258E78}"/>
              </a:ext>
            </a:extLst>
          </p:cNvPr>
          <p:cNvSpPr txBox="1"/>
          <p:nvPr/>
        </p:nvSpPr>
        <p:spPr>
          <a:xfrm>
            <a:off x="11900247" y="5665328"/>
            <a:ext cx="5796896" cy="14758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>
              <a:lnSpc>
                <a:spcPts val="3919"/>
              </a:lnSpc>
            </a:pP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Una vez que la rama ya está vinculada, en el trabajo diario solo  se ejecuta este comando.</a:t>
            </a:r>
          </a:p>
        </p:txBody>
      </p:sp>
    </p:spTree>
    <p:extLst>
      <p:ext uri="{BB962C8B-B14F-4D97-AF65-F5344CB8AC3E}">
        <p14:creationId xmlns:p14="http://schemas.microsoft.com/office/powerpoint/2010/main" val="47769829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/>
      <p:bldP spid="36" grpId="0"/>
      <p:bldP spid="47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93FC6C-A5AD-1D72-5029-2CB3C646F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A82392A-9882-AA98-E8D6-444548D6E62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 dirty="0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69D34C6F-CC89-488A-EAB8-8D31C819BBA6}"/>
              </a:ext>
            </a:extLst>
          </p:cNvPr>
          <p:cNvGrpSpPr/>
          <p:nvPr/>
        </p:nvGrpSpPr>
        <p:grpSpPr>
          <a:xfrm>
            <a:off x="-698849" y="9575651"/>
            <a:ext cx="19685699" cy="2666805"/>
            <a:chOff x="0" y="0"/>
            <a:chExt cx="5184711" cy="702368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F0C2E54A-0244-201A-0933-9D65D79E9D48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 dirty="0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8DD2DD9B-324F-4B5A-B179-0926EB2CE9C6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03EB035C-0279-0970-D73C-FEF2E514C922}"/>
              </a:ext>
            </a:extLst>
          </p:cNvPr>
          <p:cNvGrpSpPr/>
          <p:nvPr/>
        </p:nvGrpSpPr>
        <p:grpSpPr>
          <a:xfrm>
            <a:off x="-698849" y="-1923855"/>
            <a:ext cx="19685699" cy="2666805"/>
            <a:chOff x="0" y="0"/>
            <a:chExt cx="5184711" cy="70236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D62E242B-1362-A1E9-425F-1A5D2A700141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5E231DF7-EDF2-ADF3-6F86-B2A2D2F8FA5F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A942AE85-E93E-B820-E1C4-A0047771CADA}"/>
              </a:ext>
            </a:extLst>
          </p:cNvPr>
          <p:cNvSpPr/>
          <p:nvPr/>
        </p:nvSpPr>
        <p:spPr>
          <a:xfrm>
            <a:off x="15872392" y="2091327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3BFEB444-1154-91B3-51FD-129792AA9108}"/>
              </a:ext>
            </a:extLst>
          </p:cNvPr>
          <p:cNvSpPr/>
          <p:nvPr/>
        </p:nvSpPr>
        <p:spPr>
          <a:xfrm>
            <a:off x="16901092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234D28E5-7EED-EEF8-623D-918E1B180EC2}"/>
              </a:ext>
            </a:extLst>
          </p:cNvPr>
          <p:cNvSpPr/>
          <p:nvPr/>
        </p:nvSpPr>
        <p:spPr>
          <a:xfrm flipH="1">
            <a:off x="-1389129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36F22C99-6240-34DD-0EEE-B5E1BE4DE5FD}"/>
              </a:ext>
            </a:extLst>
          </p:cNvPr>
          <p:cNvSpPr/>
          <p:nvPr/>
        </p:nvSpPr>
        <p:spPr>
          <a:xfrm flipH="1">
            <a:off x="-360429" y="2459791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0560DD10-3FBC-3A06-8267-9FC05E2089F6}"/>
              </a:ext>
            </a:extLst>
          </p:cNvPr>
          <p:cNvSpPr txBox="1"/>
          <p:nvPr/>
        </p:nvSpPr>
        <p:spPr>
          <a:xfrm>
            <a:off x="783615" y="758816"/>
            <a:ext cx="17197243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s-MX" sz="7500" b="1" dirty="0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PARA ENTENDER MEJOR</a:t>
            </a:r>
            <a:endParaRPr lang="en-US" sz="7500" b="1" dirty="0">
              <a:solidFill>
                <a:srgbClr val="FFFFFF"/>
              </a:solidFill>
              <a:latin typeface="Lato Bold"/>
              <a:ea typeface="Lato Bold"/>
              <a:cs typeface="Lato Bold"/>
              <a:sym typeface="Lato Bold"/>
            </a:endParaRPr>
          </a:p>
        </p:txBody>
      </p:sp>
      <p:grpSp>
        <p:nvGrpSpPr>
          <p:cNvPr id="82" name="Grupo 81">
            <a:extLst>
              <a:ext uri="{FF2B5EF4-FFF2-40B4-BE49-F238E27FC236}">
                <a16:creationId xmlns:a16="http://schemas.microsoft.com/office/drawing/2014/main" id="{6C5148D1-CCDF-20B7-4334-205A9BCCA1F7}"/>
              </a:ext>
            </a:extLst>
          </p:cNvPr>
          <p:cNvGrpSpPr/>
          <p:nvPr/>
        </p:nvGrpSpPr>
        <p:grpSpPr>
          <a:xfrm>
            <a:off x="-228601" y="-478361"/>
            <a:ext cx="2905050" cy="1476032"/>
            <a:chOff x="-228601" y="-478361"/>
            <a:chExt cx="2905050" cy="1476032"/>
          </a:xfrm>
        </p:grpSpPr>
        <p:grpSp>
          <p:nvGrpSpPr>
            <p:cNvPr id="83" name="Group 10">
              <a:extLst>
                <a:ext uri="{FF2B5EF4-FFF2-40B4-BE49-F238E27FC236}">
                  <a16:creationId xmlns:a16="http://schemas.microsoft.com/office/drawing/2014/main" id="{32BBE36C-E82E-BBE6-FBF9-A35CC3E6CB0C}"/>
                </a:ext>
              </a:extLst>
            </p:cNvPr>
            <p:cNvGrpSpPr/>
            <p:nvPr/>
          </p:nvGrpSpPr>
          <p:grpSpPr>
            <a:xfrm>
              <a:off x="-228601" y="-478361"/>
              <a:ext cx="2905050" cy="1221311"/>
              <a:chOff x="0" y="0"/>
              <a:chExt cx="1355852" cy="720510"/>
            </a:xfrm>
          </p:grpSpPr>
          <p:sp>
            <p:nvSpPr>
              <p:cNvPr id="85" name="Freeform 11">
                <a:extLst>
                  <a:ext uri="{FF2B5EF4-FFF2-40B4-BE49-F238E27FC236}">
                    <a16:creationId xmlns:a16="http://schemas.microsoft.com/office/drawing/2014/main" id="{7D3D41F7-C444-E058-5D15-5E551C9B2D75}"/>
                  </a:ext>
                </a:extLst>
              </p:cNvPr>
              <p:cNvSpPr/>
              <p:nvPr/>
            </p:nvSpPr>
            <p:spPr>
              <a:xfrm>
                <a:off x="0" y="0"/>
                <a:ext cx="1355852" cy="720510"/>
              </a:xfrm>
              <a:custGeom>
                <a:avLst/>
                <a:gdLst/>
                <a:ahLst/>
                <a:cxnLst/>
                <a:rect l="l" t="t" r="r" b="b"/>
                <a:pathLst>
                  <a:path w="1355852" h="720510">
                    <a:moveTo>
                      <a:pt x="150387" y="0"/>
                    </a:moveTo>
                    <a:lnTo>
                      <a:pt x="1205465" y="0"/>
                    </a:lnTo>
                    <a:cubicBezTo>
                      <a:pt x="1245350" y="0"/>
                      <a:pt x="1283602" y="15844"/>
                      <a:pt x="1311805" y="44047"/>
                    </a:cubicBezTo>
                    <a:cubicBezTo>
                      <a:pt x="1340008" y="72250"/>
                      <a:pt x="1355852" y="110502"/>
                      <a:pt x="1355852" y="150387"/>
                    </a:cubicBezTo>
                    <a:lnTo>
                      <a:pt x="1355852" y="570123"/>
                    </a:lnTo>
                    <a:cubicBezTo>
                      <a:pt x="1355852" y="653179"/>
                      <a:pt x="1288522" y="720510"/>
                      <a:pt x="1205465" y="720510"/>
                    </a:cubicBezTo>
                    <a:lnTo>
                      <a:pt x="150387" y="720510"/>
                    </a:lnTo>
                    <a:cubicBezTo>
                      <a:pt x="67331" y="720510"/>
                      <a:pt x="0" y="653179"/>
                      <a:pt x="0" y="570123"/>
                    </a:cubicBezTo>
                    <a:lnTo>
                      <a:pt x="0" y="150387"/>
                    </a:lnTo>
                    <a:cubicBezTo>
                      <a:pt x="0" y="67331"/>
                      <a:pt x="67331" y="0"/>
                      <a:pt x="150387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86" name="TextBox 12">
                <a:extLst>
                  <a:ext uri="{FF2B5EF4-FFF2-40B4-BE49-F238E27FC236}">
                    <a16:creationId xmlns:a16="http://schemas.microsoft.com/office/drawing/2014/main" id="{9F6DE6E4-55DA-4551-4861-97444AF18087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5852" cy="739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pic>
          <p:nvPicPr>
            <p:cNvPr id="84" name="Imagen 83">
              <a:extLst>
                <a:ext uri="{FF2B5EF4-FFF2-40B4-BE49-F238E27FC236}">
                  <a16:creationId xmlns:a16="http://schemas.microsoft.com/office/drawing/2014/main" id="{80F0AF9D-46EF-A16B-8BE0-BCBA782BD99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1" y="-375754"/>
              <a:ext cx="1373425" cy="1373425"/>
            </a:xfrm>
            <a:prstGeom prst="rect">
              <a:avLst/>
            </a:prstGeom>
          </p:spPr>
        </p:pic>
      </p:grpSp>
      <p:grpSp>
        <p:nvGrpSpPr>
          <p:cNvPr id="87" name="Group 13">
            <a:extLst>
              <a:ext uri="{FF2B5EF4-FFF2-40B4-BE49-F238E27FC236}">
                <a16:creationId xmlns:a16="http://schemas.microsoft.com/office/drawing/2014/main" id="{F45EF2DF-70D8-8045-E540-9C17777E7872}"/>
              </a:ext>
            </a:extLst>
          </p:cNvPr>
          <p:cNvGrpSpPr/>
          <p:nvPr/>
        </p:nvGrpSpPr>
        <p:grpSpPr>
          <a:xfrm>
            <a:off x="453113" y="3699753"/>
            <a:ext cx="8545430" cy="4913971"/>
            <a:chOff x="0" y="0"/>
            <a:chExt cx="1351154" cy="731404"/>
          </a:xfrm>
        </p:grpSpPr>
        <p:sp>
          <p:nvSpPr>
            <p:cNvPr id="88" name="Freeform 14">
              <a:extLst>
                <a:ext uri="{FF2B5EF4-FFF2-40B4-BE49-F238E27FC236}">
                  <a16:creationId xmlns:a16="http://schemas.microsoft.com/office/drawing/2014/main" id="{6E8A1546-3285-A3BE-DF99-E497277EDF98}"/>
                </a:ext>
              </a:extLst>
            </p:cNvPr>
            <p:cNvSpPr/>
            <p:nvPr/>
          </p:nvSpPr>
          <p:spPr>
            <a:xfrm>
              <a:off x="0" y="0"/>
              <a:ext cx="1351154" cy="731404"/>
            </a:xfrm>
            <a:custGeom>
              <a:avLst/>
              <a:gdLst/>
              <a:ahLst/>
              <a:cxnLst/>
              <a:rect l="l" t="t" r="r" b="b"/>
              <a:pathLst>
                <a:path w="1351154" h="731404">
                  <a:moveTo>
                    <a:pt x="23027" y="0"/>
                  </a:moveTo>
                  <a:lnTo>
                    <a:pt x="1328127" y="0"/>
                  </a:lnTo>
                  <a:cubicBezTo>
                    <a:pt x="1340845" y="0"/>
                    <a:pt x="1351154" y="10310"/>
                    <a:pt x="1351154" y="23027"/>
                  </a:cubicBezTo>
                  <a:lnTo>
                    <a:pt x="1351154" y="708377"/>
                  </a:lnTo>
                  <a:cubicBezTo>
                    <a:pt x="1351154" y="721094"/>
                    <a:pt x="1340845" y="731404"/>
                    <a:pt x="1328127" y="731404"/>
                  </a:cubicBezTo>
                  <a:lnTo>
                    <a:pt x="23027" y="731404"/>
                  </a:lnTo>
                  <a:cubicBezTo>
                    <a:pt x="10310" y="731404"/>
                    <a:pt x="0" y="721094"/>
                    <a:pt x="0" y="708377"/>
                  </a:cubicBezTo>
                  <a:lnTo>
                    <a:pt x="0" y="23027"/>
                  </a:lnTo>
                  <a:cubicBezTo>
                    <a:pt x="0" y="10310"/>
                    <a:pt x="10310" y="0"/>
                    <a:pt x="23027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B4B4B4"/>
              </a:solidFill>
              <a:prstDash val="solid"/>
              <a:round/>
            </a:ln>
          </p:spPr>
          <p:txBody>
            <a:bodyPr/>
            <a:lstStyle/>
            <a:p>
              <a:endParaRPr lang="es-MX" dirty="0"/>
            </a:p>
          </p:txBody>
        </p:sp>
        <p:sp>
          <p:nvSpPr>
            <p:cNvPr id="89" name="TextBox 15">
              <a:extLst>
                <a:ext uri="{FF2B5EF4-FFF2-40B4-BE49-F238E27FC236}">
                  <a16:creationId xmlns:a16="http://schemas.microsoft.com/office/drawing/2014/main" id="{7F3278DC-ACB5-A640-5EC3-6D070CFCED81}"/>
                </a:ext>
              </a:extLst>
            </p:cNvPr>
            <p:cNvSpPr txBox="1"/>
            <p:nvPr/>
          </p:nvSpPr>
          <p:spPr>
            <a:xfrm>
              <a:off x="0" y="-19050"/>
              <a:ext cx="1351154" cy="7504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90" name="TextBox 16">
            <a:extLst>
              <a:ext uri="{FF2B5EF4-FFF2-40B4-BE49-F238E27FC236}">
                <a16:creationId xmlns:a16="http://schemas.microsoft.com/office/drawing/2014/main" id="{FA89998D-F002-1262-F76C-FEA4D487DCBB}"/>
              </a:ext>
            </a:extLst>
          </p:cNvPr>
          <p:cNvSpPr txBox="1"/>
          <p:nvPr/>
        </p:nvSpPr>
        <p:spPr>
          <a:xfrm>
            <a:off x="742091" y="3920399"/>
            <a:ext cx="7154156" cy="5476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4479"/>
              </a:lnSpc>
            </a:pPr>
            <a:r>
              <a:rPr lang="en-US" sz="3199" spc="-86" dirty="0" err="1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Repositorio</a:t>
            </a:r>
            <a:r>
              <a:rPr lang="en-US" sz="3199" spc="-86" dirty="0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199" spc="-86" dirty="0" err="1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remoto</a:t>
            </a:r>
            <a:endParaRPr lang="en-US" sz="3199" spc="-86" dirty="0">
              <a:solidFill>
                <a:srgbClr val="FF31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91" name="Group 36">
            <a:extLst>
              <a:ext uri="{FF2B5EF4-FFF2-40B4-BE49-F238E27FC236}">
                <a16:creationId xmlns:a16="http://schemas.microsoft.com/office/drawing/2014/main" id="{2C6D41B5-CD0A-108E-98EB-55536A98CCE1}"/>
              </a:ext>
            </a:extLst>
          </p:cNvPr>
          <p:cNvGrpSpPr/>
          <p:nvPr/>
        </p:nvGrpSpPr>
        <p:grpSpPr>
          <a:xfrm>
            <a:off x="9334599" y="3695378"/>
            <a:ext cx="8767116" cy="4918345"/>
            <a:chOff x="0" y="0"/>
            <a:chExt cx="1351154" cy="731404"/>
          </a:xfrm>
        </p:grpSpPr>
        <p:sp>
          <p:nvSpPr>
            <p:cNvPr id="92" name="Freeform 37">
              <a:extLst>
                <a:ext uri="{FF2B5EF4-FFF2-40B4-BE49-F238E27FC236}">
                  <a16:creationId xmlns:a16="http://schemas.microsoft.com/office/drawing/2014/main" id="{E4D35E4C-0200-6A03-8116-86225BDD6BD7}"/>
                </a:ext>
              </a:extLst>
            </p:cNvPr>
            <p:cNvSpPr/>
            <p:nvPr/>
          </p:nvSpPr>
          <p:spPr>
            <a:xfrm>
              <a:off x="0" y="0"/>
              <a:ext cx="1351154" cy="731404"/>
            </a:xfrm>
            <a:custGeom>
              <a:avLst/>
              <a:gdLst/>
              <a:ahLst/>
              <a:cxnLst/>
              <a:rect l="l" t="t" r="r" b="b"/>
              <a:pathLst>
                <a:path w="1351154" h="731404">
                  <a:moveTo>
                    <a:pt x="23027" y="0"/>
                  </a:moveTo>
                  <a:lnTo>
                    <a:pt x="1328127" y="0"/>
                  </a:lnTo>
                  <a:cubicBezTo>
                    <a:pt x="1340845" y="0"/>
                    <a:pt x="1351154" y="10310"/>
                    <a:pt x="1351154" y="23027"/>
                  </a:cubicBezTo>
                  <a:lnTo>
                    <a:pt x="1351154" y="708377"/>
                  </a:lnTo>
                  <a:cubicBezTo>
                    <a:pt x="1351154" y="721094"/>
                    <a:pt x="1340845" y="731404"/>
                    <a:pt x="1328127" y="731404"/>
                  </a:cubicBezTo>
                  <a:lnTo>
                    <a:pt x="23027" y="731404"/>
                  </a:lnTo>
                  <a:cubicBezTo>
                    <a:pt x="10310" y="731404"/>
                    <a:pt x="0" y="721094"/>
                    <a:pt x="0" y="708377"/>
                  </a:cubicBezTo>
                  <a:lnTo>
                    <a:pt x="0" y="23027"/>
                  </a:lnTo>
                  <a:cubicBezTo>
                    <a:pt x="0" y="10310"/>
                    <a:pt x="10310" y="0"/>
                    <a:pt x="23027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B4B4B4"/>
              </a:solidFill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93" name="TextBox 38">
              <a:extLst>
                <a:ext uri="{FF2B5EF4-FFF2-40B4-BE49-F238E27FC236}">
                  <a16:creationId xmlns:a16="http://schemas.microsoft.com/office/drawing/2014/main" id="{8AB3EDF2-D7D7-68A7-3D2D-0486EDD6DA9D}"/>
                </a:ext>
              </a:extLst>
            </p:cNvPr>
            <p:cNvSpPr txBox="1"/>
            <p:nvPr/>
          </p:nvSpPr>
          <p:spPr>
            <a:xfrm>
              <a:off x="0" y="-19050"/>
              <a:ext cx="1351154" cy="7504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94" name="TextBox 39">
            <a:extLst>
              <a:ext uri="{FF2B5EF4-FFF2-40B4-BE49-F238E27FC236}">
                <a16:creationId xmlns:a16="http://schemas.microsoft.com/office/drawing/2014/main" id="{FC15D6D7-3898-CA4E-174E-37BEDD7CA84C}"/>
              </a:ext>
            </a:extLst>
          </p:cNvPr>
          <p:cNvSpPr txBox="1"/>
          <p:nvPr/>
        </p:nvSpPr>
        <p:spPr>
          <a:xfrm>
            <a:off x="9514797" y="3977248"/>
            <a:ext cx="7339749" cy="5476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4479"/>
              </a:lnSpc>
            </a:pPr>
            <a:r>
              <a:rPr lang="en-US" sz="3199" spc="-86" dirty="0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Mi </a:t>
            </a:r>
            <a:r>
              <a:rPr lang="en-US" sz="3199" spc="-86" dirty="0" err="1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máquina</a:t>
            </a:r>
            <a:r>
              <a:rPr lang="en-US" sz="3199" spc="-86" dirty="0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 local</a:t>
            </a:r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4ED1D242-BC1E-C7A4-2CDF-52D8109B076F}"/>
              </a:ext>
            </a:extLst>
          </p:cNvPr>
          <p:cNvSpPr/>
          <p:nvPr/>
        </p:nvSpPr>
        <p:spPr>
          <a:xfrm>
            <a:off x="2355114" y="7538246"/>
            <a:ext cx="741226" cy="755406"/>
          </a:xfrm>
          <a:custGeom>
            <a:avLst/>
            <a:gdLst/>
            <a:ahLst/>
            <a:cxnLst/>
            <a:rect l="l" t="t" r="r" b="b"/>
            <a:pathLst>
              <a:path w="1155311" h="1155311">
                <a:moveTo>
                  <a:pt x="0" y="0"/>
                </a:moveTo>
                <a:lnTo>
                  <a:pt x="1155311" y="0"/>
                </a:lnTo>
                <a:lnTo>
                  <a:pt x="1155311" y="1155311"/>
                </a:lnTo>
                <a:lnTo>
                  <a:pt x="0" y="11553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C85D7188-FA6F-E82E-EEB3-276A86B8E065}"/>
              </a:ext>
            </a:extLst>
          </p:cNvPr>
          <p:cNvSpPr/>
          <p:nvPr/>
        </p:nvSpPr>
        <p:spPr>
          <a:xfrm>
            <a:off x="1656265" y="7974170"/>
            <a:ext cx="3727760" cy="0"/>
          </a:xfrm>
          <a:prstGeom prst="line">
            <a:avLst/>
          </a:prstGeom>
          <a:ln w="57150" cap="flat">
            <a:solidFill>
              <a:srgbClr val="F15226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19" name="Freeform 19">
            <a:extLst>
              <a:ext uri="{FF2B5EF4-FFF2-40B4-BE49-F238E27FC236}">
                <a16:creationId xmlns:a16="http://schemas.microsoft.com/office/drawing/2014/main" id="{769E7F3C-6253-EDBB-0036-41434A69CCA0}"/>
              </a:ext>
            </a:extLst>
          </p:cNvPr>
          <p:cNvSpPr/>
          <p:nvPr/>
        </p:nvSpPr>
        <p:spPr>
          <a:xfrm>
            <a:off x="537211" y="7100741"/>
            <a:ext cx="1129912" cy="1225993"/>
          </a:xfrm>
          <a:custGeom>
            <a:avLst/>
            <a:gdLst/>
            <a:ahLst/>
            <a:cxnLst/>
            <a:rect l="l" t="t" r="r" b="b"/>
            <a:pathLst>
              <a:path w="2286436" h="2286436">
                <a:moveTo>
                  <a:pt x="0" y="0"/>
                </a:moveTo>
                <a:lnTo>
                  <a:pt x="2286436" y="0"/>
                </a:lnTo>
                <a:lnTo>
                  <a:pt x="2286436" y="2286436"/>
                </a:lnTo>
                <a:lnTo>
                  <a:pt x="0" y="22864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27" name="Freeform 27">
            <a:extLst>
              <a:ext uri="{FF2B5EF4-FFF2-40B4-BE49-F238E27FC236}">
                <a16:creationId xmlns:a16="http://schemas.microsoft.com/office/drawing/2014/main" id="{A082407E-1D8F-8E43-2075-F7379D3C0B22}"/>
              </a:ext>
            </a:extLst>
          </p:cNvPr>
          <p:cNvSpPr/>
          <p:nvPr/>
        </p:nvSpPr>
        <p:spPr>
          <a:xfrm>
            <a:off x="5839566" y="6364135"/>
            <a:ext cx="901338" cy="47207"/>
          </a:xfrm>
          <a:custGeom>
            <a:avLst/>
            <a:gdLst/>
            <a:ahLst/>
            <a:cxnLst/>
            <a:rect l="l" t="t" r="r" b="b"/>
            <a:pathLst>
              <a:path w="832264">
                <a:moveTo>
                  <a:pt x="832264" y="0"/>
                </a:moveTo>
                <a:lnTo>
                  <a:pt x="0" y="0"/>
                </a:lnTo>
              </a:path>
            </a:pathLst>
          </a:custGeom>
          <a:ln w="57150" cap="flat">
            <a:solidFill>
              <a:srgbClr val="7ED957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28" name="Freeform 28">
            <a:extLst>
              <a:ext uri="{FF2B5EF4-FFF2-40B4-BE49-F238E27FC236}">
                <a16:creationId xmlns:a16="http://schemas.microsoft.com/office/drawing/2014/main" id="{987EC18C-9649-49A7-825D-3EA8DEDEAAF2}"/>
              </a:ext>
            </a:extLst>
          </p:cNvPr>
          <p:cNvSpPr/>
          <p:nvPr/>
        </p:nvSpPr>
        <p:spPr>
          <a:xfrm>
            <a:off x="5415484" y="6600070"/>
            <a:ext cx="146476" cy="1022544"/>
          </a:xfrm>
          <a:custGeom>
            <a:avLst/>
            <a:gdLst/>
            <a:ahLst/>
            <a:cxnLst/>
            <a:rect l="l" t="t" r="r" b="b"/>
            <a:pathLst>
              <a:path w="1995163" h="1353803">
                <a:moveTo>
                  <a:pt x="0" y="1353803"/>
                </a:moveTo>
                <a:lnTo>
                  <a:pt x="0" y="881060"/>
                </a:lnTo>
                <a:cubicBezTo>
                  <a:pt x="0" y="820432"/>
                  <a:pt x="24084" y="762286"/>
                  <a:pt x="66955" y="719415"/>
                </a:cubicBezTo>
                <a:cubicBezTo>
                  <a:pt x="109826" y="676545"/>
                  <a:pt x="167971" y="652460"/>
                  <a:pt x="228600" y="652460"/>
                </a:cubicBezTo>
                <a:lnTo>
                  <a:pt x="1411680" y="652460"/>
                </a:lnTo>
                <a:cubicBezTo>
                  <a:pt x="1537932" y="652460"/>
                  <a:pt x="1640280" y="550112"/>
                  <a:pt x="1640280" y="423860"/>
                </a:cubicBezTo>
                <a:lnTo>
                  <a:pt x="1640280" y="177441"/>
                </a:lnTo>
                <a:cubicBezTo>
                  <a:pt x="1640280" y="130381"/>
                  <a:pt x="1658975" y="85248"/>
                  <a:pt x="1692251" y="51971"/>
                </a:cubicBezTo>
                <a:cubicBezTo>
                  <a:pt x="1725528" y="18694"/>
                  <a:pt x="1770661" y="0"/>
                  <a:pt x="1817722" y="0"/>
                </a:cubicBezTo>
                <a:lnTo>
                  <a:pt x="1995163" y="0"/>
                </a:lnTo>
              </a:path>
            </a:pathLst>
          </a:custGeom>
          <a:ln w="57150" cap="flat">
            <a:solidFill>
              <a:srgbClr val="7ED957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A8545AA7-1377-2841-BEA1-E0FCAD72F9A8}"/>
              </a:ext>
            </a:extLst>
          </p:cNvPr>
          <p:cNvSpPr txBox="1"/>
          <p:nvPr/>
        </p:nvSpPr>
        <p:spPr>
          <a:xfrm>
            <a:off x="5819288" y="7581371"/>
            <a:ext cx="2415608" cy="4755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master/main</a:t>
            </a:r>
          </a:p>
        </p:txBody>
      </p:sp>
      <p:sp>
        <p:nvSpPr>
          <p:cNvPr id="56" name="TextBox 35">
            <a:extLst>
              <a:ext uri="{FF2B5EF4-FFF2-40B4-BE49-F238E27FC236}">
                <a16:creationId xmlns:a16="http://schemas.microsoft.com/office/drawing/2014/main" id="{181F2D51-B15E-2035-9456-7A8348011944}"/>
              </a:ext>
            </a:extLst>
          </p:cNvPr>
          <p:cNvSpPr txBox="1"/>
          <p:nvPr/>
        </p:nvSpPr>
        <p:spPr>
          <a:xfrm>
            <a:off x="7301248" y="6058774"/>
            <a:ext cx="2415608" cy="4755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develop</a:t>
            </a:r>
          </a:p>
        </p:txBody>
      </p:sp>
      <p:sp>
        <p:nvSpPr>
          <p:cNvPr id="22" name="Freeform 16">
            <a:extLst>
              <a:ext uri="{FF2B5EF4-FFF2-40B4-BE49-F238E27FC236}">
                <a16:creationId xmlns:a16="http://schemas.microsoft.com/office/drawing/2014/main" id="{CBD90192-B7B8-3CA3-1867-D530E8BB24B9}"/>
              </a:ext>
            </a:extLst>
          </p:cNvPr>
          <p:cNvSpPr/>
          <p:nvPr/>
        </p:nvSpPr>
        <p:spPr>
          <a:xfrm>
            <a:off x="3682607" y="7538246"/>
            <a:ext cx="741226" cy="755406"/>
          </a:xfrm>
          <a:custGeom>
            <a:avLst/>
            <a:gdLst/>
            <a:ahLst/>
            <a:cxnLst/>
            <a:rect l="l" t="t" r="r" b="b"/>
            <a:pathLst>
              <a:path w="1155311" h="1155311">
                <a:moveTo>
                  <a:pt x="0" y="0"/>
                </a:moveTo>
                <a:lnTo>
                  <a:pt x="1155311" y="0"/>
                </a:lnTo>
                <a:lnTo>
                  <a:pt x="1155311" y="1155311"/>
                </a:lnTo>
                <a:lnTo>
                  <a:pt x="0" y="11553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24" name="Freeform 16">
            <a:extLst>
              <a:ext uri="{FF2B5EF4-FFF2-40B4-BE49-F238E27FC236}">
                <a16:creationId xmlns:a16="http://schemas.microsoft.com/office/drawing/2014/main" id="{DDFD3280-F67B-0A42-DA19-664F68F5A8B8}"/>
              </a:ext>
            </a:extLst>
          </p:cNvPr>
          <p:cNvSpPr/>
          <p:nvPr/>
        </p:nvSpPr>
        <p:spPr>
          <a:xfrm>
            <a:off x="4965640" y="7560894"/>
            <a:ext cx="741226" cy="755406"/>
          </a:xfrm>
          <a:custGeom>
            <a:avLst/>
            <a:gdLst/>
            <a:ahLst/>
            <a:cxnLst/>
            <a:rect l="l" t="t" r="r" b="b"/>
            <a:pathLst>
              <a:path w="1155311" h="1155311">
                <a:moveTo>
                  <a:pt x="0" y="0"/>
                </a:moveTo>
                <a:lnTo>
                  <a:pt x="1155311" y="0"/>
                </a:lnTo>
                <a:lnTo>
                  <a:pt x="1155311" y="1155311"/>
                </a:lnTo>
                <a:lnTo>
                  <a:pt x="0" y="11553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25" name="Freeform 25">
            <a:extLst>
              <a:ext uri="{FF2B5EF4-FFF2-40B4-BE49-F238E27FC236}">
                <a16:creationId xmlns:a16="http://schemas.microsoft.com/office/drawing/2014/main" id="{84565123-5AB9-1951-8AA4-34FEC8121FFD}"/>
              </a:ext>
            </a:extLst>
          </p:cNvPr>
          <p:cNvSpPr/>
          <p:nvPr/>
        </p:nvSpPr>
        <p:spPr>
          <a:xfrm>
            <a:off x="5200285" y="5996889"/>
            <a:ext cx="711834" cy="693540"/>
          </a:xfrm>
          <a:custGeom>
            <a:avLst/>
            <a:gdLst/>
            <a:ahLst/>
            <a:cxnLst/>
            <a:rect l="l" t="t" r="r" b="b"/>
            <a:pathLst>
              <a:path w="971079" h="971079">
                <a:moveTo>
                  <a:pt x="0" y="0"/>
                </a:moveTo>
                <a:lnTo>
                  <a:pt x="971079" y="0"/>
                </a:lnTo>
                <a:lnTo>
                  <a:pt x="971079" y="971079"/>
                </a:lnTo>
                <a:lnTo>
                  <a:pt x="0" y="9710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6" name="Freeform 25">
            <a:extLst>
              <a:ext uri="{FF2B5EF4-FFF2-40B4-BE49-F238E27FC236}">
                <a16:creationId xmlns:a16="http://schemas.microsoft.com/office/drawing/2014/main" id="{915FFFE6-7203-1977-DD66-5E8C6379A831}"/>
              </a:ext>
            </a:extLst>
          </p:cNvPr>
          <p:cNvSpPr/>
          <p:nvPr/>
        </p:nvSpPr>
        <p:spPr>
          <a:xfrm>
            <a:off x="6449816" y="5956047"/>
            <a:ext cx="711834" cy="693540"/>
          </a:xfrm>
          <a:custGeom>
            <a:avLst/>
            <a:gdLst/>
            <a:ahLst/>
            <a:cxnLst/>
            <a:rect l="l" t="t" r="r" b="b"/>
            <a:pathLst>
              <a:path w="971079" h="971079">
                <a:moveTo>
                  <a:pt x="0" y="0"/>
                </a:moveTo>
                <a:lnTo>
                  <a:pt x="971079" y="0"/>
                </a:lnTo>
                <a:lnTo>
                  <a:pt x="971079" y="971079"/>
                </a:lnTo>
                <a:lnTo>
                  <a:pt x="0" y="9710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63" name="TextBox 35">
            <a:extLst>
              <a:ext uri="{FF2B5EF4-FFF2-40B4-BE49-F238E27FC236}">
                <a16:creationId xmlns:a16="http://schemas.microsoft.com/office/drawing/2014/main" id="{02EC3E75-8AFD-95E1-CB22-36E3C4D7199B}"/>
              </a:ext>
            </a:extLst>
          </p:cNvPr>
          <p:cNvSpPr txBox="1"/>
          <p:nvPr/>
        </p:nvSpPr>
        <p:spPr>
          <a:xfrm>
            <a:off x="12226822" y="4646247"/>
            <a:ext cx="2773816" cy="4755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feat/mi-</a:t>
            </a:r>
            <a:r>
              <a:rPr lang="en-US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rama</a:t>
            </a:r>
            <a:endParaRPr lang="en-US" sz="2799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02" name="Grupo 101">
            <a:extLst>
              <a:ext uri="{FF2B5EF4-FFF2-40B4-BE49-F238E27FC236}">
                <a16:creationId xmlns:a16="http://schemas.microsoft.com/office/drawing/2014/main" id="{830BA8E1-336D-EAC8-D2D4-6AEB351355BC}"/>
              </a:ext>
            </a:extLst>
          </p:cNvPr>
          <p:cNvGrpSpPr/>
          <p:nvPr/>
        </p:nvGrpSpPr>
        <p:grpSpPr>
          <a:xfrm>
            <a:off x="14794461" y="4628281"/>
            <a:ext cx="2094107" cy="1437109"/>
            <a:chOff x="14794461" y="4628281"/>
            <a:chExt cx="2094107" cy="143710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316EF15E-8774-A2CA-C901-49509BC10EFB}"/>
                </a:ext>
              </a:extLst>
            </p:cNvPr>
            <p:cNvSpPr/>
            <p:nvPr/>
          </p:nvSpPr>
          <p:spPr>
            <a:xfrm>
              <a:off x="14794461" y="4709336"/>
              <a:ext cx="652215" cy="630586"/>
            </a:xfrm>
            <a:custGeom>
              <a:avLst/>
              <a:gdLst/>
              <a:ahLst/>
              <a:cxnLst/>
              <a:rect l="l" t="t" r="r" b="b"/>
              <a:pathLst>
                <a:path w="971079" h="971079">
                  <a:moveTo>
                    <a:pt x="0" y="0"/>
                  </a:moveTo>
                  <a:lnTo>
                    <a:pt x="971079" y="0"/>
                  </a:lnTo>
                  <a:lnTo>
                    <a:pt x="971079" y="971079"/>
                  </a:lnTo>
                  <a:lnTo>
                    <a:pt x="0" y="971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DAE6DB4E-EF4F-8248-D721-ECF97577BC3E}"/>
                </a:ext>
              </a:extLst>
            </p:cNvPr>
            <p:cNvSpPr/>
            <p:nvPr/>
          </p:nvSpPr>
          <p:spPr>
            <a:xfrm>
              <a:off x="15112596" y="5089587"/>
              <a:ext cx="668160" cy="975803"/>
            </a:xfrm>
            <a:custGeom>
              <a:avLst/>
              <a:gdLst/>
              <a:ahLst/>
              <a:cxnLst/>
              <a:rect l="l" t="t" r="r" b="b"/>
              <a:pathLst>
                <a:path w="591125" h="1756857">
                  <a:moveTo>
                    <a:pt x="591125" y="1756856"/>
                  </a:moveTo>
                  <a:lnTo>
                    <a:pt x="591125" y="1107028"/>
                  </a:lnTo>
                  <a:cubicBezTo>
                    <a:pt x="591125" y="1046399"/>
                    <a:pt x="567041" y="988254"/>
                    <a:pt x="524170" y="945383"/>
                  </a:cubicBezTo>
                  <a:cubicBezTo>
                    <a:pt x="481300" y="902512"/>
                    <a:pt x="423154" y="878428"/>
                    <a:pt x="362525" y="878428"/>
                  </a:cubicBezTo>
                  <a:lnTo>
                    <a:pt x="228600" y="878428"/>
                  </a:lnTo>
                  <a:cubicBezTo>
                    <a:pt x="167971" y="878428"/>
                    <a:pt x="109826" y="854343"/>
                    <a:pt x="66956" y="811472"/>
                  </a:cubicBezTo>
                  <a:cubicBezTo>
                    <a:pt x="24085" y="768602"/>
                    <a:pt x="0" y="710457"/>
                    <a:pt x="0" y="649828"/>
                  </a:cubicBezTo>
                  <a:lnTo>
                    <a:pt x="0" y="0"/>
                  </a:lnTo>
                </a:path>
              </a:pathLst>
            </a:custGeom>
            <a:ln w="57150" cap="flat">
              <a:solidFill>
                <a:srgbClr val="8C52FF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61" name="Freeform 34">
              <a:extLst>
                <a:ext uri="{FF2B5EF4-FFF2-40B4-BE49-F238E27FC236}">
                  <a16:creationId xmlns:a16="http://schemas.microsoft.com/office/drawing/2014/main" id="{2BC379BF-115A-E727-9B2D-CD3533FD490B}"/>
                </a:ext>
              </a:extLst>
            </p:cNvPr>
            <p:cNvSpPr/>
            <p:nvPr/>
          </p:nvSpPr>
          <p:spPr>
            <a:xfrm flipV="1">
              <a:off x="15372117" y="4905442"/>
              <a:ext cx="1134091" cy="45719"/>
            </a:xfrm>
            <a:custGeom>
              <a:avLst/>
              <a:gdLst/>
              <a:ahLst/>
              <a:cxnLst/>
              <a:rect l="l" t="t" r="r" b="b"/>
              <a:pathLst>
                <a:path w="567046">
                  <a:moveTo>
                    <a:pt x="0" y="0"/>
                  </a:moveTo>
                  <a:lnTo>
                    <a:pt x="567046" y="0"/>
                  </a:lnTo>
                </a:path>
              </a:pathLst>
            </a:custGeom>
            <a:ln w="57150" cap="flat">
              <a:solidFill>
                <a:srgbClr val="8C52FF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62" name="Freeform 29">
              <a:extLst>
                <a:ext uri="{FF2B5EF4-FFF2-40B4-BE49-F238E27FC236}">
                  <a16:creationId xmlns:a16="http://schemas.microsoft.com/office/drawing/2014/main" id="{B400D8F4-ABEB-D623-D75B-F9C602906119}"/>
                </a:ext>
              </a:extLst>
            </p:cNvPr>
            <p:cNvSpPr/>
            <p:nvPr/>
          </p:nvSpPr>
          <p:spPr>
            <a:xfrm>
              <a:off x="16236353" y="4628281"/>
              <a:ext cx="652215" cy="630586"/>
            </a:xfrm>
            <a:custGeom>
              <a:avLst/>
              <a:gdLst/>
              <a:ahLst/>
              <a:cxnLst/>
              <a:rect l="l" t="t" r="r" b="b"/>
              <a:pathLst>
                <a:path w="971079" h="971079">
                  <a:moveTo>
                    <a:pt x="0" y="0"/>
                  </a:moveTo>
                  <a:lnTo>
                    <a:pt x="971079" y="0"/>
                  </a:lnTo>
                  <a:lnTo>
                    <a:pt x="971079" y="971079"/>
                  </a:lnTo>
                  <a:lnTo>
                    <a:pt x="0" y="971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97" name="TextBox 55">
            <a:extLst>
              <a:ext uri="{FF2B5EF4-FFF2-40B4-BE49-F238E27FC236}">
                <a16:creationId xmlns:a16="http://schemas.microsoft.com/office/drawing/2014/main" id="{5FD1AB57-CEF1-C6FC-9C6C-E04669150422}"/>
              </a:ext>
            </a:extLst>
          </p:cNvPr>
          <p:cNvSpPr txBox="1"/>
          <p:nvPr/>
        </p:nvSpPr>
        <p:spPr>
          <a:xfrm>
            <a:off x="4371640" y="2551765"/>
            <a:ext cx="8222961" cy="504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4199"/>
              </a:lnSpc>
            </a:pPr>
            <a:endParaRPr/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B7C4240B-826F-7616-E3CB-62591578CEAE}"/>
              </a:ext>
            </a:extLst>
          </p:cNvPr>
          <p:cNvGrpSpPr/>
          <p:nvPr/>
        </p:nvGrpSpPr>
        <p:grpSpPr>
          <a:xfrm>
            <a:off x="9507209" y="5911124"/>
            <a:ext cx="9179645" cy="2370687"/>
            <a:chOff x="535332" y="5924808"/>
            <a:chExt cx="9179645" cy="2370687"/>
          </a:xfrm>
        </p:grpSpPr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1585CA2C-8E42-F65A-DF6C-97DCEBC05AE2}"/>
                </a:ext>
              </a:extLst>
            </p:cNvPr>
            <p:cNvSpPr/>
            <p:nvPr/>
          </p:nvSpPr>
          <p:spPr>
            <a:xfrm>
              <a:off x="2353235" y="7507007"/>
              <a:ext cx="741226" cy="755406"/>
            </a:xfrm>
            <a:custGeom>
              <a:avLst/>
              <a:gdLst/>
              <a:ahLst/>
              <a:cxnLst/>
              <a:rect l="l" t="t" r="r" b="b"/>
              <a:pathLst>
                <a:path w="1155311" h="1155311">
                  <a:moveTo>
                    <a:pt x="0" y="0"/>
                  </a:moveTo>
                  <a:lnTo>
                    <a:pt x="1155311" y="0"/>
                  </a:lnTo>
                  <a:lnTo>
                    <a:pt x="1155311" y="1155311"/>
                  </a:lnTo>
                  <a:lnTo>
                    <a:pt x="0" y="11553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AutoShape 18">
              <a:extLst>
                <a:ext uri="{FF2B5EF4-FFF2-40B4-BE49-F238E27FC236}">
                  <a16:creationId xmlns:a16="http://schemas.microsoft.com/office/drawing/2014/main" id="{B907D57D-251C-A57E-3DBB-AE36D8E76786}"/>
                </a:ext>
              </a:extLst>
            </p:cNvPr>
            <p:cNvSpPr/>
            <p:nvPr/>
          </p:nvSpPr>
          <p:spPr>
            <a:xfrm>
              <a:off x="1654386" y="7942931"/>
              <a:ext cx="3727760" cy="0"/>
            </a:xfrm>
            <a:prstGeom prst="line">
              <a:avLst/>
            </a:prstGeom>
            <a:ln w="57150" cap="flat">
              <a:solidFill>
                <a:srgbClr val="F15226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Freeform 19">
              <a:extLst>
                <a:ext uri="{FF2B5EF4-FFF2-40B4-BE49-F238E27FC236}">
                  <a16:creationId xmlns:a16="http://schemas.microsoft.com/office/drawing/2014/main" id="{6D4271E8-06F7-CA9A-E0C0-31CEBE62228D}"/>
                </a:ext>
              </a:extLst>
            </p:cNvPr>
            <p:cNvSpPr/>
            <p:nvPr/>
          </p:nvSpPr>
          <p:spPr>
            <a:xfrm>
              <a:off x="535332" y="7069502"/>
              <a:ext cx="1129912" cy="1225993"/>
            </a:xfrm>
            <a:custGeom>
              <a:avLst/>
              <a:gdLst/>
              <a:ahLst/>
              <a:cxnLst/>
              <a:rect l="l" t="t" r="r" b="b"/>
              <a:pathLst>
                <a:path w="2286436" h="2286436">
                  <a:moveTo>
                    <a:pt x="0" y="0"/>
                  </a:moveTo>
                  <a:lnTo>
                    <a:pt x="2286436" y="0"/>
                  </a:lnTo>
                  <a:lnTo>
                    <a:pt x="2286436" y="2286436"/>
                  </a:lnTo>
                  <a:lnTo>
                    <a:pt x="0" y="22864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26" name="Freeform 27">
              <a:extLst>
                <a:ext uri="{FF2B5EF4-FFF2-40B4-BE49-F238E27FC236}">
                  <a16:creationId xmlns:a16="http://schemas.microsoft.com/office/drawing/2014/main" id="{7675BAB5-E701-47BA-AD8C-5FEE75B58449}"/>
                </a:ext>
              </a:extLst>
            </p:cNvPr>
            <p:cNvSpPr/>
            <p:nvPr/>
          </p:nvSpPr>
          <p:spPr>
            <a:xfrm>
              <a:off x="5837687" y="6332896"/>
              <a:ext cx="901338" cy="47207"/>
            </a:xfrm>
            <a:custGeom>
              <a:avLst/>
              <a:gdLst/>
              <a:ahLst/>
              <a:cxnLst/>
              <a:rect l="l" t="t" r="r" b="b"/>
              <a:pathLst>
                <a:path w="832264">
                  <a:moveTo>
                    <a:pt x="832264" y="0"/>
                  </a:moveTo>
                  <a:lnTo>
                    <a:pt x="0" y="0"/>
                  </a:lnTo>
                </a:path>
              </a:pathLst>
            </a:custGeom>
            <a:ln w="57150" cap="flat">
              <a:solidFill>
                <a:srgbClr val="7ED957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31" name="Freeform 28">
              <a:extLst>
                <a:ext uri="{FF2B5EF4-FFF2-40B4-BE49-F238E27FC236}">
                  <a16:creationId xmlns:a16="http://schemas.microsoft.com/office/drawing/2014/main" id="{1E69072C-3B38-8B3C-4E0E-0B0C982C40CD}"/>
                </a:ext>
              </a:extLst>
            </p:cNvPr>
            <p:cNvSpPr/>
            <p:nvPr/>
          </p:nvSpPr>
          <p:spPr>
            <a:xfrm>
              <a:off x="5413605" y="6568831"/>
              <a:ext cx="146476" cy="1022544"/>
            </a:xfrm>
            <a:custGeom>
              <a:avLst/>
              <a:gdLst/>
              <a:ahLst/>
              <a:cxnLst/>
              <a:rect l="l" t="t" r="r" b="b"/>
              <a:pathLst>
                <a:path w="1995163" h="1353803">
                  <a:moveTo>
                    <a:pt x="0" y="1353803"/>
                  </a:moveTo>
                  <a:lnTo>
                    <a:pt x="0" y="881060"/>
                  </a:lnTo>
                  <a:cubicBezTo>
                    <a:pt x="0" y="820432"/>
                    <a:pt x="24084" y="762286"/>
                    <a:pt x="66955" y="719415"/>
                  </a:cubicBezTo>
                  <a:cubicBezTo>
                    <a:pt x="109826" y="676545"/>
                    <a:pt x="167971" y="652460"/>
                    <a:pt x="228600" y="652460"/>
                  </a:cubicBezTo>
                  <a:lnTo>
                    <a:pt x="1411680" y="652460"/>
                  </a:lnTo>
                  <a:cubicBezTo>
                    <a:pt x="1537932" y="652460"/>
                    <a:pt x="1640280" y="550112"/>
                    <a:pt x="1640280" y="423860"/>
                  </a:cubicBezTo>
                  <a:lnTo>
                    <a:pt x="1640280" y="177441"/>
                  </a:lnTo>
                  <a:cubicBezTo>
                    <a:pt x="1640280" y="130381"/>
                    <a:pt x="1658975" y="85248"/>
                    <a:pt x="1692251" y="51971"/>
                  </a:cubicBezTo>
                  <a:cubicBezTo>
                    <a:pt x="1725528" y="18694"/>
                    <a:pt x="1770661" y="0"/>
                    <a:pt x="1817722" y="0"/>
                  </a:cubicBezTo>
                  <a:lnTo>
                    <a:pt x="1995163" y="0"/>
                  </a:lnTo>
                </a:path>
              </a:pathLst>
            </a:custGeom>
            <a:ln w="57150" cap="flat">
              <a:solidFill>
                <a:srgbClr val="7ED957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32" name="TextBox 35">
              <a:extLst>
                <a:ext uri="{FF2B5EF4-FFF2-40B4-BE49-F238E27FC236}">
                  <a16:creationId xmlns:a16="http://schemas.microsoft.com/office/drawing/2014/main" id="{6341D275-496D-62E1-C388-0C168C0D3FDE}"/>
                </a:ext>
              </a:extLst>
            </p:cNvPr>
            <p:cNvSpPr txBox="1"/>
            <p:nvPr/>
          </p:nvSpPr>
          <p:spPr>
            <a:xfrm>
              <a:off x="5817409" y="7550132"/>
              <a:ext cx="2415608" cy="47557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1" indent="0" algn="l">
                <a:lnSpc>
                  <a:spcPts val="3919"/>
                </a:lnSpc>
              </a:pPr>
              <a:r>
                <a:rPr lang="en-US" sz="2799" spc="-75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master/main</a:t>
              </a:r>
            </a:p>
          </p:txBody>
        </p:sp>
        <p:sp>
          <p:nvSpPr>
            <p:cNvPr id="33" name="TextBox 35">
              <a:extLst>
                <a:ext uri="{FF2B5EF4-FFF2-40B4-BE49-F238E27FC236}">
                  <a16:creationId xmlns:a16="http://schemas.microsoft.com/office/drawing/2014/main" id="{642A7664-847F-21E7-0594-61161607562D}"/>
                </a:ext>
              </a:extLst>
            </p:cNvPr>
            <p:cNvSpPr txBox="1"/>
            <p:nvPr/>
          </p:nvSpPr>
          <p:spPr>
            <a:xfrm>
              <a:off x="7299369" y="6027535"/>
              <a:ext cx="2415608" cy="47557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1" indent="0" algn="l">
                <a:lnSpc>
                  <a:spcPts val="3919"/>
                </a:lnSpc>
              </a:pPr>
              <a:r>
                <a:rPr lang="en-US" sz="2799" spc="-75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develop</a:t>
              </a:r>
            </a:p>
          </p:txBody>
        </p:sp>
        <p:sp>
          <p:nvSpPr>
            <p:cNvPr id="34" name="Freeform 16">
              <a:extLst>
                <a:ext uri="{FF2B5EF4-FFF2-40B4-BE49-F238E27FC236}">
                  <a16:creationId xmlns:a16="http://schemas.microsoft.com/office/drawing/2014/main" id="{2C93FB85-B036-D7EC-B8CB-D235CBDD68AE}"/>
                </a:ext>
              </a:extLst>
            </p:cNvPr>
            <p:cNvSpPr/>
            <p:nvPr/>
          </p:nvSpPr>
          <p:spPr>
            <a:xfrm>
              <a:off x="3680728" y="7507007"/>
              <a:ext cx="741226" cy="755406"/>
            </a:xfrm>
            <a:custGeom>
              <a:avLst/>
              <a:gdLst/>
              <a:ahLst/>
              <a:cxnLst/>
              <a:rect l="l" t="t" r="r" b="b"/>
              <a:pathLst>
                <a:path w="1155311" h="1155311">
                  <a:moveTo>
                    <a:pt x="0" y="0"/>
                  </a:moveTo>
                  <a:lnTo>
                    <a:pt x="1155311" y="0"/>
                  </a:lnTo>
                  <a:lnTo>
                    <a:pt x="1155311" y="1155311"/>
                  </a:lnTo>
                  <a:lnTo>
                    <a:pt x="0" y="11553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37" name="Freeform 16">
              <a:extLst>
                <a:ext uri="{FF2B5EF4-FFF2-40B4-BE49-F238E27FC236}">
                  <a16:creationId xmlns:a16="http://schemas.microsoft.com/office/drawing/2014/main" id="{EF430D9E-AE7D-9484-D435-555A1D8BAA06}"/>
                </a:ext>
              </a:extLst>
            </p:cNvPr>
            <p:cNvSpPr/>
            <p:nvPr/>
          </p:nvSpPr>
          <p:spPr>
            <a:xfrm>
              <a:off x="4963761" y="7529655"/>
              <a:ext cx="741226" cy="755406"/>
            </a:xfrm>
            <a:custGeom>
              <a:avLst/>
              <a:gdLst/>
              <a:ahLst/>
              <a:cxnLst/>
              <a:rect l="l" t="t" r="r" b="b"/>
              <a:pathLst>
                <a:path w="1155311" h="1155311">
                  <a:moveTo>
                    <a:pt x="0" y="0"/>
                  </a:moveTo>
                  <a:lnTo>
                    <a:pt x="1155311" y="0"/>
                  </a:lnTo>
                  <a:lnTo>
                    <a:pt x="1155311" y="1155311"/>
                  </a:lnTo>
                  <a:lnTo>
                    <a:pt x="0" y="11553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39" name="Freeform 25">
              <a:extLst>
                <a:ext uri="{FF2B5EF4-FFF2-40B4-BE49-F238E27FC236}">
                  <a16:creationId xmlns:a16="http://schemas.microsoft.com/office/drawing/2014/main" id="{6DC269AA-0C34-59DE-9AFB-8498A383A610}"/>
                </a:ext>
              </a:extLst>
            </p:cNvPr>
            <p:cNvSpPr/>
            <p:nvPr/>
          </p:nvSpPr>
          <p:spPr>
            <a:xfrm>
              <a:off x="5198406" y="5965650"/>
              <a:ext cx="711834" cy="693540"/>
            </a:xfrm>
            <a:custGeom>
              <a:avLst/>
              <a:gdLst/>
              <a:ahLst/>
              <a:cxnLst/>
              <a:rect l="l" t="t" r="r" b="b"/>
              <a:pathLst>
                <a:path w="971079" h="971079">
                  <a:moveTo>
                    <a:pt x="0" y="0"/>
                  </a:moveTo>
                  <a:lnTo>
                    <a:pt x="971079" y="0"/>
                  </a:lnTo>
                  <a:lnTo>
                    <a:pt x="971079" y="971079"/>
                  </a:lnTo>
                  <a:lnTo>
                    <a:pt x="0" y="971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41" name="Freeform 25">
              <a:extLst>
                <a:ext uri="{FF2B5EF4-FFF2-40B4-BE49-F238E27FC236}">
                  <a16:creationId xmlns:a16="http://schemas.microsoft.com/office/drawing/2014/main" id="{FC50019E-1110-A6E7-896F-22C051B014BD}"/>
                </a:ext>
              </a:extLst>
            </p:cNvPr>
            <p:cNvSpPr/>
            <p:nvPr/>
          </p:nvSpPr>
          <p:spPr>
            <a:xfrm>
              <a:off x="6447937" y="5924808"/>
              <a:ext cx="711834" cy="693540"/>
            </a:xfrm>
            <a:custGeom>
              <a:avLst/>
              <a:gdLst/>
              <a:ahLst/>
              <a:cxnLst/>
              <a:rect l="l" t="t" r="r" b="b"/>
              <a:pathLst>
                <a:path w="971079" h="971079">
                  <a:moveTo>
                    <a:pt x="0" y="0"/>
                  </a:moveTo>
                  <a:lnTo>
                    <a:pt x="971079" y="0"/>
                  </a:lnTo>
                  <a:lnTo>
                    <a:pt x="971079" y="971079"/>
                  </a:lnTo>
                  <a:lnTo>
                    <a:pt x="0" y="971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13" name="TextBox 35">
            <a:extLst>
              <a:ext uri="{FF2B5EF4-FFF2-40B4-BE49-F238E27FC236}">
                <a16:creationId xmlns:a16="http://schemas.microsoft.com/office/drawing/2014/main" id="{8B9C05FC-D757-A7F1-1E21-1071A858888B}"/>
              </a:ext>
            </a:extLst>
          </p:cNvPr>
          <p:cNvSpPr txBox="1"/>
          <p:nvPr/>
        </p:nvSpPr>
        <p:spPr>
          <a:xfrm>
            <a:off x="551950" y="2594578"/>
            <a:ext cx="4947081" cy="9757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>
              <a:lnSpc>
                <a:spcPts val="3919"/>
              </a:lnSpc>
            </a:pPr>
            <a:r>
              <a:rPr lang="es-MX" sz="2799" spc="-75" dirty="0">
                <a:solidFill>
                  <a:srgbClr val="FFFF00"/>
                </a:solidFill>
                <a:latin typeface="Poppins"/>
                <a:ea typeface="Poppins"/>
                <a:cs typeface="Poppins"/>
                <a:sym typeface="Poppins"/>
              </a:rPr>
              <a:t>Cuando la rama NO está en la nube</a:t>
            </a:r>
          </a:p>
        </p:txBody>
      </p:sp>
      <p:grpSp>
        <p:nvGrpSpPr>
          <p:cNvPr id="14" name="Group 52">
            <a:extLst>
              <a:ext uri="{FF2B5EF4-FFF2-40B4-BE49-F238E27FC236}">
                <a16:creationId xmlns:a16="http://schemas.microsoft.com/office/drawing/2014/main" id="{C2724627-0433-25AE-96CB-D0D69627DDBF}"/>
              </a:ext>
            </a:extLst>
          </p:cNvPr>
          <p:cNvGrpSpPr/>
          <p:nvPr/>
        </p:nvGrpSpPr>
        <p:grpSpPr>
          <a:xfrm>
            <a:off x="5685316" y="2406642"/>
            <a:ext cx="11863771" cy="960554"/>
            <a:chOff x="0" y="0"/>
            <a:chExt cx="2441105" cy="197645"/>
          </a:xfrm>
        </p:grpSpPr>
        <p:sp>
          <p:nvSpPr>
            <p:cNvPr id="38" name="Freeform 53">
              <a:extLst>
                <a:ext uri="{FF2B5EF4-FFF2-40B4-BE49-F238E27FC236}">
                  <a16:creationId xmlns:a16="http://schemas.microsoft.com/office/drawing/2014/main" id="{5782ADB3-DABB-F6C4-DA85-BB9A1E001FEB}"/>
                </a:ext>
              </a:extLst>
            </p:cNvPr>
            <p:cNvSpPr/>
            <p:nvPr/>
          </p:nvSpPr>
          <p:spPr>
            <a:xfrm>
              <a:off x="0" y="0"/>
              <a:ext cx="2441105" cy="197645"/>
            </a:xfrm>
            <a:custGeom>
              <a:avLst/>
              <a:gdLst/>
              <a:ahLst/>
              <a:cxnLst/>
              <a:rect l="l" t="t" r="r" b="b"/>
              <a:pathLst>
                <a:path w="2441105" h="197645">
                  <a:moveTo>
                    <a:pt x="12745" y="0"/>
                  </a:moveTo>
                  <a:lnTo>
                    <a:pt x="2428360" y="0"/>
                  </a:lnTo>
                  <a:cubicBezTo>
                    <a:pt x="2431740" y="0"/>
                    <a:pt x="2434982" y="1343"/>
                    <a:pt x="2437372" y="3733"/>
                  </a:cubicBezTo>
                  <a:cubicBezTo>
                    <a:pt x="2439763" y="6123"/>
                    <a:pt x="2441105" y="9365"/>
                    <a:pt x="2441105" y="12745"/>
                  </a:cubicBezTo>
                  <a:lnTo>
                    <a:pt x="2441105" y="184899"/>
                  </a:lnTo>
                  <a:cubicBezTo>
                    <a:pt x="2441105" y="188280"/>
                    <a:pt x="2439763" y="191522"/>
                    <a:pt x="2437372" y="193912"/>
                  </a:cubicBezTo>
                  <a:cubicBezTo>
                    <a:pt x="2434982" y="196302"/>
                    <a:pt x="2431740" y="197645"/>
                    <a:pt x="2428360" y="197645"/>
                  </a:cubicBezTo>
                  <a:lnTo>
                    <a:pt x="12745" y="197645"/>
                  </a:lnTo>
                  <a:cubicBezTo>
                    <a:pt x="9365" y="197645"/>
                    <a:pt x="6123" y="196302"/>
                    <a:pt x="3733" y="193912"/>
                  </a:cubicBezTo>
                  <a:cubicBezTo>
                    <a:pt x="1343" y="191522"/>
                    <a:pt x="0" y="188280"/>
                    <a:pt x="0" y="184899"/>
                  </a:cubicBezTo>
                  <a:lnTo>
                    <a:pt x="0" y="12745"/>
                  </a:lnTo>
                  <a:cubicBezTo>
                    <a:pt x="0" y="9365"/>
                    <a:pt x="1343" y="6123"/>
                    <a:pt x="3733" y="3733"/>
                  </a:cubicBezTo>
                  <a:cubicBezTo>
                    <a:pt x="6123" y="1343"/>
                    <a:pt x="9365" y="0"/>
                    <a:pt x="12745" y="0"/>
                  </a:cubicBezTo>
                  <a:close/>
                </a:path>
              </a:pathLst>
            </a:custGeom>
            <a:solidFill>
              <a:srgbClr val="0F0E0E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40" name="TextBox 54">
              <a:extLst>
                <a:ext uri="{FF2B5EF4-FFF2-40B4-BE49-F238E27FC236}">
                  <a16:creationId xmlns:a16="http://schemas.microsoft.com/office/drawing/2014/main" id="{86BD5C9D-416C-A743-4C39-0765A6F81F80}"/>
                </a:ext>
              </a:extLst>
            </p:cNvPr>
            <p:cNvSpPr txBox="1"/>
            <p:nvPr/>
          </p:nvSpPr>
          <p:spPr>
            <a:xfrm>
              <a:off x="0" y="-19050"/>
              <a:ext cx="2441105" cy="2166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42" name="TextBox 56">
            <a:extLst>
              <a:ext uri="{FF2B5EF4-FFF2-40B4-BE49-F238E27FC236}">
                <a16:creationId xmlns:a16="http://schemas.microsoft.com/office/drawing/2014/main" id="{E4B46817-6C80-F45D-D4F1-32B3B3CA9459}"/>
              </a:ext>
            </a:extLst>
          </p:cNvPr>
          <p:cNvSpPr txBox="1"/>
          <p:nvPr/>
        </p:nvSpPr>
        <p:spPr>
          <a:xfrm>
            <a:off x="5983509" y="2657819"/>
            <a:ext cx="11267384" cy="413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>
              <a:lnSpc>
                <a:spcPts val="3359"/>
              </a:lnSpc>
            </a:pPr>
            <a:r>
              <a:rPr lang="en-US" sz="2400" spc="-6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&gt; git push –u origin feat/mi-</a:t>
            </a:r>
            <a:r>
              <a:rPr lang="en-US" sz="2400" spc="-64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rama</a:t>
            </a:r>
            <a:endParaRPr lang="en-US" sz="2400" spc="-64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43" name="Grupo 42">
            <a:extLst>
              <a:ext uri="{FF2B5EF4-FFF2-40B4-BE49-F238E27FC236}">
                <a16:creationId xmlns:a16="http://schemas.microsoft.com/office/drawing/2014/main" id="{67597717-0F23-CE1C-4D85-09C77E743F3D}"/>
              </a:ext>
            </a:extLst>
          </p:cNvPr>
          <p:cNvGrpSpPr/>
          <p:nvPr/>
        </p:nvGrpSpPr>
        <p:grpSpPr>
          <a:xfrm>
            <a:off x="12226822" y="4620065"/>
            <a:ext cx="4661746" cy="1437109"/>
            <a:chOff x="12218188" y="4604695"/>
            <a:chExt cx="4661746" cy="1437109"/>
          </a:xfrm>
        </p:grpSpPr>
        <p:sp>
          <p:nvSpPr>
            <p:cNvPr id="44" name="TextBox 35">
              <a:extLst>
                <a:ext uri="{FF2B5EF4-FFF2-40B4-BE49-F238E27FC236}">
                  <a16:creationId xmlns:a16="http://schemas.microsoft.com/office/drawing/2014/main" id="{7646BD2C-9B07-2227-7B93-707731C0BCAF}"/>
                </a:ext>
              </a:extLst>
            </p:cNvPr>
            <p:cNvSpPr txBox="1"/>
            <p:nvPr/>
          </p:nvSpPr>
          <p:spPr>
            <a:xfrm>
              <a:off x="12218188" y="4622661"/>
              <a:ext cx="2773816" cy="47557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1" indent="0" algn="l">
                <a:lnSpc>
                  <a:spcPts val="3919"/>
                </a:lnSpc>
              </a:pPr>
              <a:r>
                <a:rPr lang="en-US" sz="2799" spc="-75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feat/mi-</a:t>
              </a:r>
              <a:r>
                <a:rPr lang="en-US" sz="2799" spc="-75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rama</a:t>
              </a:r>
              <a:endPara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45" name="Grupo 44">
              <a:extLst>
                <a:ext uri="{FF2B5EF4-FFF2-40B4-BE49-F238E27FC236}">
                  <a16:creationId xmlns:a16="http://schemas.microsoft.com/office/drawing/2014/main" id="{52ACBF67-9C06-DC33-C7FC-2B531519E0C4}"/>
                </a:ext>
              </a:extLst>
            </p:cNvPr>
            <p:cNvGrpSpPr/>
            <p:nvPr/>
          </p:nvGrpSpPr>
          <p:grpSpPr>
            <a:xfrm>
              <a:off x="14785827" y="4604695"/>
              <a:ext cx="2094107" cy="1437109"/>
              <a:chOff x="14794461" y="4628281"/>
              <a:chExt cx="2094107" cy="1437109"/>
            </a:xfrm>
          </p:grpSpPr>
          <p:sp>
            <p:nvSpPr>
              <p:cNvPr id="46" name="Freeform 29">
                <a:extLst>
                  <a:ext uri="{FF2B5EF4-FFF2-40B4-BE49-F238E27FC236}">
                    <a16:creationId xmlns:a16="http://schemas.microsoft.com/office/drawing/2014/main" id="{EDB1FAF0-7798-805F-9F02-C55AF837ADFD}"/>
                  </a:ext>
                </a:extLst>
              </p:cNvPr>
              <p:cNvSpPr/>
              <p:nvPr/>
            </p:nvSpPr>
            <p:spPr>
              <a:xfrm>
                <a:off x="14794461" y="4709336"/>
                <a:ext cx="652215" cy="630586"/>
              </a:xfrm>
              <a:custGeom>
                <a:avLst/>
                <a:gdLst/>
                <a:ahLst/>
                <a:cxnLst/>
                <a:rect l="l" t="t" r="r" b="b"/>
                <a:pathLst>
                  <a:path w="971079" h="971079">
                    <a:moveTo>
                      <a:pt x="0" y="0"/>
                    </a:moveTo>
                    <a:lnTo>
                      <a:pt x="971079" y="0"/>
                    </a:lnTo>
                    <a:lnTo>
                      <a:pt x="971079" y="971079"/>
                    </a:lnTo>
                    <a:lnTo>
                      <a:pt x="0" y="971079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a:blipFill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47" name="Freeform 30">
                <a:extLst>
                  <a:ext uri="{FF2B5EF4-FFF2-40B4-BE49-F238E27FC236}">
                    <a16:creationId xmlns:a16="http://schemas.microsoft.com/office/drawing/2014/main" id="{D38C2674-FB6A-3434-071B-126CB496A296}"/>
                  </a:ext>
                </a:extLst>
              </p:cNvPr>
              <p:cNvSpPr/>
              <p:nvPr/>
            </p:nvSpPr>
            <p:spPr>
              <a:xfrm>
                <a:off x="15112596" y="5089587"/>
                <a:ext cx="668160" cy="975803"/>
              </a:xfrm>
              <a:custGeom>
                <a:avLst/>
                <a:gdLst/>
                <a:ahLst/>
                <a:cxnLst/>
                <a:rect l="l" t="t" r="r" b="b"/>
                <a:pathLst>
                  <a:path w="591125" h="1756857">
                    <a:moveTo>
                      <a:pt x="591125" y="1756856"/>
                    </a:moveTo>
                    <a:lnTo>
                      <a:pt x="591125" y="1107028"/>
                    </a:lnTo>
                    <a:cubicBezTo>
                      <a:pt x="591125" y="1046399"/>
                      <a:pt x="567041" y="988254"/>
                      <a:pt x="524170" y="945383"/>
                    </a:cubicBezTo>
                    <a:cubicBezTo>
                      <a:pt x="481300" y="902512"/>
                      <a:pt x="423154" y="878428"/>
                      <a:pt x="362525" y="878428"/>
                    </a:cubicBezTo>
                    <a:lnTo>
                      <a:pt x="228600" y="878428"/>
                    </a:lnTo>
                    <a:cubicBezTo>
                      <a:pt x="167971" y="878428"/>
                      <a:pt x="109826" y="854343"/>
                      <a:pt x="66956" y="811472"/>
                    </a:cubicBezTo>
                    <a:cubicBezTo>
                      <a:pt x="24085" y="768602"/>
                      <a:pt x="0" y="710457"/>
                      <a:pt x="0" y="649828"/>
                    </a:cubicBezTo>
                    <a:lnTo>
                      <a:pt x="0" y="0"/>
                    </a:lnTo>
                  </a:path>
                </a:pathLst>
              </a:custGeom>
              <a:ln w="57150" cap="flat">
                <a:solidFill>
                  <a:srgbClr val="8C52FF"/>
                </a:solidFill>
                <a:prstDash val="sysDot"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48" name="Freeform 34">
                <a:extLst>
                  <a:ext uri="{FF2B5EF4-FFF2-40B4-BE49-F238E27FC236}">
                    <a16:creationId xmlns:a16="http://schemas.microsoft.com/office/drawing/2014/main" id="{13A190EE-2F76-8519-D646-EA6A94CBE337}"/>
                  </a:ext>
                </a:extLst>
              </p:cNvPr>
              <p:cNvSpPr/>
              <p:nvPr/>
            </p:nvSpPr>
            <p:spPr>
              <a:xfrm flipV="1">
                <a:off x="15372117" y="4905442"/>
                <a:ext cx="1134091" cy="45719"/>
              </a:xfrm>
              <a:custGeom>
                <a:avLst/>
                <a:gdLst/>
                <a:ahLst/>
                <a:cxnLst/>
                <a:rect l="l" t="t" r="r" b="b"/>
                <a:pathLst>
                  <a:path w="567046">
                    <a:moveTo>
                      <a:pt x="0" y="0"/>
                    </a:moveTo>
                    <a:lnTo>
                      <a:pt x="567046" y="0"/>
                    </a:lnTo>
                  </a:path>
                </a:pathLst>
              </a:custGeom>
              <a:ln w="57150" cap="flat">
                <a:solidFill>
                  <a:srgbClr val="8C52FF"/>
                </a:solidFill>
                <a:prstDash val="sysDot"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49" name="Freeform 29">
                <a:extLst>
                  <a:ext uri="{FF2B5EF4-FFF2-40B4-BE49-F238E27FC236}">
                    <a16:creationId xmlns:a16="http://schemas.microsoft.com/office/drawing/2014/main" id="{14DBA630-97F3-9EB2-EA64-520DD84042D5}"/>
                  </a:ext>
                </a:extLst>
              </p:cNvPr>
              <p:cNvSpPr/>
              <p:nvPr/>
            </p:nvSpPr>
            <p:spPr>
              <a:xfrm>
                <a:off x="16236353" y="4628281"/>
                <a:ext cx="652215" cy="630586"/>
              </a:xfrm>
              <a:custGeom>
                <a:avLst/>
                <a:gdLst/>
                <a:ahLst/>
                <a:cxnLst/>
                <a:rect l="l" t="t" r="r" b="b"/>
                <a:pathLst>
                  <a:path w="971079" h="971079">
                    <a:moveTo>
                      <a:pt x="0" y="0"/>
                    </a:moveTo>
                    <a:lnTo>
                      <a:pt x="971079" y="0"/>
                    </a:lnTo>
                    <a:lnTo>
                      <a:pt x="971079" y="971079"/>
                    </a:lnTo>
                    <a:lnTo>
                      <a:pt x="0" y="971079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a:blipFill>
            </p:spPr>
            <p:txBody>
              <a:bodyPr/>
              <a:lstStyle/>
              <a:p>
                <a:endParaRPr lang="es-MX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962643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-1.48148E-6 L -0.49219 -1.48148E-6 " pathEditMode="relative" rAng="0" ptsTypes="AA">
                                      <p:cBhvr>
                                        <p:cTn id="10" dur="5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460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3FE0EA-9902-52FF-C076-D5D79A143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2B1A4F3-B280-7D4F-2A4F-C3F438DBF75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 dirty="0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47287FE1-F03F-E39E-BA45-80B15D4DE29B}"/>
              </a:ext>
            </a:extLst>
          </p:cNvPr>
          <p:cNvGrpSpPr/>
          <p:nvPr/>
        </p:nvGrpSpPr>
        <p:grpSpPr>
          <a:xfrm>
            <a:off x="-698849" y="9575651"/>
            <a:ext cx="19685699" cy="2666805"/>
            <a:chOff x="0" y="0"/>
            <a:chExt cx="5184711" cy="702368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7D94B462-5AE6-E019-DDCC-ADB51DD018F4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 dirty="0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36F42824-2AAA-119F-B674-3675611B1033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44DCE767-032A-11C8-3608-F86D72BF04F6}"/>
              </a:ext>
            </a:extLst>
          </p:cNvPr>
          <p:cNvGrpSpPr/>
          <p:nvPr/>
        </p:nvGrpSpPr>
        <p:grpSpPr>
          <a:xfrm>
            <a:off x="-698849" y="-1923855"/>
            <a:ext cx="19685699" cy="2666805"/>
            <a:chOff x="0" y="0"/>
            <a:chExt cx="5184711" cy="70236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26E289A1-2DD6-3FED-CEA2-3A920113CFE4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A50F9639-B381-BDC1-40B8-8A879647A5DC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6E656FD8-CB65-7909-0E9C-9C7E9CAA241F}"/>
              </a:ext>
            </a:extLst>
          </p:cNvPr>
          <p:cNvSpPr/>
          <p:nvPr/>
        </p:nvSpPr>
        <p:spPr>
          <a:xfrm>
            <a:off x="15872392" y="2091327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C3BF1B6B-10E6-5A33-3CCF-76706032518E}"/>
              </a:ext>
            </a:extLst>
          </p:cNvPr>
          <p:cNvSpPr/>
          <p:nvPr/>
        </p:nvSpPr>
        <p:spPr>
          <a:xfrm>
            <a:off x="16901092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7EDCEBC7-A434-6365-B7EB-1D60FB0DD72A}"/>
              </a:ext>
            </a:extLst>
          </p:cNvPr>
          <p:cNvSpPr/>
          <p:nvPr/>
        </p:nvSpPr>
        <p:spPr>
          <a:xfrm flipH="1">
            <a:off x="-1389129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178E4D7A-49C1-8355-A2F7-CF667367EB08}"/>
              </a:ext>
            </a:extLst>
          </p:cNvPr>
          <p:cNvSpPr/>
          <p:nvPr/>
        </p:nvSpPr>
        <p:spPr>
          <a:xfrm flipH="1">
            <a:off x="-360429" y="2459791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6A241E77-FE81-4B62-7644-5E6344FDBFB9}"/>
              </a:ext>
            </a:extLst>
          </p:cNvPr>
          <p:cNvSpPr txBox="1"/>
          <p:nvPr/>
        </p:nvSpPr>
        <p:spPr>
          <a:xfrm>
            <a:off x="783615" y="758816"/>
            <a:ext cx="17197243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s-MX" sz="7500" b="1" dirty="0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PARA ENTENDER MEJOR</a:t>
            </a:r>
            <a:endParaRPr lang="en-US" sz="7500" b="1" dirty="0">
              <a:solidFill>
                <a:srgbClr val="FFFFFF"/>
              </a:solidFill>
              <a:latin typeface="Lato Bold"/>
              <a:ea typeface="Lato Bold"/>
              <a:cs typeface="Lato Bold"/>
              <a:sym typeface="Lato Bold"/>
            </a:endParaRPr>
          </a:p>
        </p:txBody>
      </p:sp>
      <p:grpSp>
        <p:nvGrpSpPr>
          <p:cNvPr id="82" name="Grupo 81">
            <a:extLst>
              <a:ext uri="{FF2B5EF4-FFF2-40B4-BE49-F238E27FC236}">
                <a16:creationId xmlns:a16="http://schemas.microsoft.com/office/drawing/2014/main" id="{9019ECE0-75E2-65B3-7DED-B43A0F42DB45}"/>
              </a:ext>
            </a:extLst>
          </p:cNvPr>
          <p:cNvGrpSpPr/>
          <p:nvPr/>
        </p:nvGrpSpPr>
        <p:grpSpPr>
          <a:xfrm>
            <a:off x="-228601" y="-478361"/>
            <a:ext cx="2905050" cy="1476032"/>
            <a:chOff x="-228601" y="-478361"/>
            <a:chExt cx="2905050" cy="1476032"/>
          </a:xfrm>
        </p:grpSpPr>
        <p:grpSp>
          <p:nvGrpSpPr>
            <p:cNvPr id="83" name="Group 10">
              <a:extLst>
                <a:ext uri="{FF2B5EF4-FFF2-40B4-BE49-F238E27FC236}">
                  <a16:creationId xmlns:a16="http://schemas.microsoft.com/office/drawing/2014/main" id="{1BBF20C9-21ED-C54D-9BB1-0C182E340FA7}"/>
                </a:ext>
              </a:extLst>
            </p:cNvPr>
            <p:cNvGrpSpPr/>
            <p:nvPr/>
          </p:nvGrpSpPr>
          <p:grpSpPr>
            <a:xfrm>
              <a:off x="-228601" y="-478361"/>
              <a:ext cx="2905050" cy="1221311"/>
              <a:chOff x="0" y="0"/>
              <a:chExt cx="1355852" cy="720510"/>
            </a:xfrm>
          </p:grpSpPr>
          <p:sp>
            <p:nvSpPr>
              <p:cNvPr id="85" name="Freeform 11">
                <a:extLst>
                  <a:ext uri="{FF2B5EF4-FFF2-40B4-BE49-F238E27FC236}">
                    <a16:creationId xmlns:a16="http://schemas.microsoft.com/office/drawing/2014/main" id="{31D5E97E-3EE6-D992-607B-F75E6BC35092}"/>
                  </a:ext>
                </a:extLst>
              </p:cNvPr>
              <p:cNvSpPr/>
              <p:nvPr/>
            </p:nvSpPr>
            <p:spPr>
              <a:xfrm>
                <a:off x="0" y="0"/>
                <a:ext cx="1355852" cy="720510"/>
              </a:xfrm>
              <a:custGeom>
                <a:avLst/>
                <a:gdLst/>
                <a:ahLst/>
                <a:cxnLst/>
                <a:rect l="l" t="t" r="r" b="b"/>
                <a:pathLst>
                  <a:path w="1355852" h="720510">
                    <a:moveTo>
                      <a:pt x="150387" y="0"/>
                    </a:moveTo>
                    <a:lnTo>
                      <a:pt x="1205465" y="0"/>
                    </a:lnTo>
                    <a:cubicBezTo>
                      <a:pt x="1245350" y="0"/>
                      <a:pt x="1283602" y="15844"/>
                      <a:pt x="1311805" y="44047"/>
                    </a:cubicBezTo>
                    <a:cubicBezTo>
                      <a:pt x="1340008" y="72250"/>
                      <a:pt x="1355852" y="110502"/>
                      <a:pt x="1355852" y="150387"/>
                    </a:cubicBezTo>
                    <a:lnTo>
                      <a:pt x="1355852" y="570123"/>
                    </a:lnTo>
                    <a:cubicBezTo>
                      <a:pt x="1355852" y="653179"/>
                      <a:pt x="1288522" y="720510"/>
                      <a:pt x="1205465" y="720510"/>
                    </a:cubicBezTo>
                    <a:lnTo>
                      <a:pt x="150387" y="720510"/>
                    </a:lnTo>
                    <a:cubicBezTo>
                      <a:pt x="67331" y="720510"/>
                      <a:pt x="0" y="653179"/>
                      <a:pt x="0" y="570123"/>
                    </a:cubicBezTo>
                    <a:lnTo>
                      <a:pt x="0" y="150387"/>
                    </a:lnTo>
                    <a:cubicBezTo>
                      <a:pt x="0" y="67331"/>
                      <a:pt x="67331" y="0"/>
                      <a:pt x="150387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86" name="TextBox 12">
                <a:extLst>
                  <a:ext uri="{FF2B5EF4-FFF2-40B4-BE49-F238E27FC236}">
                    <a16:creationId xmlns:a16="http://schemas.microsoft.com/office/drawing/2014/main" id="{83F585D7-342D-F29B-7615-86F79333911A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5852" cy="739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pic>
          <p:nvPicPr>
            <p:cNvPr id="84" name="Imagen 83">
              <a:extLst>
                <a:ext uri="{FF2B5EF4-FFF2-40B4-BE49-F238E27FC236}">
                  <a16:creationId xmlns:a16="http://schemas.microsoft.com/office/drawing/2014/main" id="{00F170AF-E165-D428-5709-182444C930A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1" y="-375754"/>
              <a:ext cx="1373425" cy="1373425"/>
            </a:xfrm>
            <a:prstGeom prst="rect">
              <a:avLst/>
            </a:prstGeom>
          </p:spPr>
        </p:pic>
      </p:grpSp>
      <p:grpSp>
        <p:nvGrpSpPr>
          <p:cNvPr id="87" name="Group 13">
            <a:extLst>
              <a:ext uri="{FF2B5EF4-FFF2-40B4-BE49-F238E27FC236}">
                <a16:creationId xmlns:a16="http://schemas.microsoft.com/office/drawing/2014/main" id="{C7DBC851-7DDF-3FC6-3074-ADE781301369}"/>
              </a:ext>
            </a:extLst>
          </p:cNvPr>
          <p:cNvGrpSpPr/>
          <p:nvPr/>
        </p:nvGrpSpPr>
        <p:grpSpPr>
          <a:xfrm>
            <a:off x="453113" y="3699753"/>
            <a:ext cx="8545430" cy="4913971"/>
            <a:chOff x="0" y="0"/>
            <a:chExt cx="1351154" cy="731404"/>
          </a:xfrm>
        </p:grpSpPr>
        <p:sp>
          <p:nvSpPr>
            <p:cNvPr id="88" name="Freeform 14">
              <a:extLst>
                <a:ext uri="{FF2B5EF4-FFF2-40B4-BE49-F238E27FC236}">
                  <a16:creationId xmlns:a16="http://schemas.microsoft.com/office/drawing/2014/main" id="{08F2AD12-9371-FF9F-7873-011987D288B6}"/>
                </a:ext>
              </a:extLst>
            </p:cNvPr>
            <p:cNvSpPr/>
            <p:nvPr/>
          </p:nvSpPr>
          <p:spPr>
            <a:xfrm>
              <a:off x="0" y="0"/>
              <a:ext cx="1351154" cy="731404"/>
            </a:xfrm>
            <a:custGeom>
              <a:avLst/>
              <a:gdLst/>
              <a:ahLst/>
              <a:cxnLst/>
              <a:rect l="l" t="t" r="r" b="b"/>
              <a:pathLst>
                <a:path w="1351154" h="731404">
                  <a:moveTo>
                    <a:pt x="23027" y="0"/>
                  </a:moveTo>
                  <a:lnTo>
                    <a:pt x="1328127" y="0"/>
                  </a:lnTo>
                  <a:cubicBezTo>
                    <a:pt x="1340845" y="0"/>
                    <a:pt x="1351154" y="10310"/>
                    <a:pt x="1351154" y="23027"/>
                  </a:cubicBezTo>
                  <a:lnTo>
                    <a:pt x="1351154" y="708377"/>
                  </a:lnTo>
                  <a:cubicBezTo>
                    <a:pt x="1351154" y="721094"/>
                    <a:pt x="1340845" y="731404"/>
                    <a:pt x="1328127" y="731404"/>
                  </a:cubicBezTo>
                  <a:lnTo>
                    <a:pt x="23027" y="731404"/>
                  </a:lnTo>
                  <a:cubicBezTo>
                    <a:pt x="10310" y="731404"/>
                    <a:pt x="0" y="721094"/>
                    <a:pt x="0" y="708377"/>
                  </a:cubicBezTo>
                  <a:lnTo>
                    <a:pt x="0" y="23027"/>
                  </a:lnTo>
                  <a:cubicBezTo>
                    <a:pt x="0" y="10310"/>
                    <a:pt x="10310" y="0"/>
                    <a:pt x="23027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B4B4B4"/>
              </a:solidFill>
              <a:prstDash val="solid"/>
              <a:round/>
            </a:ln>
          </p:spPr>
          <p:txBody>
            <a:bodyPr/>
            <a:lstStyle/>
            <a:p>
              <a:endParaRPr lang="es-MX" dirty="0"/>
            </a:p>
          </p:txBody>
        </p:sp>
        <p:sp>
          <p:nvSpPr>
            <p:cNvPr id="89" name="TextBox 15">
              <a:extLst>
                <a:ext uri="{FF2B5EF4-FFF2-40B4-BE49-F238E27FC236}">
                  <a16:creationId xmlns:a16="http://schemas.microsoft.com/office/drawing/2014/main" id="{CA86B762-0603-1691-7F0A-05324EA09B19}"/>
                </a:ext>
              </a:extLst>
            </p:cNvPr>
            <p:cNvSpPr txBox="1"/>
            <p:nvPr/>
          </p:nvSpPr>
          <p:spPr>
            <a:xfrm>
              <a:off x="0" y="-19050"/>
              <a:ext cx="1351154" cy="7504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90" name="TextBox 16">
            <a:extLst>
              <a:ext uri="{FF2B5EF4-FFF2-40B4-BE49-F238E27FC236}">
                <a16:creationId xmlns:a16="http://schemas.microsoft.com/office/drawing/2014/main" id="{122F66C1-4AD9-1373-230B-CB4A9A5E4EF5}"/>
              </a:ext>
            </a:extLst>
          </p:cNvPr>
          <p:cNvSpPr txBox="1"/>
          <p:nvPr/>
        </p:nvSpPr>
        <p:spPr>
          <a:xfrm>
            <a:off x="742091" y="3920399"/>
            <a:ext cx="7154156" cy="5476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4479"/>
              </a:lnSpc>
            </a:pPr>
            <a:r>
              <a:rPr lang="en-US" sz="3199" spc="-86" dirty="0" err="1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Repositorio</a:t>
            </a:r>
            <a:r>
              <a:rPr lang="en-US" sz="3199" spc="-86" dirty="0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199" spc="-86" dirty="0" err="1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remoto</a:t>
            </a:r>
            <a:endParaRPr lang="en-US" sz="3199" spc="-86" dirty="0">
              <a:solidFill>
                <a:srgbClr val="FF31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91" name="Group 36">
            <a:extLst>
              <a:ext uri="{FF2B5EF4-FFF2-40B4-BE49-F238E27FC236}">
                <a16:creationId xmlns:a16="http://schemas.microsoft.com/office/drawing/2014/main" id="{805D2C7E-98A6-90AC-CEE0-C7F4FA5682DD}"/>
              </a:ext>
            </a:extLst>
          </p:cNvPr>
          <p:cNvGrpSpPr/>
          <p:nvPr/>
        </p:nvGrpSpPr>
        <p:grpSpPr>
          <a:xfrm>
            <a:off x="9334599" y="3695378"/>
            <a:ext cx="8767116" cy="4918345"/>
            <a:chOff x="0" y="0"/>
            <a:chExt cx="1351154" cy="731404"/>
          </a:xfrm>
        </p:grpSpPr>
        <p:sp>
          <p:nvSpPr>
            <p:cNvPr id="92" name="Freeform 37">
              <a:extLst>
                <a:ext uri="{FF2B5EF4-FFF2-40B4-BE49-F238E27FC236}">
                  <a16:creationId xmlns:a16="http://schemas.microsoft.com/office/drawing/2014/main" id="{03D0C3C3-A23C-B94B-275C-C64FF3761107}"/>
                </a:ext>
              </a:extLst>
            </p:cNvPr>
            <p:cNvSpPr/>
            <p:nvPr/>
          </p:nvSpPr>
          <p:spPr>
            <a:xfrm>
              <a:off x="0" y="0"/>
              <a:ext cx="1351154" cy="731404"/>
            </a:xfrm>
            <a:custGeom>
              <a:avLst/>
              <a:gdLst/>
              <a:ahLst/>
              <a:cxnLst/>
              <a:rect l="l" t="t" r="r" b="b"/>
              <a:pathLst>
                <a:path w="1351154" h="731404">
                  <a:moveTo>
                    <a:pt x="23027" y="0"/>
                  </a:moveTo>
                  <a:lnTo>
                    <a:pt x="1328127" y="0"/>
                  </a:lnTo>
                  <a:cubicBezTo>
                    <a:pt x="1340845" y="0"/>
                    <a:pt x="1351154" y="10310"/>
                    <a:pt x="1351154" y="23027"/>
                  </a:cubicBezTo>
                  <a:lnTo>
                    <a:pt x="1351154" y="708377"/>
                  </a:lnTo>
                  <a:cubicBezTo>
                    <a:pt x="1351154" y="721094"/>
                    <a:pt x="1340845" y="731404"/>
                    <a:pt x="1328127" y="731404"/>
                  </a:cubicBezTo>
                  <a:lnTo>
                    <a:pt x="23027" y="731404"/>
                  </a:lnTo>
                  <a:cubicBezTo>
                    <a:pt x="10310" y="731404"/>
                    <a:pt x="0" y="721094"/>
                    <a:pt x="0" y="708377"/>
                  </a:cubicBezTo>
                  <a:lnTo>
                    <a:pt x="0" y="23027"/>
                  </a:lnTo>
                  <a:cubicBezTo>
                    <a:pt x="0" y="10310"/>
                    <a:pt x="10310" y="0"/>
                    <a:pt x="23027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B4B4B4"/>
              </a:solidFill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93" name="TextBox 38">
              <a:extLst>
                <a:ext uri="{FF2B5EF4-FFF2-40B4-BE49-F238E27FC236}">
                  <a16:creationId xmlns:a16="http://schemas.microsoft.com/office/drawing/2014/main" id="{583BD033-5B40-6C96-D2DA-11343F44E6B8}"/>
                </a:ext>
              </a:extLst>
            </p:cNvPr>
            <p:cNvSpPr txBox="1"/>
            <p:nvPr/>
          </p:nvSpPr>
          <p:spPr>
            <a:xfrm>
              <a:off x="0" y="-19050"/>
              <a:ext cx="1351154" cy="7504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94" name="TextBox 39">
            <a:extLst>
              <a:ext uri="{FF2B5EF4-FFF2-40B4-BE49-F238E27FC236}">
                <a16:creationId xmlns:a16="http://schemas.microsoft.com/office/drawing/2014/main" id="{6C66B1FC-6526-A157-1219-A6ED8BD01F12}"/>
              </a:ext>
            </a:extLst>
          </p:cNvPr>
          <p:cNvSpPr txBox="1"/>
          <p:nvPr/>
        </p:nvSpPr>
        <p:spPr>
          <a:xfrm>
            <a:off x="9514797" y="3977248"/>
            <a:ext cx="7339749" cy="5476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4479"/>
              </a:lnSpc>
            </a:pPr>
            <a:r>
              <a:rPr lang="en-US" sz="3199" spc="-86" dirty="0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Mi </a:t>
            </a:r>
            <a:r>
              <a:rPr lang="en-US" sz="3199" spc="-86" dirty="0" err="1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máquina</a:t>
            </a:r>
            <a:r>
              <a:rPr lang="en-US" sz="3199" spc="-86" dirty="0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 local</a:t>
            </a:r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3A352286-CC76-A265-70D3-586BEBE02214}"/>
              </a:ext>
            </a:extLst>
          </p:cNvPr>
          <p:cNvSpPr/>
          <p:nvPr/>
        </p:nvSpPr>
        <p:spPr>
          <a:xfrm>
            <a:off x="2355114" y="7538246"/>
            <a:ext cx="741226" cy="755406"/>
          </a:xfrm>
          <a:custGeom>
            <a:avLst/>
            <a:gdLst/>
            <a:ahLst/>
            <a:cxnLst/>
            <a:rect l="l" t="t" r="r" b="b"/>
            <a:pathLst>
              <a:path w="1155311" h="1155311">
                <a:moveTo>
                  <a:pt x="0" y="0"/>
                </a:moveTo>
                <a:lnTo>
                  <a:pt x="1155311" y="0"/>
                </a:lnTo>
                <a:lnTo>
                  <a:pt x="1155311" y="1155311"/>
                </a:lnTo>
                <a:lnTo>
                  <a:pt x="0" y="11553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D42AAA64-F218-1E01-D219-BE5A4CB2FB1E}"/>
              </a:ext>
            </a:extLst>
          </p:cNvPr>
          <p:cNvSpPr/>
          <p:nvPr/>
        </p:nvSpPr>
        <p:spPr>
          <a:xfrm>
            <a:off x="1656265" y="7974170"/>
            <a:ext cx="3727760" cy="0"/>
          </a:xfrm>
          <a:prstGeom prst="line">
            <a:avLst/>
          </a:prstGeom>
          <a:ln w="57150" cap="flat">
            <a:solidFill>
              <a:srgbClr val="F15226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19" name="Freeform 19">
            <a:extLst>
              <a:ext uri="{FF2B5EF4-FFF2-40B4-BE49-F238E27FC236}">
                <a16:creationId xmlns:a16="http://schemas.microsoft.com/office/drawing/2014/main" id="{A4BE01F7-C40E-275A-7075-7B6E63B86F50}"/>
              </a:ext>
            </a:extLst>
          </p:cNvPr>
          <p:cNvSpPr/>
          <p:nvPr/>
        </p:nvSpPr>
        <p:spPr>
          <a:xfrm>
            <a:off x="537211" y="7100741"/>
            <a:ext cx="1129912" cy="1225993"/>
          </a:xfrm>
          <a:custGeom>
            <a:avLst/>
            <a:gdLst/>
            <a:ahLst/>
            <a:cxnLst/>
            <a:rect l="l" t="t" r="r" b="b"/>
            <a:pathLst>
              <a:path w="2286436" h="2286436">
                <a:moveTo>
                  <a:pt x="0" y="0"/>
                </a:moveTo>
                <a:lnTo>
                  <a:pt x="2286436" y="0"/>
                </a:lnTo>
                <a:lnTo>
                  <a:pt x="2286436" y="2286436"/>
                </a:lnTo>
                <a:lnTo>
                  <a:pt x="0" y="22864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27" name="Freeform 27">
            <a:extLst>
              <a:ext uri="{FF2B5EF4-FFF2-40B4-BE49-F238E27FC236}">
                <a16:creationId xmlns:a16="http://schemas.microsoft.com/office/drawing/2014/main" id="{B25E30D9-7CC1-DA88-3304-07DEEB5ECEE2}"/>
              </a:ext>
            </a:extLst>
          </p:cNvPr>
          <p:cNvSpPr/>
          <p:nvPr/>
        </p:nvSpPr>
        <p:spPr>
          <a:xfrm>
            <a:off x="5839566" y="6364135"/>
            <a:ext cx="901338" cy="47207"/>
          </a:xfrm>
          <a:custGeom>
            <a:avLst/>
            <a:gdLst/>
            <a:ahLst/>
            <a:cxnLst/>
            <a:rect l="l" t="t" r="r" b="b"/>
            <a:pathLst>
              <a:path w="832264">
                <a:moveTo>
                  <a:pt x="832264" y="0"/>
                </a:moveTo>
                <a:lnTo>
                  <a:pt x="0" y="0"/>
                </a:lnTo>
              </a:path>
            </a:pathLst>
          </a:custGeom>
          <a:ln w="57150" cap="flat">
            <a:solidFill>
              <a:srgbClr val="7ED957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28" name="Freeform 28">
            <a:extLst>
              <a:ext uri="{FF2B5EF4-FFF2-40B4-BE49-F238E27FC236}">
                <a16:creationId xmlns:a16="http://schemas.microsoft.com/office/drawing/2014/main" id="{1FFE4A6F-BAAD-1E76-2555-CF612921F683}"/>
              </a:ext>
            </a:extLst>
          </p:cNvPr>
          <p:cNvSpPr/>
          <p:nvPr/>
        </p:nvSpPr>
        <p:spPr>
          <a:xfrm>
            <a:off x="5415484" y="6600070"/>
            <a:ext cx="146476" cy="1022544"/>
          </a:xfrm>
          <a:custGeom>
            <a:avLst/>
            <a:gdLst/>
            <a:ahLst/>
            <a:cxnLst/>
            <a:rect l="l" t="t" r="r" b="b"/>
            <a:pathLst>
              <a:path w="1995163" h="1353803">
                <a:moveTo>
                  <a:pt x="0" y="1353803"/>
                </a:moveTo>
                <a:lnTo>
                  <a:pt x="0" y="881060"/>
                </a:lnTo>
                <a:cubicBezTo>
                  <a:pt x="0" y="820432"/>
                  <a:pt x="24084" y="762286"/>
                  <a:pt x="66955" y="719415"/>
                </a:cubicBezTo>
                <a:cubicBezTo>
                  <a:pt x="109826" y="676545"/>
                  <a:pt x="167971" y="652460"/>
                  <a:pt x="228600" y="652460"/>
                </a:cubicBezTo>
                <a:lnTo>
                  <a:pt x="1411680" y="652460"/>
                </a:lnTo>
                <a:cubicBezTo>
                  <a:pt x="1537932" y="652460"/>
                  <a:pt x="1640280" y="550112"/>
                  <a:pt x="1640280" y="423860"/>
                </a:cubicBezTo>
                <a:lnTo>
                  <a:pt x="1640280" y="177441"/>
                </a:lnTo>
                <a:cubicBezTo>
                  <a:pt x="1640280" y="130381"/>
                  <a:pt x="1658975" y="85248"/>
                  <a:pt x="1692251" y="51971"/>
                </a:cubicBezTo>
                <a:cubicBezTo>
                  <a:pt x="1725528" y="18694"/>
                  <a:pt x="1770661" y="0"/>
                  <a:pt x="1817722" y="0"/>
                </a:cubicBezTo>
                <a:lnTo>
                  <a:pt x="1995163" y="0"/>
                </a:lnTo>
              </a:path>
            </a:pathLst>
          </a:custGeom>
          <a:ln w="57150" cap="flat">
            <a:solidFill>
              <a:srgbClr val="7ED957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682685AB-3560-6DC5-87DD-B29B347B6B0E}"/>
              </a:ext>
            </a:extLst>
          </p:cNvPr>
          <p:cNvSpPr txBox="1"/>
          <p:nvPr/>
        </p:nvSpPr>
        <p:spPr>
          <a:xfrm>
            <a:off x="5819288" y="7581371"/>
            <a:ext cx="2415608" cy="4755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master/main</a:t>
            </a:r>
          </a:p>
        </p:txBody>
      </p:sp>
      <p:sp>
        <p:nvSpPr>
          <p:cNvPr id="56" name="TextBox 35">
            <a:extLst>
              <a:ext uri="{FF2B5EF4-FFF2-40B4-BE49-F238E27FC236}">
                <a16:creationId xmlns:a16="http://schemas.microsoft.com/office/drawing/2014/main" id="{77C80549-663B-7EBF-30FC-7B85A0BCC27C}"/>
              </a:ext>
            </a:extLst>
          </p:cNvPr>
          <p:cNvSpPr txBox="1"/>
          <p:nvPr/>
        </p:nvSpPr>
        <p:spPr>
          <a:xfrm>
            <a:off x="7301248" y="6058774"/>
            <a:ext cx="2415608" cy="4755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develop</a:t>
            </a:r>
          </a:p>
        </p:txBody>
      </p:sp>
      <p:sp>
        <p:nvSpPr>
          <p:cNvPr id="22" name="Freeform 16">
            <a:extLst>
              <a:ext uri="{FF2B5EF4-FFF2-40B4-BE49-F238E27FC236}">
                <a16:creationId xmlns:a16="http://schemas.microsoft.com/office/drawing/2014/main" id="{7A4B8B23-ED58-E2C4-7F5D-6E628DC26355}"/>
              </a:ext>
            </a:extLst>
          </p:cNvPr>
          <p:cNvSpPr/>
          <p:nvPr/>
        </p:nvSpPr>
        <p:spPr>
          <a:xfrm>
            <a:off x="3682607" y="7538246"/>
            <a:ext cx="741226" cy="755406"/>
          </a:xfrm>
          <a:custGeom>
            <a:avLst/>
            <a:gdLst/>
            <a:ahLst/>
            <a:cxnLst/>
            <a:rect l="l" t="t" r="r" b="b"/>
            <a:pathLst>
              <a:path w="1155311" h="1155311">
                <a:moveTo>
                  <a:pt x="0" y="0"/>
                </a:moveTo>
                <a:lnTo>
                  <a:pt x="1155311" y="0"/>
                </a:lnTo>
                <a:lnTo>
                  <a:pt x="1155311" y="1155311"/>
                </a:lnTo>
                <a:lnTo>
                  <a:pt x="0" y="11553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24" name="Freeform 16">
            <a:extLst>
              <a:ext uri="{FF2B5EF4-FFF2-40B4-BE49-F238E27FC236}">
                <a16:creationId xmlns:a16="http://schemas.microsoft.com/office/drawing/2014/main" id="{F064BFC8-0F3D-B9F0-A0CD-C0346BE9C7E0}"/>
              </a:ext>
            </a:extLst>
          </p:cNvPr>
          <p:cNvSpPr/>
          <p:nvPr/>
        </p:nvSpPr>
        <p:spPr>
          <a:xfrm>
            <a:off x="4965640" y="7560894"/>
            <a:ext cx="741226" cy="755406"/>
          </a:xfrm>
          <a:custGeom>
            <a:avLst/>
            <a:gdLst/>
            <a:ahLst/>
            <a:cxnLst/>
            <a:rect l="l" t="t" r="r" b="b"/>
            <a:pathLst>
              <a:path w="1155311" h="1155311">
                <a:moveTo>
                  <a:pt x="0" y="0"/>
                </a:moveTo>
                <a:lnTo>
                  <a:pt x="1155311" y="0"/>
                </a:lnTo>
                <a:lnTo>
                  <a:pt x="1155311" y="1155311"/>
                </a:lnTo>
                <a:lnTo>
                  <a:pt x="0" y="11553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25" name="Freeform 25">
            <a:extLst>
              <a:ext uri="{FF2B5EF4-FFF2-40B4-BE49-F238E27FC236}">
                <a16:creationId xmlns:a16="http://schemas.microsoft.com/office/drawing/2014/main" id="{B5ECC3AF-3675-0072-BBE2-EF30D97CE00F}"/>
              </a:ext>
            </a:extLst>
          </p:cNvPr>
          <p:cNvSpPr/>
          <p:nvPr/>
        </p:nvSpPr>
        <p:spPr>
          <a:xfrm>
            <a:off x="5200285" y="5996889"/>
            <a:ext cx="711834" cy="693540"/>
          </a:xfrm>
          <a:custGeom>
            <a:avLst/>
            <a:gdLst/>
            <a:ahLst/>
            <a:cxnLst/>
            <a:rect l="l" t="t" r="r" b="b"/>
            <a:pathLst>
              <a:path w="971079" h="971079">
                <a:moveTo>
                  <a:pt x="0" y="0"/>
                </a:moveTo>
                <a:lnTo>
                  <a:pt x="971079" y="0"/>
                </a:lnTo>
                <a:lnTo>
                  <a:pt x="971079" y="971079"/>
                </a:lnTo>
                <a:lnTo>
                  <a:pt x="0" y="9710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6" name="Freeform 25">
            <a:extLst>
              <a:ext uri="{FF2B5EF4-FFF2-40B4-BE49-F238E27FC236}">
                <a16:creationId xmlns:a16="http://schemas.microsoft.com/office/drawing/2014/main" id="{2D827E3D-C8D2-98B5-0419-E42CFBC2247E}"/>
              </a:ext>
            </a:extLst>
          </p:cNvPr>
          <p:cNvSpPr/>
          <p:nvPr/>
        </p:nvSpPr>
        <p:spPr>
          <a:xfrm>
            <a:off x="6449816" y="5956047"/>
            <a:ext cx="711834" cy="693540"/>
          </a:xfrm>
          <a:custGeom>
            <a:avLst/>
            <a:gdLst/>
            <a:ahLst/>
            <a:cxnLst/>
            <a:rect l="l" t="t" r="r" b="b"/>
            <a:pathLst>
              <a:path w="971079" h="971079">
                <a:moveTo>
                  <a:pt x="0" y="0"/>
                </a:moveTo>
                <a:lnTo>
                  <a:pt x="971079" y="0"/>
                </a:lnTo>
                <a:lnTo>
                  <a:pt x="971079" y="971079"/>
                </a:lnTo>
                <a:lnTo>
                  <a:pt x="0" y="9710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63" name="TextBox 35">
            <a:extLst>
              <a:ext uri="{FF2B5EF4-FFF2-40B4-BE49-F238E27FC236}">
                <a16:creationId xmlns:a16="http://schemas.microsoft.com/office/drawing/2014/main" id="{33EE6B1D-E60E-4565-B3E2-B80C7421F306}"/>
              </a:ext>
            </a:extLst>
          </p:cNvPr>
          <p:cNvSpPr txBox="1"/>
          <p:nvPr/>
        </p:nvSpPr>
        <p:spPr>
          <a:xfrm>
            <a:off x="12226822" y="4646247"/>
            <a:ext cx="2773816" cy="4755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feat/mi-</a:t>
            </a:r>
            <a:r>
              <a:rPr lang="en-US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rama</a:t>
            </a:r>
            <a:endParaRPr lang="en-US" sz="2799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02" name="Grupo 101">
            <a:extLst>
              <a:ext uri="{FF2B5EF4-FFF2-40B4-BE49-F238E27FC236}">
                <a16:creationId xmlns:a16="http://schemas.microsoft.com/office/drawing/2014/main" id="{243F7F66-DEC0-6C0A-8AA8-BFDDBFFE265F}"/>
              </a:ext>
            </a:extLst>
          </p:cNvPr>
          <p:cNvGrpSpPr/>
          <p:nvPr/>
        </p:nvGrpSpPr>
        <p:grpSpPr>
          <a:xfrm>
            <a:off x="14794461" y="4628281"/>
            <a:ext cx="2094107" cy="1437109"/>
            <a:chOff x="14794461" y="4628281"/>
            <a:chExt cx="2094107" cy="143710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B5B6F809-0942-1672-6903-6FA14055902D}"/>
                </a:ext>
              </a:extLst>
            </p:cNvPr>
            <p:cNvSpPr/>
            <p:nvPr/>
          </p:nvSpPr>
          <p:spPr>
            <a:xfrm>
              <a:off x="14794461" y="4709336"/>
              <a:ext cx="652215" cy="630586"/>
            </a:xfrm>
            <a:custGeom>
              <a:avLst/>
              <a:gdLst/>
              <a:ahLst/>
              <a:cxnLst/>
              <a:rect l="l" t="t" r="r" b="b"/>
              <a:pathLst>
                <a:path w="971079" h="971079">
                  <a:moveTo>
                    <a:pt x="0" y="0"/>
                  </a:moveTo>
                  <a:lnTo>
                    <a:pt x="971079" y="0"/>
                  </a:lnTo>
                  <a:lnTo>
                    <a:pt x="971079" y="971079"/>
                  </a:lnTo>
                  <a:lnTo>
                    <a:pt x="0" y="971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1A532FB1-9CC4-F3D5-D29E-01072201623A}"/>
                </a:ext>
              </a:extLst>
            </p:cNvPr>
            <p:cNvSpPr/>
            <p:nvPr/>
          </p:nvSpPr>
          <p:spPr>
            <a:xfrm>
              <a:off x="15112596" y="5089587"/>
              <a:ext cx="668160" cy="975803"/>
            </a:xfrm>
            <a:custGeom>
              <a:avLst/>
              <a:gdLst/>
              <a:ahLst/>
              <a:cxnLst/>
              <a:rect l="l" t="t" r="r" b="b"/>
              <a:pathLst>
                <a:path w="591125" h="1756857">
                  <a:moveTo>
                    <a:pt x="591125" y="1756856"/>
                  </a:moveTo>
                  <a:lnTo>
                    <a:pt x="591125" y="1107028"/>
                  </a:lnTo>
                  <a:cubicBezTo>
                    <a:pt x="591125" y="1046399"/>
                    <a:pt x="567041" y="988254"/>
                    <a:pt x="524170" y="945383"/>
                  </a:cubicBezTo>
                  <a:cubicBezTo>
                    <a:pt x="481300" y="902512"/>
                    <a:pt x="423154" y="878428"/>
                    <a:pt x="362525" y="878428"/>
                  </a:cubicBezTo>
                  <a:lnTo>
                    <a:pt x="228600" y="878428"/>
                  </a:lnTo>
                  <a:cubicBezTo>
                    <a:pt x="167971" y="878428"/>
                    <a:pt x="109826" y="854343"/>
                    <a:pt x="66956" y="811472"/>
                  </a:cubicBezTo>
                  <a:cubicBezTo>
                    <a:pt x="24085" y="768602"/>
                    <a:pt x="0" y="710457"/>
                    <a:pt x="0" y="649828"/>
                  </a:cubicBezTo>
                  <a:lnTo>
                    <a:pt x="0" y="0"/>
                  </a:lnTo>
                </a:path>
              </a:pathLst>
            </a:custGeom>
            <a:ln w="57150" cap="flat">
              <a:solidFill>
                <a:srgbClr val="8C52FF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61" name="Freeform 34">
              <a:extLst>
                <a:ext uri="{FF2B5EF4-FFF2-40B4-BE49-F238E27FC236}">
                  <a16:creationId xmlns:a16="http://schemas.microsoft.com/office/drawing/2014/main" id="{E672CD90-9F63-D255-9486-AC0EB7D87184}"/>
                </a:ext>
              </a:extLst>
            </p:cNvPr>
            <p:cNvSpPr/>
            <p:nvPr/>
          </p:nvSpPr>
          <p:spPr>
            <a:xfrm flipV="1">
              <a:off x="15372117" y="4905442"/>
              <a:ext cx="1134091" cy="45719"/>
            </a:xfrm>
            <a:custGeom>
              <a:avLst/>
              <a:gdLst/>
              <a:ahLst/>
              <a:cxnLst/>
              <a:rect l="l" t="t" r="r" b="b"/>
              <a:pathLst>
                <a:path w="567046">
                  <a:moveTo>
                    <a:pt x="0" y="0"/>
                  </a:moveTo>
                  <a:lnTo>
                    <a:pt x="567046" y="0"/>
                  </a:lnTo>
                </a:path>
              </a:pathLst>
            </a:custGeom>
            <a:ln w="57150" cap="flat">
              <a:solidFill>
                <a:srgbClr val="8C52FF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62" name="Freeform 29">
              <a:extLst>
                <a:ext uri="{FF2B5EF4-FFF2-40B4-BE49-F238E27FC236}">
                  <a16:creationId xmlns:a16="http://schemas.microsoft.com/office/drawing/2014/main" id="{C9E9B8FE-3660-8D80-0597-3F59002FD70F}"/>
                </a:ext>
              </a:extLst>
            </p:cNvPr>
            <p:cNvSpPr/>
            <p:nvPr/>
          </p:nvSpPr>
          <p:spPr>
            <a:xfrm>
              <a:off x="16236353" y="4628281"/>
              <a:ext cx="652215" cy="630586"/>
            </a:xfrm>
            <a:custGeom>
              <a:avLst/>
              <a:gdLst/>
              <a:ahLst/>
              <a:cxnLst/>
              <a:rect l="l" t="t" r="r" b="b"/>
              <a:pathLst>
                <a:path w="971079" h="971079">
                  <a:moveTo>
                    <a:pt x="0" y="0"/>
                  </a:moveTo>
                  <a:lnTo>
                    <a:pt x="971079" y="0"/>
                  </a:lnTo>
                  <a:lnTo>
                    <a:pt x="971079" y="971079"/>
                  </a:lnTo>
                  <a:lnTo>
                    <a:pt x="0" y="971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97" name="TextBox 55">
            <a:extLst>
              <a:ext uri="{FF2B5EF4-FFF2-40B4-BE49-F238E27FC236}">
                <a16:creationId xmlns:a16="http://schemas.microsoft.com/office/drawing/2014/main" id="{0684EAE2-338E-2732-36A9-CA609F6C3A7B}"/>
              </a:ext>
            </a:extLst>
          </p:cNvPr>
          <p:cNvSpPr txBox="1"/>
          <p:nvPr/>
        </p:nvSpPr>
        <p:spPr>
          <a:xfrm>
            <a:off x="4371640" y="2551765"/>
            <a:ext cx="8222961" cy="504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4199"/>
              </a:lnSpc>
            </a:pPr>
            <a:endParaRPr/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4262919E-CC62-D49B-AC1A-C09F2AA0A937}"/>
              </a:ext>
            </a:extLst>
          </p:cNvPr>
          <p:cNvGrpSpPr/>
          <p:nvPr/>
        </p:nvGrpSpPr>
        <p:grpSpPr>
          <a:xfrm>
            <a:off x="9507209" y="5911124"/>
            <a:ext cx="9179645" cy="2370687"/>
            <a:chOff x="535332" y="5924808"/>
            <a:chExt cx="9179645" cy="2370687"/>
          </a:xfrm>
        </p:grpSpPr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99A29DD8-455B-79FB-7152-1A6635E1536A}"/>
                </a:ext>
              </a:extLst>
            </p:cNvPr>
            <p:cNvSpPr/>
            <p:nvPr/>
          </p:nvSpPr>
          <p:spPr>
            <a:xfrm>
              <a:off x="2353235" y="7507007"/>
              <a:ext cx="741226" cy="755406"/>
            </a:xfrm>
            <a:custGeom>
              <a:avLst/>
              <a:gdLst/>
              <a:ahLst/>
              <a:cxnLst/>
              <a:rect l="l" t="t" r="r" b="b"/>
              <a:pathLst>
                <a:path w="1155311" h="1155311">
                  <a:moveTo>
                    <a:pt x="0" y="0"/>
                  </a:moveTo>
                  <a:lnTo>
                    <a:pt x="1155311" y="0"/>
                  </a:lnTo>
                  <a:lnTo>
                    <a:pt x="1155311" y="1155311"/>
                  </a:lnTo>
                  <a:lnTo>
                    <a:pt x="0" y="11553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AutoShape 18">
              <a:extLst>
                <a:ext uri="{FF2B5EF4-FFF2-40B4-BE49-F238E27FC236}">
                  <a16:creationId xmlns:a16="http://schemas.microsoft.com/office/drawing/2014/main" id="{B093AFD9-61D4-2B8A-285D-979312130DDD}"/>
                </a:ext>
              </a:extLst>
            </p:cNvPr>
            <p:cNvSpPr/>
            <p:nvPr/>
          </p:nvSpPr>
          <p:spPr>
            <a:xfrm>
              <a:off x="1654386" y="7942931"/>
              <a:ext cx="3727760" cy="0"/>
            </a:xfrm>
            <a:prstGeom prst="line">
              <a:avLst/>
            </a:prstGeom>
            <a:ln w="57150" cap="flat">
              <a:solidFill>
                <a:srgbClr val="F15226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Freeform 19">
              <a:extLst>
                <a:ext uri="{FF2B5EF4-FFF2-40B4-BE49-F238E27FC236}">
                  <a16:creationId xmlns:a16="http://schemas.microsoft.com/office/drawing/2014/main" id="{7926A26A-E0D3-F78B-8738-8DC0E6CEEBB2}"/>
                </a:ext>
              </a:extLst>
            </p:cNvPr>
            <p:cNvSpPr/>
            <p:nvPr/>
          </p:nvSpPr>
          <p:spPr>
            <a:xfrm>
              <a:off x="535332" y="7069502"/>
              <a:ext cx="1129912" cy="1225993"/>
            </a:xfrm>
            <a:custGeom>
              <a:avLst/>
              <a:gdLst/>
              <a:ahLst/>
              <a:cxnLst/>
              <a:rect l="l" t="t" r="r" b="b"/>
              <a:pathLst>
                <a:path w="2286436" h="2286436">
                  <a:moveTo>
                    <a:pt x="0" y="0"/>
                  </a:moveTo>
                  <a:lnTo>
                    <a:pt x="2286436" y="0"/>
                  </a:lnTo>
                  <a:lnTo>
                    <a:pt x="2286436" y="2286436"/>
                  </a:lnTo>
                  <a:lnTo>
                    <a:pt x="0" y="22864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26" name="Freeform 27">
              <a:extLst>
                <a:ext uri="{FF2B5EF4-FFF2-40B4-BE49-F238E27FC236}">
                  <a16:creationId xmlns:a16="http://schemas.microsoft.com/office/drawing/2014/main" id="{FC0643DC-0056-6607-0CFE-55C612D49BEB}"/>
                </a:ext>
              </a:extLst>
            </p:cNvPr>
            <p:cNvSpPr/>
            <p:nvPr/>
          </p:nvSpPr>
          <p:spPr>
            <a:xfrm>
              <a:off x="5837687" y="6332896"/>
              <a:ext cx="901338" cy="47207"/>
            </a:xfrm>
            <a:custGeom>
              <a:avLst/>
              <a:gdLst/>
              <a:ahLst/>
              <a:cxnLst/>
              <a:rect l="l" t="t" r="r" b="b"/>
              <a:pathLst>
                <a:path w="832264">
                  <a:moveTo>
                    <a:pt x="832264" y="0"/>
                  </a:moveTo>
                  <a:lnTo>
                    <a:pt x="0" y="0"/>
                  </a:lnTo>
                </a:path>
              </a:pathLst>
            </a:custGeom>
            <a:ln w="57150" cap="flat">
              <a:solidFill>
                <a:srgbClr val="7ED957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31" name="Freeform 28">
              <a:extLst>
                <a:ext uri="{FF2B5EF4-FFF2-40B4-BE49-F238E27FC236}">
                  <a16:creationId xmlns:a16="http://schemas.microsoft.com/office/drawing/2014/main" id="{B25F42BC-3690-70A8-BC23-1172596D2F6B}"/>
                </a:ext>
              </a:extLst>
            </p:cNvPr>
            <p:cNvSpPr/>
            <p:nvPr/>
          </p:nvSpPr>
          <p:spPr>
            <a:xfrm>
              <a:off x="5413605" y="6568831"/>
              <a:ext cx="146476" cy="1022544"/>
            </a:xfrm>
            <a:custGeom>
              <a:avLst/>
              <a:gdLst/>
              <a:ahLst/>
              <a:cxnLst/>
              <a:rect l="l" t="t" r="r" b="b"/>
              <a:pathLst>
                <a:path w="1995163" h="1353803">
                  <a:moveTo>
                    <a:pt x="0" y="1353803"/>
                  </a:moveTo>
                  <a:lnTo>
                    <a:pt x="0" y="881060"/>
                  </a:lnTo>
                  <a:cubicBezTo>
                    <a:pt x="0" y="820432"/>
                    <a:pt x="24084" y="762286"/>
                    <a:pt x="66955" y="719415"/>
                  </a:cubicBezTo>
                  <a:cubicBezTo>
                    <a:pt x="109826" y="676545"/>
                    <a:pt x="167971" y="652460"/>
                    <a:pt x="228600" y="652460"/>
                  </a:cubicBezTo>
                  <a:lnTo>
                    <a:pt x="1411680" y="652460"/>
                  </a:lnTo>
                  <a:cubicBezTo>
                    <a:pt x="1537932" y="652460"/>
                    <a:pt x="1640280" y="550112"/>
                    <a:pt x="1640280" y="423860"/>
                  </a:cubicBezTo>
                  <a:lnTo>
                    <a:pt x="1640280" y="177441"/>
                  </a:lnTo>
                  <a:cubicBezTo>
                    <a:pt x="1640280" y="130381"/>
                    <a:pt x="1658975" y="85248"/>
                    <a:pt x="1692251" y="51971"/>
                  </a:cubicBezTo>
                  <a:cubicBezTo>
                    <a:pt x="1725528" y="18694"/>
                    <a:pt x="1770661" y="0"/>
                    <a:pt x="1817722" y="0"/>
                  </a:cubicBezTo>
                  <a:lnTo>
                    <a:pt x="1995163" y="0"/>
                  </a:lnTo>
                </a:path>
              </a:pathLst>
            </a:custGeom>
            <a:ln w="57150" cap="flat">
              <a:solidFill>
                <a:srgbClr val="7ED957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32" name="TextBox 35">
              <a:extLst>
                <a:ext uri="{FF2B5EF4-FFF2-40B4-BE49-F238E27FC236}">
                  <a16:creationId xmlns:a16="http://schemas.microsoft.com/office/drawing/2014/main" id="{48401045-992A-F16A-C5CA-82C24629A1BB}"/>
                </a:ext>
              </a:extLst>
            </p:cNvPr>
            <p:cNvSpPr txBox="1"/>
            <p:nvPr/>
          </p:nvSpPr>
          <p:spPr>
            <a:xfrm>
              <a:off x="5817409" y="7550132"/>
              <a:ext cx="2415608" cy="47557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1" indent="0" algn="l">
                <a:lnSpc>
                  <a:spcPts val="3919"/>
                </a:lnSpc>
              </a:pPr>
              <a:r>
                <a:rPr lang="en-US" sz="2799" spc="-75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master/main</a:t>
              </a:r>
            </a:p>
          </p:txBody>
        </p:sp>
        <p:sp>
          <p:nvSpPr>
            <p:cNvPr id="33" name="TextBox 35">
              <a:extLst>
                <a:ext uri="{FF2B5EF4-FFF2-40B4-BE49-F238E27FC236}">
                  <a16:creationId xmlns:a16="http://schemas.microsoft.com/office/drawing/2014/main" id="{4125332F-DD27-58D4-968C-AC73BF19E201}"/>
                </a:ext>
              </a:extLst>
            </p:cNvPr>
            <p:cNvSpPr txBox="1"/>
            <p:nvPr/>
          </p:nvSpPr>
          <p:spPr>
            <a:xfrm>
              <a:off x="7299369" y="6027535"/>
              <a:ext cx="2415608" cy="47557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1" indent="0" algn="l">
                <a:lnSpc>
                  <a:spcPts val="3919"/>
                </a:lnSpc>
              </a:pPr>
              <a:r>
                <a:rPr lang="en-US" sz="2799" spc="-75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develop</a:t>
              </a:r>
            </a:p>
          </p:txBody>
        </p:sp>
        <p:sp>
          <p:nvSpPr>
            <p:cNvPr id="34" name="Freeform 16">
              <a:extLst>
                <a:ext uri="{FF2B5EF4-FFF2-40B4-BE49-F238E27FC236}">
                  <a16:creationId xmlns:a16="http://schemas.microsoft.com/office/drawing/2014/main" id="{8B7DAB38-204D-72A2-4689-1C61770A63B1}"/>
                </a:ext>
              </a:extLst>
            </p:cNvPr>
            <p:cNvSpPr/>
            <p:nvPr/>
          </p:nvSpPr>
          <p:spPr>
            <a:xfrm>
              <a:off x="3680728" y="7507007"/>
              <a:ext cx="741226" cy="755406"/>
            </a:xfrm>
            <a:custGeom>
              <a:avLst/>
              <a:gdLst/>
              <a:ahLst/>
              <a:cxnLst/>
              <a:rect l="l" t="t" r="r" b="b"/>
              <a:pathLst>
                <a:path w="1155311" h="1155311">
                  <a:moveTo>
                    <a:pt x="0" y="0"/>
                  </a:moveTo>
                  <a:lnTo>
                    <a:pt x="1155311" y="0"/>
                  </a:lnTo>
                  <a:lnTo>
                    <a:pt x="1155311" y="1155311"/>
                  </a:lnTo>
                  <a:lnTo>
                    <a:pt x="0" y="11553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37" name="Freeform 16">
              <a:extLst>
                <a:ext uri="{FF2B5EF4-FFF2-40B4-BE49-F238E27FC236}">
                  <a16:creationId xmlns:a16="http://schemas.microsoft.com/office/drawing/2014/main" id="{87B0279C-E2E4-82B5-9C68-2ACFFBC683CC}"/>
                </a:ext>
              </a:extLst>
            </p:cNvPr>
            <p:cNvSpPr/>
            <p:nvPr/>
          </p:nvSpPr>
          <p:spPr>
            <a:xfrm>
              <a:off x="4963761" y="7529655"/>
              <a:ext cx="741226" cy="755406"/>
            </a:xfrm>
            <a:custGeom>
              <a:avLst/>
              <a:gdLst/>
              <a:ahLst/>
              <a:cxnLst/>
              <a:rect l="l" t="t" r="r" b="b"/>
              <a:pathLst>
                <a:path w="1155311" h="1155311">
                  <a:moveTo>
                    <a:pt x="0" y="0"/>
                  </a:moveTo>
                  <a:lnTo>
                    <a:pt x="1155311" y="0"/>
                  </a:lnTo>
                  <a:lnTo>
                    <a:pt x="1155311" y="1155311"/>
                  </a:lnTo>
                  <a:lnTo>
                    <a:pt x="0" y="11553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39" name="Freeform 25">
              <a:extLst>
                <a:ext uri="{FF2B5EF4-FFF2-40B4-BE49-F238E27FC236}">
                  <a16:creationId xmlns:a16="http://schemas.microsoft.com/office/drawing/2014/main" id="{6672E623-59FF-6716-84E3-85A2A04929F6}"/>
                </a:ext>
              </a:extLst>
            </p:cNvPr>
            <p:cNvSpPr/>
            <p:nvPr/>
          </p:nvSpPr>
          <p:spPr>
            <a:xfrm>
              <a:off x="5198406" y="5965650"/>
              <a:ext cx="711834" cy="693540"/>
            </a:xfrm>
            <a:custGeom>
              <a:avLst/>
              <a:gdLst/>
              <a:ahLst/>
              <a:cxnLst/>
              <a:rect l="l" t="t" r="r" b="b"/>
              <a:pathLst>
                <a:path w="971079" h="971079">
                  <a:moveTo>
                    <a:pt x="0" y="0"/>
                  </a:moveTo>
                  <a:lnTo>
                    <a:pt x="971079" y="0"/>
                  </a:lnTo>
                  <a:lnTo>
                    <a:pt x="971079" y="971079"/>
                  </a:lnTo>
                  <a:lnTo>
                    <a:pt x="0" y="971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41" name="Freeform 25">
              <a:extLst>
                <a:ext uri="{FF2B5EF4-FFF2-40B4-BE49-F238E27FC236}">
                  <a16:creationId xmlns:a16="http://schemas.microsoft.com/office/drawing/2014/main" id="{C7E50533-250D-5ADE-B051-3459F95A605B}"/>
                </a:ext>
              </a:extLst>
            </p:cNvPr>
            <p:cNvSpPr/>
            <p:nvPr/>
          </p:nvSpPr>
          <p:spPr>
            <a:xfrm>
              <a:off x="6447937" y="5924808"/>
              <a:ext cx="711834" cy="693540"/>
            </a:xfrm>
            <a:custGeom>
              <a:avLst/>
              <a:gdLst/>
              <a:ahLst/>
              <a:cxnLst/>
              <a:rect l="l" t="t" r="r" b="b"/>
              <a:pathLst>
                <a:path w="971079" h="971079">
                  <a:moveTo>
                    <a:pt x="0" y="0"/>
                  </a:moveTo>
                  <a:lnTo>
                    <a:pt x="971079" y="0"/>
                  </a:lnTo>
                  <a:lnTo>
                    <a:pt x="971079" y="971079"/>
                  </a:lnTo>
                  <a:lnTo>
                    <a:pt x="0" y="971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13" name="TextBox 35">
            <a:extLst>
              <a:ext uri="{FF2B5EF4-FFF2-40B4-BE49-F238E27FC236}">
                <a16:creationId xmlns:a16="http://schemas.microsoft.com/office/drawing/2014/main" id="{EA4BFA65-D9BB-01BB-CF21-5F3CE3A40C78}"/>
              </a:ext>
            </a:extLst>
          </p:cNvPr>
          <p:cNvSpPr txBox="1"/>
          <p:nvPr/>
        </p:nvSpPr>
        <p:spPr>
          <a:xfrm>
            <a:off x="551950" y="2594578"/>
            <a:ext cx="4947081" cy="9757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>
              <a:lnSpc>
                <a:spcPts val="3919"/>
              </a:lnSpc>
            </a:pPr>
            <a:r>
              <a:rPr lang="es-MX" sz="2799" spc="-75" dirty="0">
                <a:solidFill>
                  <a:srgbClr val="FFFF00"/>
                </a:solidFill>
                <a:latin typeface="Poppins"/>
                <a:ea typeface="Poppins"/>
                <a:cs typeface="Poppins"/>
                <a:sym typeface="Poppins"/>
              </a:rPr>
              <a:t>Cuando la rama YA está en la nube</a:t>
            </a:r>
          </a:p>
        </p:txBody>
      </p:sp>
      <p:grpSp>
        <p:nvGrpSpPr>
          <p:cNvPr id="14" name="Group 52">
            <a:extLst>
              <a:ext uri="{FF2B5EF4-FFF2-40B4-BE49-F238E27FC236}">
                <a16:creationId xmlns:a16="http://schemas.microsoft.com/office/drawing/2014/main" id="{6DF6BEC3-7D4D-15CE-2AEB-1D253666591B}"/>
              </a:ext>
            </a:extLst>
          </p:cNvPr>
          <p:cNvGrpSpPr/>
          <p:nvPr/>
        </p:nvGrpSpPr>
        <p:grpSpPr>
          <a:xfrm>
            <a:off x="5685316" y="2406642"/>
            <a:ext cx="11863771" cy="960554"/>
            <a:chOff x="0" y="0"/>
            <a:chExt cx="2441105" cy="197645"/>
          </a:xfrm>
        </p:grpSpPr>
        <p:sp>
          <p:nvSpPr>
            <p:cNvPr id="38" name="Freeform 53">
              <a:extLst>
                <a:ext uri="{FF2B5EF4-FFF2-40B4-BE49-F238E27FC236}">
                  <a16:creationId xmlns:a16="http://schemas.microsoft.com/office/drawing/2014/main" id="{54539DE4-6C95-F9E0-9179-2B1DFEDD4D46}"/>
                </a:ext>
              </a:extLst>
            </p:cNvPr>
            <p:cNvSpPr/>
            <p:nvPr/>
          </p:nvSpPr>
          <p:spPr>
            <a:xfrm>
              <a:off x="0" y="0"/>
              <a:ext cx="2441105" cy="197645"/>
            </a:xfrm>
            <a:custGeom>
              <a:avLst/>
              <a:gdLst/>
              <a:ahLst/>
              <a:cxnLst/>
              <a:rect l="l" t="t" r="r" b="b"/>
              <a:pathLst>
                <a:path w="2441105" h="197645">
                  <a:moveTo>
                    <a:pt x="12745" y="0"/>
                  </a:moveTo>
                  <a:lnTo>
                    <a:pt x="2428360" y="0"/>
                  </a:lnTo>
                  <a:cubicBezTo>
                    <a:pt x="2431740" y="0"/>
                    <a:pt x="2434982" y="1343"/>
                    <a:pt x="2437372" y="3733"/>
                  </a:cubicBezTo>
                  <a:cubicBezTo>
                    <a:pt x="2439763" y="6123"/>
                    <a:pt x="2441105" y="9365"/>
                    <a:pt x="2441105" y="12745"/>
                  </a:cubicBezTo>
                  <a:lnTo>
                    <a:pt x="2441105" y="184899"/>
                  </a:lnTo>
                  <a:cubicBezTo>
                    <a:pt x="2441105" y="188280"/>
                    <a:pt x="2439763" y="191522"/>
                    <a:pt x="2437372" y="193912"/>
                  </a:cubicBezTo>
                  <a:cubicBezTo>
                    <a:pt x="2434982" y="196302"/>
                    <a:pt x="2431740" y="197645"/>
                    <a:pt x="2428360" y="197645"/>
                  </a:cubicBezTo>
                  <a:lnTo>
                    <a:pt x="12745" y="197645"/>
                  </a:lnTo>
                  <a:cubicBezTo>
                    <a:pt x="9365" y="197645"/>
                    <a:pt x="6123" y="196302"/>
                    <a:pt x="3733" y="193912"/>
                  </a:cubicBezTo>
                  <a:cubicBezTo>
                    <a:pt x="1343" y="191522"/>
                    <a:pt x="0" y="188280"/>
                    <a:pt x="0" y="184899"/>
                  </a:cubicBezTo>
                  <a:lnTo>
                    <a:pt x="0" y="12745"/>
                  </a:lnTo>
                  <a:cubicBezTo>
                    <a:pt x="0" y="9365"/>
                    <a:pt x="1343" y="6123"/>
                    <a:pt x="3733" y="3733"/>
                  </a:cubicBezTo>
                  <a:cubicBezTo>
                    <a:pt x="6123" y="1343"/>
                    <a:pt x="9365" y="0"/>
                    <a:pt x="12745" y="0"/>
                  </a:cubicBezTo>
                  <a:close/>
                </a:path>
              </a:pathLst>
            </a:custGeom>
            <a:solidFill>
              <a:srgbClr val="0F0E0E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40" name="TextBox 54">
              <a:extLst>
                <a:ext uri="{FF2B5EF4-FFF2-40B4-BE49-F238E27FC236}">
                  <a16:creationId xmlns:a16="http://schemas.microsoft.com/office/drawing/2014/main" id="{A22CD6D3-4581-16D6-DB79-EE47CE99BE03}"/>
                </a:ext>
              </a:extLst>
            </p:cNvPr>
            <p:cNvSpPr txBox="1"/>
            <p:nvPr/>
          </p:nvSpPr>
          <p:spPr>
            <a:xfrm>
              <a:off x="0" y="-19050"/>
              <a:ext cx="2441105" cy="2166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42" name="TextBox 56">
            <a:extLst>
              <a:ext uri="{FF2B5EF4-FFF2-40B4-BE49-F238E27FC236}">
                <a16:creationId xmlns:a16="http://schemas.microsoft.com/office/drawing/2014/main" id="{45C68831-6A82-A63E-B8F7-1F05060E1642}"/>
              </a:ext>
            </a:extLst>
          </p:cNvPr>
          <p:cNvSpPr txBox="1"/>
          <p:nvPr/>
        </p:nvSpPr>
        <p:spPr>
          <a:xfrm>
            <a:off x="5983509" y="2657819"/>
            <a:ext cx="11267384" cy="413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>
              <a:lnSpc>
                <a:spcPts val="3359"/>
              </a:lnSpc>
            </a:pPr>
            <a:r>
              <a:rPr lang="en-US" sz="2400" spc="-6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&gt; git push</a:t>
            </a:r>
          </a:p>
        </p:txBody>
      </p:sp>
      <p:sp>
        <p:nvSpPr>
          <p:cNvPr id="44" name="TextBox 35">
            <a:extLst>
              <a:ext uri="{FF2B5EF4-FFF2-40B4-BE49-F238E27FC236}">
                <a16:creationId xmlns:a16="http://schemas.microsoft.com/office/drawing/2014/main" id="{DB751D44-7F46-38E3-28EF-05BFF8479194}"/>
              </a:ext>
            </a:extLst>
          </p:cNvPr>
          <p:cNvSpPr txBox="1"/>
          <p:nvPr/>
        </p:nvSpPr>
        <p:spPr>
          <a:xfrm>
            <a:off x="12226822" y="4638031"/>
            <a:ext cx="2773816" cy="4755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feat/mi-</a:t>
            </a:r>
            <a:r>
              <a:rPr lang="en-US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rama</a:t>
            </a:r>
            <a:endParaRPr lang="en-US" sz="2799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6" name="Freeform 29">
            <a:extLst>
              <a:ext uri="{FF2B5EF4-FFF2-40B4-BE49-F238E27FC236}">
                <a16:creationId xmlns:a16="http://schemas.microsoft.com/office/drawing/2014/main" id="{F7BB12CF-09F7-BDCB-105C-D69727701747}"/>
              </a:ext>
            </a:extLst>
          </p:cNvPr>
          <p:cNvSpPr/>
          <p:nvPr/>
        </p:nvSpPr>
        <p:spPr>
          <a:xfrm>
            <a:off x="14794461" y="4701120"/>
            <a:ext cx="652215" cy="630586"/>
          </a:xfrm>
          <a:custGeom>
            <a:avLst/>
            <a:gdLst/>
            <a:ahLst/>
            <a:cxnLst/>
            <a:rect l="l" t="t" r="r" b="b"/>
            <a:pathLst>
              <a:path w="971079" h="971079">
                <a:moveTo>
                  <a:pt x="0" y="0"/>
                </a:moveTo>
                <a:lnTo>
                  <a:pt x="971079" y="0"/>
                </a:lnTo>
                <a:lnTo>
                  <a:pt x="971079" y="971079"/>
                </a:lnTo>
                <a:lnTo>
                  <a:pt x="0" y="9710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7" name="Freeform 30">
            <a:extLst>
              <a:ext uri="{FF2B5EF4-FFF2-40B4-BE49-F238E27FC236}">
                <a16:creationId xmlns:a16="http://schemas.microsoft.com/office/drawing/2014/main" id="{0E293DA1-A6B1-D20B-B2D1-98C3EB5C9D1C}"/>
              </a:ext>
            </a:extLst>
          </p:cNvPr>
          <p:cNvSpPr/>
          <p:nvPr/>
        </p:nvSpPr>
        <p:spPr>
          <a:xfrm>
            <a:off x="15112596" y="5081371"/>
            <a:ext cx="668160" cy="975803"/>
          </a:xfrm>
          <a:custGeom>
            <a:avLst/>
            <a:gdLst/>
            <a:ahLst/>
            <a:cxnLst/>
            <a:rect l="l" t="t" r="r" b="b"/>
            <a:pathLst>
              <a:path w="591125" h="1756857">
                <a:moveTo>
                  <a:pt x="591125" y="1756856"/>
                </a:moveTo>
                <a:lnTo>
                  <a:pt x="591125" y="1107028"/>
                </a:lnTo>
                <a:cubicBezTo>
                  <a:pt x="591125" y="1046399"/>
                  <a:pt x="567041" y="988254"/>
                  <a:pt x="524170" y="945383"/>
                </a:cubicBezTo>
                <a:cubicBezTo>
                  <a:pt x="481300" y="902512"/>
                  <a:pt x="423154" y="878428"/>
                  <a:pt x="362525" y="878428"/>
                </a:cubicBezTo>
                <a:lnTo>
                  <a:pt x="228600" y="878428"/>
                </a:lnTo>
                <a:cubicBezTo>
                  <a:pt x="167971" y="878428"/>
                  <a:pt x="109826" y="854343"/>
                  <a:pt x="66956" y="811472"/>
                </a:cubicBezTo>
                <a:cubicBezTo>
                  <a:pt x="24085" y="768602"/>
                  <a:pt x="0" y="710457"/>
                  <a:pt x="0" y="649828"/>
                </a:cubicBezTo>
                <a:lnTo>
                  <a:pt x="0" y="0"/>
                </a:lnTo>
              </a:path>
            </a:pathLst>
          </a:custGeom>
          <a:ln w="57150" cap="flat">
            <a:solidFill>
              <a:srgbClr val="8C52FF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48" name="Freeform 34">
            <a:extLst>
              <a:ext uri="{FF2B5EF4-FFF2-40B4-BE49-F238E27FC236}">
                <a16:creationId xmlns:a16="http://schemas.microsoft.com/office/drawing/2014/main" id="{BA8EE868-46E1-9AE2-93B6-206B25388433}"/>
              </a:ext>
            </a:extLst>
          </p:cNvPr>
          <p:cNvSpPr/>
          <p:nvPr/>
        </p:nvSpPr>
        <p:spPr>
          <a:xfrm flipV="1">
            <a:off x="15372117" y="4897226"/>
            <a:ext cx="1134091" cy="45719"/>
          </a:xfrm>
          <a:custGeom>
            <a:avLst/>
            <a:gdLst/>
            <a:ahLst/>
            <a:cxnLst/>
            <a:rect l="l" t="t" r="r" b="b"/>
            <a:pathLst>
              <a:path w="567046">
                <a:moveTo>
                  <a:pt x="0" y="0"/>
                </a:moveTo>
                <a:lnTo>
                  <a:pt x="567046" y="0"/>
                </a:lnTo>
              </a:path>
            </a:pathLst>
          </a:custGeom>
          <a:ln w="57150" cap="flat">
            <a:solidFill>
              <a:srgbClr val="8C52FF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49" name="Freeform 29">
            <a:extLst>
              <a:ext uri="{FF2B5EF4-FFF2-40B4-BE49-F238E27FC236}">
                <a16:creationId xmlns:a16="http://schemas.microsoft.com/office/drawing/2014/main" id="{9B26D288-B292-EA3F-D336-D60E5B3A88C5}"/>
              </a:ext>
            </a:extLst>
          </p:cNvPr>
          <p:cNvSpPr/>
          <p:nvPr/>
        </p:nvSpPr>
        <p:spPr>
          <a:xfrm>
            <a:off x="16236353" y="4620065"/>
            <a:ext cx="652215" cy="630586"/>
          </a:xfrm>
          <a:custGeom>
            <a:avLst/>
            <a:gdLst/>
            <a:ahLst/>
            <a:cxnLst/>
            <a:rect l="l" t="t" r="r" b="b"/>
            <a:pathLst>
              <a:path w="971079" h="971079">
                <a:moveTo>
                  <a:pt x="0" y="0"/>
                </a:moveTo>
                <a:lnTo>
                  <a:pt x="971079" y="0"/>
                </a:lnTo>
                <a:lnTo>
                  <a:pt x="971079" y="971079"/>
                </a:lnTo>
                <a:lnTo>
                  <a:pt x="0" y="9710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50" name="Grupo 49">
            <a:extLst>
              <a:ext uri="{FF2B5EF4-FFF2-40B4-BE49-F238E27FC236}">
                <a16:creationId xmlns:a16="http://schemas.microsoft.com/office/drawing/2014/main" id="{52E04AA4-896A-588E-EDEA-2457697DD321}"/>
              </a:ext>
            </a:extLst>
          </p:cNvPr>
          <p:cNvGrpSpPr/>
          <p:nvPr/>
        </p:nvGrpSpPr>
        <p:grpSpPr>
          <a:xfrm>
            <a:off x="3235313" y="4612741"/>
            <a:ext cx="4661746" cy="1437109"/>
            <a:chOff x="12218188" y="4604695"/>
            <a:chExt cx="4661746" cy="1437109"/>
          </a:xfrm>
        </p:grpSpPr>
        <p:sp>
          <p:nvSpPr>
            <p:cNvPr id="51" name="TextBox 35">
              <a:extLst>
                <a:ext uri="{FF2B5EF4-FFF2-40B4-BE49-F238E27FC236}">
                  <a16:creationId xmlns:a16="http://schemas.microsoft.com/office/drawing/2014/main" id="{DF43CE1F-09A4-736B-E1E3-2DD406C9AF61}"/>
                </a:ext>
              </a:extLst>
            </p:cNvPr>
            <p:cNvSpPr txBox="1"/>
            <p:nvPr/>
          </p:nvSpPr>
          <p:spPr>
            <a:xfrm>
              <a:off x="12218188" y="4622661"/>
              <a:ext cx="2773816" cy="47557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1" indent="0" algn="l">
                <a:lnSpc>
                  <a:spcPts val="3919"/>
                </a:lnSpc>
              </a:pPr>
              <a:r>
                <a:rPr lang="en-US" sz="2799" spc="-75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feat/mi-</a:t>
              </a:r>
              <a:r>
                <a:rPr lang="en-US" sz="2799" spc="-75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rama</a:t>
              </a:r>
              <a:endPara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52" name="Grupo 51">
              <a:extLst>
                <a:ext uri="{FF2B5EF4-FFF2-40B4-BE49-F238E27FC236}">
                  <a16:creationId xmlns:a16="http://schemas.microsoft.com/office/drawing/2014/main" id="{EE509C8C-5179-A939-A1CA-6FBA8D2F7DC1}"/>
                </a:ext>
              </a:extLst>
            </p:cNvPr>
            <p:cNvGrpSpPr/>
            <p:nvPr/>
          </p:nvGrpSpPr>
          <p:grpSpPr>
            <a:xfrm>
              <a:off x="14785827" y="4604695"/>
              <a:ext cx="2094107" cy="1437109"/>
              <a:chOff x="14794461" y="4628281"/>
              <a:chExt cx="2094107" cy="1437109"/>
            </a:xfrm>
          </p:grpSpPr>
          <p:sp>
            <p:nvSpPr>
              <p:cNvPr id="53" name="Freeform 29">
                <a:extLst>
                  <a:ext uri="{FF2B5EF4-FFF2-40B4-BE49-F238E27FC236}">
                    <a16:creationId xmlns:a16="http://schemas.microsoft.com/office/drawing/2014/main" id="{EF5B68F9-D3A5-9737-6273-1D1EDECF6BC8}"/>
                  </a:ext>
                </a:extLst>
              </p:cNvPr>
              <p:cNvSpPr/>
              <p:nvPr/>
            </p:nvSpPr>
            <p:spPr>
              <a:xfrm>
                <a:off x="14794461" y="4709336"/>
                <a:ext cx="652215" cy="630586"/>
              </a:xfrm>
              <a:custGeom>
                <a:avLst/>
                <a:gdLst/>
                <a:ahLst/>
                <a:cxnLst/>
                <a:rect l="l" t="t" r="r" b="b"/>
                <a:pathLst>
                  <a:path w="971079" h="971079">
                    <a:moveTo>
                      <a:pt x="0" y="0"/>
                    </a:moveTo>
                    <a:lnTo>
                      <a:pt x="971079" y="0"/>
                    </a:lnTo>
                    <a:lnTo>
                      <a:pt x="971079" y="971079"/>
                    </a:lnTo>
                    <a:lnTo>
                      <a:pt x="0" y="971079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a:blipFill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54" name="Freeform 30">
                <a:extLst>
                  <a:ext uri="{FF2B5EF4-FFF2-40B4-BE49-F238E27FC236}">
                    <a16:creationId xmlns:a16="http://schemas.microsoft.com/office/drawing/2014/main" id="{68CF7DEB-2CE6-A46D-DA9A-AB438EF40399}"/>
                  </a:ext>
                </a:extLst>
              </p:cNvPr>
              <p:cNvSpPr/>
              <p:nvPr/>
            </p:nvSpPr>
            <p:spPr>
              <a:xfrm>
                <a:off x="15112596" y="5089587"/>
                <a:ext cx="668160" cy="975803"/>
              </a:xfrm>
              <a:custGeom>
                <a:avLst/>
                <a:gdLst/>
                <a:ahLst/>
                <a:cxnLst/>
                <a:rect l="l" t="t" r="r" b="b"/>
                <a:pathLst>
                  <a:path w="591125" h="1756857">
                    <a:moveTo>
                      <a:pt x="591125" y="1756856"/>
                    </a:moveTo>
                    <a:lnTo>
                      <a:pt x="591125" y="1107028"/>
                    </a:lnTo>
                    <a:cubicBezTo>
                      <a:pt x="591125" y="1046399"/>
                      <a:pt x="567041" y="988254"/>
                      <a:pt x="524170" y="945383"/>
                    </a:cubicBezTo>
                    <a:cubicBezTo>
                      <a:pt x="481300" y="902512"/>
                      <a:pt x="423154" y="878428"/>
                      <a:pt x="362525" y="878428"/>
                    </a:cubicBezTo>
                    <a:lnTo>
                      <a:pt x="228600" y="878428"/>
                    </a:lnTo>
                    <a:cubicBezTo>
                      <a:pt x="167971" y="878428"/>
                      <a:pt x="109826" y="854343"/>
                      <a:pt x="66956" y="811472"/>
                    </a:cubicBezTo>
                    <a:cubicBezTo>
                      <a:pt x="24085" y="768602"/>
                      <a:pt x="0" y="710457"/>
                      <a:pt x="0" y="649828"/>
                    </a:cubicBezTo>
                    <a:lnTo>
                      <a:pt x="0" y="0"/>
                    </a:lnTo>
                  </a:path>
                </a:pathLst>
              </a:custGeom>
              <a:ln w="57150" cap="flat">
                <a:solidFill>
                  <a:srgbClr val="8C52FF"/>
                </a:solidFill>
                <a:prstDash val="sysDot"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55" name="Freeform 34">
                <a:extLst>
                  <a:ext uri="{FF2B5EF4-FFF2-40B4-BE49-F238E27FC236}">
                    <a16:creationId xmlns:a16="http://schemas.microsoft.com/office/drawing/2014/main" id="{4F022550-BC91-3ABF-595A-BD680224B161}"/>
                  </a:ext>
                </a:extLst>
              </p:cNvPr>
              <p:cNvSpPr/>
              <p:nvPr/>
            </p:nvSpPr>
            <p:spPr>
              <a:xfrm flipV="1">
                <a:off x="15372117" y="4905442"/>
                <a:ext cx="1134091" cy="45719"/>
              </a:xfrm>
              <a:custGeom>
                <a:avLst/>
                <a:gdLst/>
                <a:ahLst/>
                <a:cxnLst/>
                <a:rect l="l" t="t" r="r" b="b"/>
                <a:pathLst>
                  <a:path w="567046">
                    <a:moveTo>
                      <a:pt x="0" y="0"/>
                    </a:moveTo>
                    <a:lnTo>
                      <a:pt x="567046" y="0"/>
                    </a:lnTo>
                  </a:path>
                </a:pathLst>
              </a:custGeom>
              <a:ln w="57150" cap="flat">
                <a:solidFill>
                  <a:srgbClr val="8C52FF"/>
                </a:solidFill>
                <a:prstDash val="sysDot"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57" name="Freeform 29">
                <a:extLst>
                  <a:ext uri="{FF2B5EF4-FFF2-40B4-BE49-F238E27FC236}">
                    <a16:creationId xmlns:a16="http://schemas.microsoft.com/office/drawing/2014/main" id="{033955A7-E5A1-0FB2-977B-025AC59EAC12}"/>
                  </a:ext>
                </a:extLst>
              </p:cNvPr>
              <p:cNvSpPr/>
              <p:nvPr/>
            </p:nvSpPr>
            <p:spPr>
              <a:xfrm>
                <a:off x="16236353" y="4628281"/>
                <a:ext cx="652215" cy="630586"/>
              </a:xfrm>
              <a:custGeom>
                <a:avLst/>
                <a:gdLst/>
                <a:ahLst/>
                <a:cxnLst/>
                <a:rect l="l" t="t" r="r" b="b"/>
                <a:pathLst>
                  <a:path w="971079" h="971079">
                    <a:moveTo>
                      <a:pt x="0" y="0"/>
                    </a:moveTo>
                    <a:lnTo>
                      <a:pt x="971079" y="0"/>
                    </a:lnTo>
                    <a:lnTo>
                      <a:pt x="971079" y="971079"/>
                    </a:lnTo>
                    <a:lnTo>
                      <a:pt x="0" y="971079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a:blipFill>
            </p:spPr>
            <p:txBody>
              <a:bodyPr/>
              <a:lstStyle/>
              <a:p>
                <a:endParaRPr lang="es-MX"/>
              </a:p>
            </p:txBody>
          </p:sp>
        </p:grpSp>
      </p:grpSp>
      <p:sp>
        <p:nvSpPr>
          <p:cNvPr id="59" name="Freeform 34">
            <a:extLst>
              <a:ext uri="{FF2B5EF4-FFF2-40B4-BE49-F238E27FC236}">
                <a16:creationId xmlns:a16="http://schemas.microsoft.com/office/drawing/2014/main" id="{F18896BA-382E-3411-C104-8B34B7D8D1AA}"/>
              </a:ext>
            </a:extLst>
          </p:cNvPr>
          <p:cNvSpPr/>
          <p:nvPr/>
        </p:nvSpPr>
        <p:spPr>
          <a:xfrm flipV="1">
            <a:off x="16878397" y="4897226"/>
            <a:ext cx="1134091" cy="45719"/>
          </a:xfrm>
          <a:custGeom>
            <a:avLst/>
            <a:gdLst/>
            <a:ahLst/>
            <a:cxnLst/>
            <a:rect l="l" t="t" r="r" b="b"/>
            <a:pathLst>
              <a:path w="567046">
                <a:moveTo>
                  <a:pt x="0" y="0"/>
                </a:moveTo>
                <a:lnTo>
                  <a:pt x="567046" y="0"/>
                </a:lnTo>
              </a:path>
            </a:pathLst>
          </a:custGeom>
          <a:ln w="57150" cap="flat">
            <a:solidFill>
              <a:srgbClr val="8C52FF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64" name="Freeform 29">
            <a:extLst>
              <a:ext uri="{FF2B5EF4-FFF2-40B4-BE49-F238E27FC236}">
                <a16:creationId xmlns:a16="http://schemas.microsoft.com/office/drawing/2014/main" id="{09048890-84F3-DF20-B0A0-63D855A1D794}"/>
              </a:ext>
            </a:extLst>
          </p:cNvPr>
          <p:cNvSpPr/>
          <p:nvPr/>
        </p:nvSpPr>
        <p:spPr>
          <a:xfrm>
            <a:off x="17369772" y="4620065"/>
            <a:ext cx="652215" cy="630586"/>
          </a:xfrm>
          <a:custGeom>
            <a:avLst/>
            <a:gdLst/>
            <a:ahLst/>
            <a:cxnLst/>
            <a:rect l="l" t="t" r="r" b="b"/>
            <a:pathLst>
              <a:path w="971079" h="971079">
                <a:moveTo>
                  <a:pt x="0" y="0"/>
                </a:moveTo>
                <a:lnTo>
                  <a:pt x="971079" y="0"/>
                </a:lnTo>
                <a:lnTo>
                  <a:pt x="971079" y="971079"/>
                </a:lnTo>
                <a:lnTo>
                  <a:pt x="0" y="9710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69" name="Freeform 34">
            <a:extLst>
              <a:ext uri="{FF2B5EF4-FFF2-40B4-BE49-F238E27FC236}">
                <a16:creationId xmlns:a16="http://schemas.microsoft.com/office/drawing/2014/main" id="{9E89F1DC-049B-4369-37CC-B91613040727}"/>
              </a:ext>
            </a:extLst>
          </p:cNvPr>
          <p:cNvSpPr/>
          <p:nvPr/>
        </p:nvSpPr>
        <p:spPr>
          <a:xfrm flipV="1">
            <a:off x="7924614" y="4915504"/>
            <a:ext cx="538232" cy="45719"/>
          </a:xfrm>
          <a:custGeom>
            <a:avLst/>
            <a:gdLst/>
            <a:ahLst/>
            <a:cxnLst/>
            <a:rect l="l" t="t" r="r" b="b"/>
            <a:pathLst>
              <a:path w="567046">
                <a:moveTo>
                  <a:pt x="0" y="0"/>
                </a:moveTo>
                <a:lnTo>
                  <a:pt x="567046" y="0"/>
                </a:lnTo>
              </a:path>
            </a:pathLst>
          </a:custGeom>
          <a:ln w="57150" cap="flat">
            <a:solidFill>
              <a:srgbClr val="8C52FF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70" name="Freeform 29">
            <a:extLst>
              <a:ext uri="{FF2B5EF4-FFF2-40B4-BE49-F238E27FC236}">
                <a16:creationId xmlns:a16="http://schemas.microsoft.com/office/drawing/2014/main" id="{E4B46865-9F57-2C90-6EA3-9981259EAE65}"/>
              </a:ext>
            </a:extLst>
          </p:cNvPr>
          <p:cNvSpPr/>
          <p:nvPr/>
        </p:nvSpPr>
        <p:spPr>
          <a:xfrm>
            <a:off x="8358852" y="4638344"/>
            <a:ext cx="652215" cy="630586"/>
          </a:xfrm>
          <a:custGeom>
            <a:avLst/>
            <a:gdLst/>
            <a:ahLst/>
            <a:cxnLst/>
            <a:rect l="l" t="t" r="r" b="b"/>
            <a:pathLst>
              <a:path w="971079" h="971079">
                <a:moveTo>
                  <a:pt x="0" y="0"/>
                </a:moveTo>
                <a:lnTo>
                  <a:pt x="971079" y="0"/>
                </a:lnTo>
                <a:lnTo>
                  <a:pt x="971079" y="971079"/>
                </a:lnTo>
                <a:lnTo>
                  <a:pt x="0" y="9710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3263452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59" grpId="0" animBg="1"/>
      <p:bldP spid="64" grpId="0" animBg="1"/>
      <p:bldP spid="69" grpId="0" animBg="1"/>
      <p:bldP spid="70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AB312B-2830-69D5-6C5F-3CFBF4567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0F1CBD2-469D-8337-B693-125C090ACD5E}"/>
              </a:ext>
            </a:extLst>
          </p:cNvPr>
          <p:cNvSpPr/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9FF221D4-F0B3-7921-DAF4-6F58F1B9DB54}"/>
              </a:ext>
            </a:extLst>
          </p:cNvPr>
          <p:cNvSpPr txBox="1"/>
          <p:nvPr/>
        </p:nvSpPr>
        <p:spPr>
          <a:xfrm>
            <a:off x="1028700" y="4059309"/>
            <a:ext cx="9791700" cy="23596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208"/>
              </a:lnSpc>
            </a:pPr>
            <a:r>
              <a:rPr lang="en-US" sz="9600" b="1" dirty="0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SOLICITAR INTEGRACIÓN</a:t>
            </a: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2858421B-EF35-2369-F4B6-8796BA82B5B6}"/>
              </a:ext>
            </a:extLst>
          </p:cNvPr>
          <p:cNvSpPr/>
          <p:nvPr/>
        </p:nvSpPr>
        <p:spPr>
          <a:xfrm>
            <a:off x="16591623" y="4178664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5" y="0"/>
                </a:lnTo>
                <a:lnTo>
                  <a:pt x="2773815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12822650-B19F-7FCD-AD02-6E268D760257}"/>
              </a:ext>
            </a:extLst>
          </p:cNvPr>
          <p:cNvSpPr/>
          <p:nvPr/>
        </p:nvSpPr>
        <p:spPr>
          <a:xfrm>
            <a:off x="16467377" y="566559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E86C1550-6EC3-9089-AEB7-F36511B74DD9}"/>
              </a:ext>
            </a:extLst>
          </p:cNvPr>
          <p:cNvGrpSpPr/>
          <p:nvPr/>
        </p:nvGrpSpPr>
        <p:grpSpPr>
          <a:xfrm>
            <a:off x="10551309" y="5708718"/>
            <a:ext cx="3549582" cy="3549582"/>
            <a:chOff x="0" y="0"/>
            <a:chExt cx="812800" cy="8128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6B721F58-CFDC-57B4-003E-A165F090BF6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t="-15513" r="-112750" b="-17166"/>
              </a:stretch>
            </a:blipFill>
            <a:ln w="85725" cap="sq">
              <a:solidFill>
                <a:srgbClr val="F15226"/>
              </a:solidFill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1C90AE73-9C9F-AF0D-934A-A58219D38477}"/>
              </a:ext>
            </a:extLst>
          </p:cNvPr>
          <p:cNvGrpSpPr/>
          <p:nvPr/>
        </p:nvGrpSpPr>
        <p:grpSpPr>
          <a:xfrm>
            <a:off x="12091966" y="1971108"/>
            <a:ext cx="5167334" cy="5167334"/>
            <a:chOff x="0" y="0"/>
            <a:chExt cx="812800" cy="81280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3BB822C4-4907-4B5A-DE73-E7FDE2945EE4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l="-39285" r="-39285"/>
              </a:stretch>
            </a:blipFill>
            <a:ln w="85725" cap="sq">
              <a:solidFill>
                <a:srgbClr val="F15226"/>
              </a:solidFill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4FC346DB-1774-F0A1-9687-5F76B2948C55}"/>
              </a:ext>
            </a:extLst>
          </p:cNvPr>
          <p:cNvGrpSpPr/>
          <p:nvPr/>
        </p:nvGrpSpPr>
        <p:grpSpPr>
          <a:xfrm>
            <a:off x="10551309" y="1028700"/>
            <a:ext cx="2741950" cy="2741950"/>
            <a:chOff x="0" y="0"/>
            <a:chExt cx="812800" cy="812800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8FF6E51-4EF3-8828-4C2F-BA9A1ECEE2B4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-36513" t="-32862" r="-37426" b="-41077"/>
              </a:stretch>
            </a:blipFill>
            <a:ln w="85725" cap="sq">
              <a:solidFill>
                <a:srgbClr val="F15226"/>
              </a:solidFill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13" name="TextBox 13">
            <a:extLst>
              <a:ext uri="{FF2B5EF4-FFF2-40B4-BE49-F238E27FC236}">
                <a16:creationId xmlns:a16="http://schemas.microsoft.com/office/drawing/2014/main" id="{1D5E627C-6947-A45A-7A42-9FC556470D40}"/>
              </a:ext>
            </a:extLst>
          </p:cNvPr>
          <p:cNvSpPr txBox="1"/>
          <p:nvPr/>
        </p:nvSpPr>
        <p:spPr>
          <a:xfrm>
            <a:off x="1028700" y="6963696"/>
            <a:ext cx="8115365" cy="948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40"/>
              </a:lnSpc>
            </a:pPr>
            <a:r>
              <a:rPr lang="en-US" sz="8000" b="1" dirty="0">
                <a:solidFill>
                  <a:srgbClr val="F15226"/>
                </a:solidFill>
                <a:latin typeface="Lato Bold"/>
                <a:ea typeface="Lato Bold"/>
                <a:cs typeface="Lato Bold"/>
                <a:sym typeface="Lato Bold"/>
              </a:rPr>
              <a:t>pull request</a:t>
            </a:r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DF1980AC-0376-190C-B8AF-C1498817A3E1}"/>
              </a:ext>
            </a:extLst>
          </p:cNvPr>
          <p:cNvGrpSpPr/>
          <p:nvPr/>
        </p:nvGrpSpPr>
        <p:grpSpPr>
          <a:xfrm>
            <a:off x="-228601" y="-478361"/>
            <a:ext cx="2905050" cy="1476032"/>
            <a:chOff x="-228601" y="-478361"/>
            <a:chExt cx="2905050" cy="1476032"/>
          </a:xfrm>
        </p:grpSpPr>
        <p:grpSp>
          <p:nvGrpSpPr>
            <p:cNvPr id="16" name="Group 10">
              <a:extLst>
                <a:ext uri="{FF2B5EF4-FFF2-40B4-BE49-F238E27FC236}">
                  <a16:creationId xmlns:a16="http://schemas.microsoft.com/office/drawing/2014/main" id="{2934295D-E6BC-7D53-D718-C871650D91F9}"/>
                </a:ext>
              </a:extLst>
            </p:cNvPr>
            <p:cNvGrpSpPr/>
            <p:nvPr/>
          </p:nvGrpSpPr>
          <p:grpSpPr>
            <a:xfrm>
              <a:off x="-228601" y="-478361"/>
              <a:ext cx="2905050" cy="1221311"/>
              <a:chOff x="0" y="0"/>
              <a:chExt cx="1355852" cy="720510"/>
            </a:xfrm>
          </p:grpSpPr>
          <p:sp>
            <p:nvSpPr>
              <p:cNvPr id="18" name="Freeform 11">
                <a:extLst>
                  <a:ext uri="{FF2B5EF4-FFF2-40B4-BE49-F238E27FC236}">
                    <a16:creationId xmlns:a16="http://schemas.microsoft.com/office/drawing/2014/main" id="{76C738C3-0518-A469-BC4B-EE49699414B5}"/>
                  </a:ext>
                </a:extLst>
              </p:cNvPr>
              <p:cNvSpPr/>
              <p:nvPr/>
            </p:nvSpPr>
            <p:spPr>
              <a:xfrm>
                <a:off x="0" y="0"/>
                <a:ext cx="1355852" cy="720510"/>
              </a:xfrm>
              <a:custGeom>
                <a:avLst/>
                <a:gdLst/>
                <a:ahLst/>
                <a:cxnLst/>
                <a:rect l="l" t="t" r="r" b="b"/>
                <a:pathLst>
                  <a:path w="1355852" h="720510">
                    <a:moveTo>
                      <a:pt x="150387" y="0"/>
                    </a:moveTo>
                    <a:lnTo>
                      <a:pt x="1205465" y="0"/>
                    </a:lnTo>
                    <a:cubicBezTo>
                      <a:pt x="1245350" y="0"/>
                      <a:pt x="1283602" y="15844"/>
                      <a:pt x="1311805" y="44047"/>
                    </a:cubicBezTo>
                    <a:cubicBezTo>
                      <a:pt x="1340008" y="72250"/>
                      <a:pt x="1355852" y="110502"/>
                      <a:pt x="1355852" y="150387"/>
                    </a:cubicBezTo>
                    <a:lnTo>
                      <a:pt x="1355852" y="570123"/>
                    </a:lnTo>
                    <a:cubicBezTo>
                      <a:pt x="1355852" y="653179"/>
                      <a:pt x="1288522" y="720510"/>
                      <a:pt x="1205465" y="720510"/>
                    </a:cubicBezTo>
                    <a:lnTo>
                      <a:pt x="150387" y="720510"/>
                    </a:lnTo>
                    <a:cubicBezTo>
                      <a:pt x="67331" y="720510"/>
                      <a:pt x="0" y="653179"/>
                      <a:pt x="0" y="570123"/>
                    </a:cubicBezTo>
                    <a:lnTo>
                      <a:pt x="0" y="150387"/>
                    </a:lnTo>
                    <a:cubicBezTo>
                      <a:pt x="0" y="67331"/>
                      <a:pt x="67331" y="0"/>
                      <a:pt x="150387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19" name="TextBox 12">
                <a:extLst>
                  <a:ext uri="{FF2B5EF4-FFF2-40B4-BE49-F238E27FC236}">
                    <a16:creationId xmlns:a16="http://schemas.microsoft.com/office/drawing/2014/main" id="{4893A61F-091F-D313-5E1D-D1746FE8CBE1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5852" cy="739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pic>
          <p:nvPicPr>
            <p:cNvPr id="17" name="Imagen 16">
              <a:extLst>
                <a:ext uri="{FF2B5EF4-FFF2-40B4-BE49-F238E27FC236}">
                  <a16:creationId xmlns:a16="http://schemas.microsoft.com/office/drawing/2014/main" id="{5F87B3B8-5B2D-3ACD-BD23-1567635D070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1" y="-375754"/>
              <a:ext cx="1373425" cy="13734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50497367"/>
      </p:ext>
    </p:extLst>
  </p:cSld>
  <p:clrMapOvr>
    <a:masterClrMapping/>
  </p:clrMapOvr>
  <p:transition>
    <p:fade/>
  </p:transition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1EF360-B5B6-61EE-9EEF-D94E9AA12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BA9AD92-3D70-DD9D-1BEC-A17FCF8B7469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666" b="-4666"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B89E9A8B-927D-85F3-2614-54A7CD8DF353}"/>
              </a:ext>
            </a:extLst>
          </p:cNvPr>
          <p:cNvGrpSpPr/>
          <p:nvPr/>
        </p:nvGrpSpPr>
        <p:grpSpPr>
          <a:xfrm>
            <a:off x="8953781" y="-5222082"/>
            <a:ext cx="9375908" cy="20731164"/>
            <a:chOff x="0" y="0"/>
            <a:chExt cx="2469375" cy="5460060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E3DC931-37DA-F294-E9CD-3BC3FADC18B3}"/>
                </a:ext>
              </a:extLst>
            </p:cNvPr>
            <p:cNvSpPr/>
            <p:nvPr/>
          </p:nvSpPr>
          <p:spPr>
            <a:xfrm>
              <a:off x="0" y="0"/>
              <a:ext cx="2469375" cy="5460060"/>
            </a:xfrm>
            <a:custGeom>
              <a:avLst/>
              <a:gdLst/>
              <a:ahLst/>
              <a:cxnLst/>
              <a:rect l="l" t="t" r="r" b="b"/>
              <a:pathLst>
                <a:path w="2469375" h="5460060">
                  <a:moveTo>
                    <a:pt x="0" y="0"/>
                  </a:moveTo>
                  <a:lnTo>
                    <a:pt x="2469375" y="0"/>
                  </a:lnTo>
                  <a:lnTo>
                    <a:pt x="2469375" y="5460060"/>
                  </a:lnTo>
                  <a:lnTo>
                    <a:pt x="0" y="5460060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3840C3E7-F67B-65DA-FD52-B4264FD63AB5}"/>
                </a:ext>
              </a:extLst>
            </p:cNvPr>
            <p:cNvSpPr txBox="1"/>
            <p:nvPr/>
          </p:nvSpPr>
          <p:spPr>
            <a:xfrm>
              <a:off x="0" y="-19050"/>
              <a:ext cx="2469375" cy="54791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EDC5551E-B862-A06E-C835-CF41BCBB86E9}"/>
              </a:ext>
            </a:extLst>
          </p:cNvPr>
          <p:cNvSpPr txBox="1"/>
          <p:nvPr/>
        </p:nvSpPr>
        <p:spPr>
          <a:xfrm>
            <a:off x="1028700" y="1047750"/>
            <a:ext cx="7552018" cy="2744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17"/>
              </a:lnSpc>
            </a:pPr>
            <a:r>
              <a:rPr lang="en-US" sz="9160" b="1" dirty="0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¿PARA QUÉ NOS SIRVEN?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2B888107-3200-808C-B508-DB5127652B98}"/>
              </a:ext>
            </a:extLst>
          </p:cNvPr>
          <p:cNvSpPr txBox="1"/>
          <p:nvPr/>
        </p:nvSpPr>
        <p:spPr>
          <a:xfrm>
            <a:off x="9959958" y="1636712"/>
            <a:ext cx="7299342" cy="69773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6" lvl="1" indent="-302258" algn="l">
              <a:lnSpc>
                <a:spcPts val="3919"/>
              </a:lnSpc>
              <a:buFont typeface="Arial"/>
              <a:buChar char="•"/>
            </a:pP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Permite a otros desarrolladores leer tus cambios línea por línea, dejar comentarios o sugerir mejoras antes de tocar el código oficial.</a:t>
            </a:r>
          </a:p>
          <a:p>
            <a:pPr marL="302258" lvl="1" algn="l">
              <a:lnSpc>
                <a:spcPts val="3919"/>
              </a:lnSpc>
            </a:pPr>
            <a:endParaRPr lang="es-MX" sz="2799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604516" lvl="1" indent="-302258" algn="l">
              <a:lnSpc>
                <a:spcPts val="3919"/>
              </a:lnSpc>
              <a:buFont typeface="Arial"/>
              <a:buChar char="•"/>
            </a:pP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Evita que código con errores o incompleto se mezcle directamente en las ramas críticas como </a:t>
            </a:r>
            <a:r>
              <a:rPr lang="es-MX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develop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o </a:t>
            </a:r>
            <a:r>
              <a:rPr lang="es-MX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main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marL="302258" lvl="1" algn="l">
              <a:lnSpc>
                <a:spcPts val="3919"/>
              </a:lnSpc>
            </a:pPr>
            <a:endParaRPr lang="es-MX" sz="2799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604516" lvl="1" indent="-302258" algn="l">
              <a:lnSpc>
                <a:spcPts val="3919"/>
              </a:lnSpc>
              <a:buFont typeface="Arial"/>
              <a:buChar char="•"/>
            </a:pP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 la industria, ningún cambio entra al servidor de producción sin haber pasado primero por un Pull </a:t>
            </a:r>
            <a:r>
              <a:rPr lang="es-MX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Request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aprobado.</a:t>
            </a:r>
            <a:endParaRPr lang="en-US" sz="2799" u="none" strike="noStrike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978F246C-BEBE-BFD2-DFF9-9D3A65A48237}"/>
              </a:ext>
            </a:extLst>
          </p:cNvPr>
          <p:cNvSpPr txBox="1"/>
          <p:nvPr/>
        </p:nvSpPr>
        <p:spPr>
          <a:xfrm>
            <a:off x="1028700" y="4820925"/>
            <a:ext cx="7074075" cy="3476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>
              <a:lnSpc>
                <a:spcPts val="3919"/>
              </a:lnSpc>
            </a:pP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Un Pull </a:t>
            </a:r>
            <a:r>
              <a:rPr lang="es-MX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Request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no es un comando 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 la terminal; es una funcionalidad de plataformas como GitHub que te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permite notificar 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al equipo que has terminado una tarea en tu rama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y solicitas que sea revisada e integrada 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al proyecto principal.</a:t>
            </a:r>
            <a:endParaRPr lang="en-US" sz="2799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2" name="Grupo 11">
            <a:extLst>
              <a:ext uri="{FF2B5EF4-FFF2-40B4-BE49-F238E27FC236}">
                <a16:creationId xmlns:a16="http://schemas.microsoft.com/office/drawing/2014/main" id="{3D08C23A-89A0-4CDB-8911-696CF274C632}"/>
              </a:ext>
            </a:extLst>
          </p:cNvPr>
          <p:cNvGrpSpPr/>
          <p:nvPr/>
        </p:nvGrpSpPr>
        <p:grpSpPr>
          <a:xfrm>
            <a:off x="-228601" y="-478361"/>
            <a:ext cx="2905050" cy="1476032"/>
            <a:chOff x="-228601" y="-478361"/>
            <a:chExt cx="2905050" cy="1476032"/>
          </a:xfrm>
        </p:grpSpPr>
        <p:grpSp>
          <p:nvGrpSpPr>
            <p:cNvPr id="13" name="Group 10">
              <a:extLst>
                <a:ext uri="{FF2B5EF4-FFF2-40B4-BE49-F238E27FC236}">
                  <a16:creationId xmlns:a16="http://schemas.microsoft.com/office/drawing/2014/main" id="{06535887-C640-9671-706A-FCE9A3D0B2BB}"/>
                </a:ext>
              </a:extLst>
            </p:cNvPr>
            <p:cNvGrpSpPr/>
            <p:nvPr/>
          </p:nvGrpSpPr>
          <p:grpSpPr>
            <a:xfrm>
              <a:off x="-228601" y="-478361"/>
              <a:ext cx="2905050" cy="1221311"/>
              <a:chOff x="0" y="0"/>
              <a:chExt cx="1355852" cy="720510"/>
            </a:xfrm>
          </p:grpSpPr>
          <p:sp>
            <p:nvSpPr>
              <p:cNvPr id="15" name="Freeform 11">
                <a:extLst>
                  <a:ext uri="{FF2B5EF4-FFF2-40B4-BE49-F238E27FC236}">
                    <a16:creationId xmlns:a16="http://schemas.microsoft.com/office/drawing/2014/main" id="{D10FED1D-86A9-3792-BAE4-73AB9F94650B}"/>
                  </a:ext>
                </a:extLst>
              </p:cNvPr>
              <p:cNvSpPr/>
              <p:nvPr/>
            </p:nvSpPr>
            <p:spPr>
              <a:xfrm>
                <a:off x="0" y="0"/>
                <a:ext cx="1355852" cy="720510"/>
              </a:xfrm>
              <a:custGeom>
                <a:avLst/>
                <a:gdLst/>
                <a:ahLst/>
                <a:cxnLst/>
                <a:rect l="l" t="t" r="r" b="b"/>
                <a:pathLst>
                  <a:path w="1355852" h="720510">
                    <a:moveTo>
                      <a:pt x="150387" y="0"/>
                    </a:moveTo>
                    <a:lnTo>
                      <a:pt x="1205465" y="0"/>
                    </a:lnTo>
                    <a:cubicBezTo>
                      <a:pt x="1245350" y="0"/>
                      <a:pt x="1283602" y="15844"/>
                      <a:pt x="1311805" y="44047"/>
                    </a:cubicBezTo>
                    <a:cubicBezTo>
                      <a:pt x="1340008" y="72250"/>
                      <a:pt x="1355852" y="110502"/>
                      <a:pt x="1355852" y="150387"/>
                    </a:cubicBezTo>
                    <a:lnTo>
                      <a:pt x="1355852" y="570123"/>
                    </a:lnTo>
                    <a:cubicBezTo>
                      <a:pt x="1355852" y="653179"/>
                      <a:pt x="1288522" y="720510"/>
                      <a:pt x="1205465" y="720510"/>
                    </a:cubicBezTo>
                    <a:lnTo>
                      <a:pt x="150387" y="720510"/>
                    </a:lnTo>
                    <a:cubicBezTo>
                      <a:pt x="67331" y="720510"/>
                      <a:pt x="0" y="653179"/>
                      <a:pt x="0" y="570123"/>
                    </a:cubicBezTo>
                    <a:lnTo>
                      <a:pt x="0" y="150387"/>
                    </a:lnTo>
                    <a:cubicBezTo>
                      <a:pt x="0" y="67331"/>
                      <a:pt x="67331" y="0"/>
                      <a:pt x="150387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16" name="TextBox 12">
                <a:extLst>
                  <a:ext uri="{FF2B5EF4-FFF2-40B4-BE49-F238E27FC236}">
                    <a16:creationId xmlns:a16="http://schemas.microsoft.com/office/drawing/2014/main" id="{8DE6AC27-26EB-C8A7-75AB-C6A05EAE9BFD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5852" cy="739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pic>
          <p:nvPicPr>
            <p:cNvPr id="14" name="Imagen 13">
              <a:extLst>
                <a:ext uri="{FF2B5EF4-FFF2-40B4-BE49-F238E27FC236}">
                  <a16:creationId xmlns:a16="http://schemas.microsoft.com/office/drawing/2014/main" id="{8120D626-C231-6DCE-A4B1-41D3CB8E5E8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1" y="-375754"/>
              <a:ext cx="1373425" cy="13734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02324400"/>
      </p:ext>
    </p:extLst>
  </p:cSld>
  <p:clrMapOvr>
    <a:masterClrMapping/>
  </p:clrMapOvr>
  <p:transition>
    <p:fade/>
  </p:transition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561BB8-B82A-0CC1-3E5A-BAD8B00B3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9D24B3E-B38C-FF3A-FCC5-EC2F8845ACF6}"/>
              </a:ext>
            </a:extLst>
          </p:cNvPr>
          <p:cNvSpPr/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7EF5E3F8-3B4C-34F9-70AC-A5D0E44D2BFB}"/>
              </a:ext>
            </a:extLst>
          </p:cNvPr>
          <p:cNvGrpSpPr/>
          <p:nvPr/>
        </p:nvGrpSpPr>
        <p:grpSpPr>
          <a:xfrm>
            <a:off x="-698849" y="9575651"/>
            <a:ext cx="19685699" cy="2666805"/>
            <a:chOff x="0" y="0"/>
            <a:chExt cx="5184711" cy="702368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80A25FFD-5AB3-EE51-43AC-A55EC8FE2B51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D241BD3F-C49C-627F-C3CA-B97B06ABFB1F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88ACA611-9398-CA8F-0E12-18567BDEB84B}"/>
              </a:ext>
            </a:extLst>
          </p:cNvPr>
          <p:cNvGrpSpPr/>
          <p:nvPr/>
        </p:nvGrpSpPr>
        <p:grpSpPr>
          <a:xfrm>
            <a:off x="-698849" y="-1923855"/>
            <a:ext cx="19685699" cy="2666805"/>
            <a:chOff x="0" y="0"/>
            <a:chExt cx="5184711" cy="70236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F1B9102D-38F9-C66D-D44F-68FA29F95BD0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216E78CF-0DA1-32EC-8F02-EDC5930E5E94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465773FD-3913-D743-4329-0548B32BBA9F}"/>
              </a:ext>
            </a:extLst>
          </p:cNvPr>
          <p:cNvSpPr/>
          <p:nvPr/>
        </p:nvSpPr>
        <p:spPr>
          <a:xfrm>
            <a:off x="15872392" y="2091327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7C7749F2-D291-039F-652D-9CD41FE4DB9D}"/>
              </a:ext>
            </a:extLst>
          </p:cNvPr>
          <p:cNvSpPr/>
          <p:nvPr/>
        </p:nvSpPr>
        <p:spPr>
          <a:xfrm>
            <a:off x="16901092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E085AB96-584E-3139-0B11-FFEA36954856}"/>
              </a:ext>
            </a:extLst>
          </p:cNvPr>
          <p:cNvSpPr/>
          <p:nvPr/>
        </p:nvSpPr>
        <p:spPr>
          <a:xfrm flipH="1">
            <a:off x="-1389129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6B6CC839-89BB-C598-2EC0-D5592678C5B6}"/>
              </a:ext>
            </a:extLst>
          </p:cNvPr>
          <p:cNvSpPr/>
          <p:nvPr/>
        </p:nvSpPr>
        <p:spPr>
          <a:xfrm flipH="1">
            <a:off x="-360429" y="2459791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7687D6CB-EE96-1DD0-6FE5-FC1BC010F0B2}"/>
              </a:ext>
            </a:extLst>
          </p:cNvPr>
          <p:cNvSpPr txBox="1"/>
          <p:nvPr/>
        </p:nvSpPr>
        <p:spPr>
          <a:xfrm>
            <a:off x="7590543" y="3795156"/>
            <a:ext cx="8185257" cy="24761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Nos gustaría recibir tus comentarios para poder seguir mejorando nuestro contenido y logística.</a:t>
            </a:r>
          </a:p>
          <a:p>
            <a:pPr marL="0" lvl="1" indent="0" algn="l">
              <a:lnSpc>
                <a:spcPts val="3919"/>
              </a:lnSpc>
            </a:pPr>
            <a:endParaRPr lang="es-MX" sz="2799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1" indent="0" algn="l">
              <a:lnSpc>
                <a:spcPts val="3919"/>
              </a:lnSpc>
            </a:pP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Llena este formulario rápido y comparte tus opiniones con nosotros.</a:t>
            </a:r>
            <a:endParaRPr lang="en-US" sz="2799" b="1" spc="-75" dirty="0">
              <a:solidFill>
                <a:srgbClr val="0CC0DF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26" name="TextBox 21">
            <a:extLst>
              <a:ext uri="{FF2B5EF4-FFF2-40B4-BE49-F238E27FC236}">
                <a16:creationId xmlns:a16="http://schemas.microsoft.com/office/drawing/2014/main" id="{846C6BAC-C209-6DE1-FA9A-BDA019707C39}"/>
              </a:ext>
            </a:extLst>
          </p:cNvPr>
          <p:cNvSpPr txBox="1"/>
          <p:nvPr/>
        </p:nvSpPr>
        <p:spPr>
          <a:xfrm>
            <a:off x="4801099" y="1222167"/>
            <a:ext cx="12940412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s-MX" sz="7500" b="1" dirty="0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¡GRACIAS POR ASISTIR!</a:t>
            </a:r>
            <a:endParaRPr lang="en-US" sz="7500" b="1" dirty="0">
              <a:solidFill>
                <a:srgbClr val="FFFFFF"/>
              </a:solidFill>
              <a:latin typeface="Lato Bold"/>
              <a:ea typeface="Lato Bold"/>
              <a:cs typeface="Lato Bold"/>
              <a:sym typeface="Lato Bold"/>
            </a:endParaRPr>
          </a:p>
        </p:txBody>
      </p:sp>
      <p:pic>
        <p:nvPicPr>
          <p:cNvPr id="28" name="Imagen 27">
            <a:extLst>
              <a:ext uri="{FF2B5EF4-FFF2-40B4-BE49-F238E27FC236}">
                <a16:creationId xmlns:a16="http://schemas.microsoft.com/office/drawing/2014/main" id="{C0BC989B-73AA-4C5B-5965-1113BB2DC8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37029" y="3545884"/>
            <a:ext cx="4572519" cy="4691595"/>
          </a:xfrm>
          <a:prstGeom prst="rect">
            <a:avLst/>
          </a:prstGeom>
        </p:spPr>
      </p:pic>
      <p:sp>
        <p:nvSpPr>
          <p:cNvPr id="30" name="TextBox 24">
            <a:extLst>
              <a:ext uri="{FF2B5EF4-FFF2-40B4-BE49-F238E27FC236}">
                <a16:creationId xmlns:a16="http://schemas.microsoft.com/office/drawing/2014/main" id="{B8B04FA8-9E35-C232-5E63-301E9AACDA44}"/>
              </a:ext>
            </a:extLst>
          </p:cNvPr>
          <p:cNvSpPr txBox="1"/>
          <p:nvPr/>
        </p:nvSpPr>
        <p:spPr>
          <a:xfrm>
            <a:off x="7576127" y="6700386"/>
            <a:ext cx="8185257" cy="4755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https://forms.gle/ebsK6gJvXguPZeEm6</a:t>
            </a:r>
            <a:endParaRPr lang="en-US" sz="2799" b="1" spc="-75" dirty="0">
              <a:solidFill>
                <a:schemeClr val="bg1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33" name="TextBox 24">
            <a:extLst>
              <a:ext uri="{FF2B5EF4-FFF2-40B4-BE49-F238E27FC236}">
                <a16:creationId xmlns:a16="http://schemas.microsoft.com/office/drawing/2014/main" id="{4F14BF57-C947-59D0-FA93-67E02B31E429}"/>
              </a:ext>
            </a:extLst>
          </p:cNvPr>
          <p:cNvSpPr txBox="1"/>
          <p:nvPr/>
        </p:nvSpPr>
        <p:spPr>
          <a:xfrm>
            <a:off x="2808788" y="8407856"/>
            <a:ext cx="3428999" cy="4755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ctr">
              <a:lnSpc>
                <a:spcPts val="3919"/>
              </a:lnSpc>
            </a:pPr>
            <a:r>
              <a:rPr lang="es-MX" sz="2799" spc="-75" dirty="0" err="1">
                <a:solidFill>
                  <a:srgbClr val="FFFFFF"/>
                </a:solidFill>
                <a:latin typeface="Poppins"/>
                <a:ea typeface="Poppins Bold"/>
                <a:cs typeface="Poppins"/>
                <a:sym typeface="Poppins"/>
              </a:rPr>
              <a:t>Feedback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 Bold"/>
                <a:cs typeface="Poppins"/>
                <a:sym typeface="Poppins"/>
              </a:rPr>
              <a:t> día 2</a:t>
            </a:r>
            <a:endParaRPr lang="en-US" sz="2799" spc="-75" dirty="0">
              <a:solidFill>
                <a:srgbClr val="0CC0DF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grpSp>
        <p:nvGrpSpPr>
          <p:cNvPr id="34" name="Group 10">
            <a:extLst>
              <a:ext uri="{FF2B5EF4-FFF2-40B4-BE49-F238E27FC236}">
                <a16:creationId xmlns:a16="http://schemas.microsoft.com/office/drawing/2014/main" id="{FAC2545C-E8B9-45C2-0BA3-6C9BD44D1B58}"/>
              </a:ext>
            </a:extLst>
          </p:cNvPr>
          <p:cNvGrpSpPr/>
          <p:nvPr/>
        </p:nvGrpSpPr>
        <p:grpSpPr>
          <a:xfrm>
            <a:off x="-2221" y="927183"/>
            <a:ext cx="4706728" cy="1723876"/>
            <a:chOff x="0" y="-26737"/>
            <a:chExt cx="1239632" cy="454025"/>
          </a:xfrm>
        </p:grpSpPr>
        <p:sp>
          <p:nvSpPr>
            <p:cNvPr id="35" name="Freeform 11">
              <a:extLst>
                <a:ext uri="{FF2B5EF4-FFF2-40B4-BE49-F238E27FC236}">
                  <a16:creationId xmlns:a16="http://schemas.microsoft.com/office/drawing/2014/main" id="{777B7565-4B89-5C78-A6F3-E7733F313487}"/>
                </a:ext>
              </a:extLst>
            </p:cNvPr>
            <p:cNvSpPr/>
            <p:nvPr/>
          </p:nvSpPr>
          <p:spPr>
            <a:xfrm>
              <a:off x="0" y="0"/>
              <a:ext cx="1239632" cy="406400"/>
            </a:xfrm>
            <a:custGeom>
              <a:avLst/>
              <a:gdLst/>
              <a:ahLst/>
              <a:cxnLst/>
              <a:rect l="l" t="t" r="r" b="b"/>
              <a:pathLst>
                <a:path w="1239632" h="406400">
                  <a:moveTo>
                    <a:pt x="1036432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1036432" y="406400"/>
                  </a:lnTo>
                  <a:lnTo>
                    <a:pt x="1239632" y="203200"/>
                  </a:lnTo>
                  <a:lnTo>
                    <a:pt x="1036432" y="0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36" name="TextBox 12">
              <a:extLst>
                <a:ext uri="{FF2B5EF4-FFF2-40B4-BE49-F238E27FC236}">
                  <a16:creationId xmlns:a16="http://schemas.microsoft.com/office/drawing/2014/main" id="{CD7CD954-4B72-990B-C081-D6F1B44F1344}"/>
                </a:ext>
              </a:extLst>
            </p:cNvPr>
            <p:cNvSpPr txBox="1"/>
            <p:nvPr/>
          </p:nvSpPr>
          <p:spPr>
            <a:xfrm>
              <a:off x="0" y="-26737"/>
              <a:ext cx="1125332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418"/>
                </a:lnSpc>
              </a:pPr>
              <a:r>
                <a:rPr lang="en-US" sz="4200" spc="-231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Día 2</a:t>
              </a:r>
            </a:p>
          </p:txBody>
        </p:sp>
      </p:grpSp>
      <p:grpSp>
        <p:nvGrpSpPr>
          <p:cNvPr id="37" name="Grupo 36">
            <a:extLst>
              <a:ext uri="{FF2B5EF4-FFF2-40B4-BE49-F238E27FC236}">
                <a16:creationId xmlns:a16="http://schemas.microsoft.com/office/drawing/2014/main" id="{1D885B66-0514-60D3-FC40-C154A1B98A7B}"/>
              </a:ext>
            </a:extLst>
          </p:cNvPr>
          <p:cNvGrpSpPr/>
          <p:nvPr/>
        </p:nvGrpSpPr>
        <p:grpSpPr>
          <a:xfrm>
            <a:off x="-228601" y="-478361"/>
            <a:ext cx="2905050" cy="1476032"/>
            <a:chOff x="-228601" y="-478361"/>
            <a:chExt cx="2905050" cy="1476032"/>
          </a:xfrm>
        </p:grpSpPr>
        <p:grpSp>
          <p:nvGrpSpPr>
            <p:cNvPr id="38" name="Group 10">
              <a:extLst>
                <a:ext uri="{FF2B5EF4-FFF2-40B4-BE49-F238E27FC236}">
                  <a16:creationId xmlns:a16="http://schemas.microsoft.com/office/drawing/2014/main" id="{CA703945-FA69-ACB6-4179-D302A879A288}"/>
                </a:ext>
              </a:extLst>
            </p:cNvPr>
            <p:cNvGrpSpPr/>
            <p:nvPr/>
          </p:nvGrpSpPr>
          <p:grpSpPr>
            <a:xfrm>
              <a:off x="-228601" y="-478361"/>
              <a:ext cx="2905050" cy="1221311"/>
              <a:chOff x="0" y="0"/>
              <a:chExt cx="1355852" cy="720510"/>
            </a:xfrm>
          </p:grpSpPr>
          <p:sp>
            <p:nvSpPr>
              <p:cNvPr id="40" name="Freeform 11">
                <a:extLst>
                  <a:ext uri="{FF2B5EF4-FFF2-40B4-BE49-F238E27FC236}">
                    <a16:creationId xmlns:a16="http://schemas.microsoft.com/office/drawing/2014/main" id="{43E78619-F48B-A78F-EF15-B2AE7F7CFC20}"/>
                  </a:ext>
                </a:extLst>
              </p:cNvPr>
              <p:cNvSpPr/>
              <p:nvPr/>
            </p:nvSpPr>
            <p:spPr>
              <a:xfrm>
                <a:off x="0" y="0"/>
                <a:ext cx="1355852" cy="720510"/>
              </a:xfrm>
              <a:custGeom>
                <a:avLst/>
                <a:gdLst/>
                <a:ahLst/>
                <a:cxnLst/>
                <a:rect l="l" t="t" r="r" b="b"/>
                <a:pathLst>
                  <a:path w="1355852" h="720510">
                    <a:moveTo>
                      <a:pt x="150387" y="0"/>
                    </a:moveTo>
                    <a:lnTo>
                      <a:pt x="1205465" y="0"/>
                    </a:lnTo>
                    <a:cubicBezTo>
                      <a:pt x="1245350" y="0"/>
                      <a:pt x="1283602" y="15844"/>
                      <a:pt x="1311805" y="44047"/>
                    </a:cubicBezTo>
                    <a:cubicBezTo>
                      <a:pt x="1340008" y="72250"/>
                      <a:pt x="1355852" y="110502"/>
                      <a:pt x="1355852" y="150387"/>
                    </a:cubicBezTo>
                    <a:lnTo>
                      <a:pt x="1355852" y="570123"/>
                    </a:lnTo>
                    <a:cubicBezTo>
                      <a:pt x="1355852" y="653179"/>
                      <a:pt x="1288522" y="720510"/>
                      <a:pt x="1205465" y="720510"/>
                    </a:cubicBezTo>
                    <a:lnTo>
                      <a:pt x="150387" y="720510"/>
                    </a:lnTo>
                    <a:cubicBezTo>
                      <a:pt x="67331" y="720510"/>
                      <a:pt x="0" y="653179"/>
                      <a:pt x="0" y="570123"/>
                    </a:cubicBezTo>
                    <a:lnTo>
                      <a:pt x="0" y="150387"/>
                    </a:lnTo>
                    <a:cubicBezTo>
                      <a:pt x="0" y="67331"/>
                      <a:pt x="67331" y="0"/>
                      <a:pt x="150387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41" name="TextBox 12">
                <a:extLst>
                  <a:ext uri="{FF2B5EF4-FFF2-40B4-BE49-F238E27FC236}">
                    <a16:creationId xmlns:a16="http://schemas.microsoft.com/office/drawing/2014/main" id="{08A4D19B-19B5-C7F1-ACD4-CC5BC0845C1F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5852" cy="739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pic>
          <p:nvPicPr>
            <p:cNvPr id="39" name="Imagen 38">
              <a:extLst>
                <a:ext uri="{FF2B5EF4-FFF2-40B4-BE49-F238E27FC236}">
                  <a16:creationId xmlns:a16="http://schemas.microsoft.com/office/drawing/2014/main" id="{9FA254F8-3705-05AC-401C-B655A7C4429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1" y="-375754"/>
              <a:ext cx="1373425" cy="13734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3022703"/>
      </p:ext>
    </p:extLst>
  </p:cSld>
  <p:clrMapOvr>
    <a:masterClrMapping/>
  </p:clrMapOvr>
  <p:transition>
    <p:fade/>
  </p:transition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4636C8-559F-9673-478A-0C4457B26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01FBF9F-082B-6B5F-CD7E-1F3414029490}"/>
              </a:ext>
            </a:extLst>
          </p:cNvPr>
          <p:cNvSpPr/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44B0FFE1-CEF1-F3F9-E52D-696ED7CC7230}"/>
              </a:ext>
            </a:extLst>
          </p:cNvPr>
          <p:cNvSpPr txBox="1"/>
          <p:nvPr/>
        </p:nvSpPr>
        <p:spPr>
          <a:xfrm>
            <a:off x="1028700" y="4059309"/>
            <a:ext cx="9791700" cy="23596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208"/>
              </a:lnSpc>
            </a:pPr>
            <a:r>
              <a:rPr lang="en-US" sz="9600" b="1" dirty="0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SINCRONIZAR CAMBIOS </a:t>
            </a: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2FE84CFA-50B6-478C-541B-F38DADB9B7CB}"/>
              </a:ext>
            </a:extLst>
          </p:cNvPr>
          <p:cNvSpPr/>
          <p:nvPr/>
        </p:nvSpPr>
        <p:spPr>
          <a:xfrm>
            <a:off x="16591623" y="4178664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5" y="0"/>
                </a:lnTo>
                <a:lnTo>
                  <a:pt x="2773815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EFEC1AE9-1D5B-FEE5-60B2-1726B8D32FAE}"/>
              </a:ext>
            </a:extLst>
          </p:cNvPr>
          <p:cNvSpPr/>
          <p:nvPr/>
        </p:nvSpPr>
        <p:spPr>
          <a:xfrm>
            <a:off x="16467377" y="566559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7329A31A-9565-9B1B-1432-D9B6ECEC4BA4}"/>
              </a:ext>
            </a:extLst>
          </p:cNvPr>
          <p:cNvGrpSpPr/>
          <p:nvPr/>
        </p:nvGrpSpPr>
        <p:grpSpPr>
          <a:xfrm>
            <a:off x="10551309" y="5708718"/>
            <a:ext cx="3549582" cy="3549582"/>
            <a:chOff x="0" y="0"/>
            <a:chExt cx="812800" cy="8128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3CDB568A-9938-9EE4-6E5C-FDB4E774AF2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t="-15513" r="-112750" b="-17166"/>
              </a:stretch>
            </a:blipFill>
            <a:ln w="85725" cap="sq">
              <a:solidFill>
                <a:srgbClr val="F15226"/>
              </a:solidFill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4FE3F9CE-80E1-97BD-4BAC-93C89E09253C}"/>
              </a:ext>
            </a:extLst>
          </p:cNvPr>
          <p:cNvGrpSpPr/>
          <p:nvPr/>
        </p:nvGrpSpPr>
        <p:grpSpPr>
          <a:xfrm>
            <a:off x="12091966" y="1971108"/>
            <a:ext cx="5167334" cy="5167334"/>
            <a:chOff x="0" y="0"/>
            <a:chExt cx="812800" cy="81280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F0D49875-0DB8-F728-EE0B-5AAC3271869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l="-39285" r="-39285"/>
              </a:stretch>
            </a:blipFill>
            <a:ln w="85725" cap="sq">
              <a:solidFill>
                <a:srgbClr val="F15226"/>
              </a:solidFill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3C464EC-E0CB-A089-2A1E-6DB064484471}"/>
              </a:ext>
            </a:extLst>
          </p:cNvPr>
          <p:cNvGrpSpPr/>
          <p:nvPr/>
        </p:nvGrpSpPr>
        <p:grpSpPr>
          <a:xfrm>
            <a:off x="10551309" y="1028700"/>
            <a:ext cx="2741950" cy="2741950"/>
            <a:chOff x="0" y="0"/>
            <a:chExt cx="812800" cy="812800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0C75050A-5951-2975-F800-3387842F331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-36513" t="-32862" r="-37426" b="-41077"/>
              </a:stretch>
            </a:blipFill>
            <a:ln w="85725" cap="sq">
              <a:solidFill>
                <a:srgbClr val="F15226"/>
              </a:solidFill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13" name="TextBox 13">
            <a:extLst>
              <a:ext uri="{FF2B5EF4-FFF2-40B4-BE49-F238E27FC236}">
                <a16:creationId xmlns:a16="http://schemas.microsoft.com/office/drawing/2014/main" id="{F0FE1687-A7F7-9E63-116D-DF86C21A34B8}"/>
              </a:ext>
            </a:extLst>
          </p:cNvPr>
          <p:cNvSpPr txBox="1"/>
          <p:nvPr/>
        </p:nvSpPr>
        <p:spPr>
          <a:xfrm>
            <a:off x="1028700" y="6963696"/>
            <a:ext cx="8115365" cy="948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40"/>
              </a:lnSpc>
            </a:pPr>
            <a:r>
              <a:rPr lang="en-US" sz="8000" b="1" dirty="0">
                <a:solidFill>
                  <a:srgbClr val="F15226"/>
                </a:solidFill>
                <a:latin typeface="Lato Bold"/>
                <a:ea typeface="Lato Bold"/>
                <a:cs typeface="Lato Bold"/>
                <a:sym typeface="Lato Bold"/>
              </a:rPr>
              <a:t>git fetch</a:t>
            </a:r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69F53E54-6CDB-1846-3316-6E36DE5A9AE1}"/>
              </a:ext>
            </a:extLst>
          </p:cNvPr>
          <p:cNvGrpSpPr/>
          <p:nvPr/>
        </p:nvGrpSpPr>
        <p:grpSpPr>
          <a:xfrm>
            <a:off x="-228601" y="-478361"/>
            <a:ext cx="2905050" cy="1476032"/>
            <a:chOff x="-228601" y="-478361"/>
            <a:chExt cx="2905050" cy="1476032"/>
          </a:xfrm>
        </p:grpSpPr>
        <p:grpSp>
          <p:nvGrpSpPr>
            <p:cNvPr id="16" name="Group 10">
              <a:extLst>
                <a:ext uri="{FF2B5EF4-FFF2-40B4-BE49-F238E27FC236}">
                  <a16:creationId xmlns:a16="http://schemas.microsoft.com/office/drawing/2014/main" id="{4E352E35-07E2-FA65-C3B3-E53B82E50A0D}"/>
                </a:ext>
              </a:extLst>
            </p:cNvPr>
            <p:cNvGrpSpPr/>
            <p:nvPr/>
          </p:nvGrpSpPr>
          <p:grpSpPr>
            <a:xfrm>
              <a:off x="-228601" y="-478361"/>
              <a:ext cx="2905050" cy="1221311"/>
              <a:chOff x="0" y="0"/>
              <a:chExt cx="1355852" cy="720510"/>
            </a:xfrm>
          </p:grpSpPr>
          <p:sp>
            <p:nvSpPr>
              <p:cNvPr id="18" name="Freeform 11">
                <a:extLst>
                  <a:ext uri="{FF2B5EF4-FFF2-40B4-BE49-F238E27FC236}">
                    <a16:creationId xmlns:a16="http://schemas.microsoft.com/office/drawing/2014/main" id="{876308DD-94A9-315A-1B85-79ED99996DE1}"/>
                  </a:ext>
                </a:extLst>
              </p:cNvPr>
              <p:cNvSpPr/>
              <p:nvPr/>
            </p:nvSpPr>
            <p:spPr>
              <a:xfrm>
                <a:off x="0" y="0"/>
                <a:ext cx="1355852" cy="720510"/>
              </a:xfrm>
              <a:custGeom>
                <a:avLst/>
                <a:gdLst/>
                <a:ahLst/>
                <a:cxnLst/>
                <a:rect l="l" t="t" r="r" b="b"/>
                <a:pathLst>
                  <a:path w="1355852" h="720510">
                    <a:moveTo>
                      <a:pt x="150387" y="0"/>
                    </a:moveTo>
                    <a:lnTo>
                      <a:pt x="1205465" y="0"/>
                    </a:lnTo>
                    <a:cubicBezTo>
                      <a:pt x="1245350" y="0"/>
                      <a:pt x="1283602" y="15844"/>
                      <a:pt x="1311805" y="44047"/>
                    </a:cubicBezTo>
                    <a:cubicBezTo>
                      <a:pt x="1340008" y="72250"/>
                      <a:pt x="1355852" y="110502"/>
                      <a:pt x="1355852" y="150387"/>
                    </a:cubicBezTo>
                    <a:lnTo>
                      <a:pt x="1355852" y="570123"/>
                    </a:lnTo>
                    <a:cubicBezTo>
                      <a:pt x="1355852" y="653179"/>
                      <a:pt x="1288522" y="720510"/>
                      <a:pt x="1205465" y="720510"/>
                    </a:cubicBezTo>
                    <a:lnTo>
                      <a:pt x="150387" y="720510"/>
                    </a:lnTo>
                    <a:cubicBezTo>
                      <a:pt x="67331" y="720510"/>
                      <a:pt x="0" y="653179"/>
                      <a:pt x="0" y="570123"/>
                    </a:cubicBezTo>
                    <a:lnTo>
                      <a:pt x="0" y="150387"/>
                    </a:lnTo>
                    <a:cubicBezTo>
                      <a:pt x="0" y="67331"/>
                      <a:pt x="67331" y="0"/>
                      <a:pt x="150387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19" name="TextBox 12">
                <a:extLst>
                  <a:ext uri="{FF2B5EF4-FFF2-40B4-BE49-F238E27FC236}">
                    <a16:creationId xmlns:a16="http://schemas.microsoft.com/office/drawing/2014/main" id="{CFB84276-1F35-637B-FC49-89F9E2ECADD4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5852" cy="739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pic>
          <p:nvPicPr>
            <p:cNvPr id="17" name="Imagen 16">
              <a:extLst>
                <a:ext uri="{FF2B5EF4-FFF2-40B4-BE49-F238E27FC236}">
                  <a16:creationId xmlns:a16="http://schemas.microsoft.com/office/drawing/2014/main" id="{230BFD26-8CF6-2579-86D2-CC62B2AA5FF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1" y="-375754"/>
              <a:ext cx="1373425" cy="1373425"/>
            </a:xfrm>
            <a:prstGeom prst="rect">
              <a:avLst/>
            </a:prstGeom>
          </p:spPr>
        </p:pic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B8696956-CE43-E877-07AD-F9D1E3757FC0}"/>
              </a:ext>
            </a:extLst>
          </p:cNvPr>
          <p:cNvSpPr txBox="1"/>
          <p:nvPr/>
        </p:nvSpPr>
        <p:spPr>
          <a:xfrm>
            <a:off x="1028700" y="8288428"/>
            <a:ext cx="8115365" cy="948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40"/>
              </a:lnSpc>
            </a:pPr>
            <a:r>
              <a:rPr lang="en-US" sz="8000" b="1" dirty="0">
                <a:solidFill>
                  <a:srgbClr val="F15226"/>
                </a:solidFill>
                <a:latin typeface="Lato Bold"/>
                <a:ea typeface="Lato Bold"/>
                <a:cs typeface="Lato Bold"/>
                <a:sym typeface="Lato Bold"/>
              </a:rPr>
              <a:t>git pull</a:t>
            </a:r>
          </a:p>
        </p:txBody>
      </p:sp>
    </p:spTree>
    <p:extLst>
      <p:ext uri="{BB962C8B-B14F-4D97-AF65-F5344CB8AC3E}">
        <p14:creationId xmlns:p14="http://schemas.microsoft.com/office/powerpoint/2010/main" val="3379283129"/>
      </p:ext>
    </p:extLst>
  </p:cSld>
  <p:clrMapOvr>
    <a:masterClrMapping/>
  </p:clrMapOvr>
  <p:transition>
    <p:fade/>
  </p:transition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904659-1E32-9784-ADFD-E52382D49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A1ABABF-FC15-0581-ABFC-4BB305CC90B7}"/>
              </a:ext>
            </a:extLst>
          </p:cNvPr>
          <p:cNvSpPr/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288677A1-36B8-F77A-21C5-17553C3A774E}"/>
              </a:ext>
            </a:extLst>
          </p:cNvPr>
          <p:cNvGrpSpPr/>
          <p:nvPr/>
        </p:nvGrpSpPr>
        <p:grpSpPr>
          <a:xfrm>
            <a:off x="-698849" y="9575651"/>
            <a:ext cx="19685699" cy="2666805"/>
            <a:chOff x="0" y="0"/>
            <a:chExt cx="5184711" cy="702368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109879B0-D507-B481-80EF-F1E1EDF56E7C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C7CF0A24-F68F-8EB1-4556-AECAEA221F61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13E07C76-7A43-91CA-6C79-26DA19C46951}"/>
              </a:ext>
            </a:extLst>
          </p:cNvPr>
          <p:cNvSpPr/>
          <p:nvPr/>
        </p:nvSpPr>
        <p:spPr>
          <a:xfrm>
            <a:off x="15872392" y="2091327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9120B7EC-BF6E-EA6E-F9CF-8DA1F9748065}"/>
              </a:ext>
            </a:extLst>
          </p:cNvPr>
          <p:cNvSpPr/>
          <p:nvPr/>
        </p:nvSpPr>
        <p:spPr>
          <a:xfrm>
            <a:off x="16901092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781A5F00-EE4F-5273-7A26-22EAAC24F731}"/>
              </a:ext>
            </a:extLst>
          </p:cNvPr>
          <p:cNvSpPr/>
          <p:nvPr/>
        </p:nvSpPr>
        <p:spPr>
          <a:xfrm flipH="1">
            <a:off x="-1389129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2F770D8F-EA6F-FE57-5CDA-9A34C45548D6}"/>
              </a:ext>
            </a:extLst>
          </p:cNvPr>
          <p:cNvSpPr/>
          <p:nvPr/>
        </p:nvSpPr>
        <p:spPr>
          <a:xfrm flipH="1">
            <a:off x="-360429" y="2459791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ADB2D93E-4FE8-848C-8D7C-A396330A8509}"/>
              </a:ext>
            </a:extLst>
          </p:cNvPr>
          <p:cNvGrpSpPr/>
          <p:nvPr/>
        </p:nvGrpSpPr>
        <p:grpSpPr>
          <a:xfrm>
            <a:off x="-2221" y="927183"/>
            <a:ext cx="4706728" cy="1723876"/>
            <a:chOff x="0" y="-26737"/>
            <a:chExt cx="1239632" cy="454025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775770E5-23B8-1816-1605-B36096848BD5}"/>
                </a:ext>
              </a:extLst>
            </p:cNvPr>
            <p:cNvSpPr/>
            <p:nvPr/>
          </p:nvSpPr>
          <p:spPr>
            <a:xfrm>
              <a:off x="0" y="0"/>
              <a:ext cx="1239632" cy="406400"/>
            </a:xfrm>
            <a:custGeom>
              <a:avLst/>
              <a:gdLst/>
              <a:ahLst/>
              <a:cxnLst/>
              <a:rect l="l" t="t" r="r" b="b"/>
              <a:pathLst>
                <a:path w="1239632" h="406400">
                  <a:moveTo>
                    <a:pt x="1036432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1036432" y="406400"/>
                  </a:lnTo>
                  <a:lnTo>
                    <a:pt x="1239632" y="203200"/>
                  </a:lnTo>
                  <a:lnTo>
                    <a:pt x="1036432" y="0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A7B422A8-FC50-919C-0D84-D6958B7DFFDD}"/>
                </a:ext>
              </a:extLst>
            </p:cNvPr>
            <p:cNvSpPr txBox="1"/>
            <p:nvPr/>
          </p:nvSpPr>
          <p:spPr>
            <a:xfrm>
              <a:off x="0" y="-26737"/>
              <a:ext cx="1125332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418"/>
                </a:lnSpc>
              </a:pPr>
              <a:r>
                <a:rPr lang="en-US" sz="4200" spc="-231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&gt; git push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C2952F5E-B421-5208-C334-2E2ECA83F505}"/>
              </a:ext>
            </a:extLst>
          </p:cNvPr>
          <p:cNvGrpSpPr/>
          <p:nvPr/>
        </p:nvGrpSpPr>
        <p:grpSpPr>
          <a:xfrm>
            <a:off x="-698849" y="-1923855"/>
            <a:ext cx="19685699" cy="2666805"/>
            <a:chOff x="0" y="0"/>
            <a:chExt cx="5184711" cy="702368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ABF68E31-D42F-9BFF-6DC7-186B8A7FB75D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490B11D8-A33B-ECF7-607A-773EF6E18CEA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35" name="TextBox 35">
            <a:extLst>
              <a:ext uri="{FF2B5EF4-FFF2-40B4-BE49-F238E27FC236}">
                <a16:creationId xmlns:a16="http://schemas.microsoft.com/office/drawing/2014/main" id="{DF2DE328-CE74-7BF4-41CA-7B836C352AC5}"/>
              </a:ext>
            </a:extLst>
          </p:cNvPr>
          <p:cNvSpPr txBox="1"/>
          <p:nvPr/>
        </p:nvSpPr>
        <p:spPr>
          <a:xfrm>
            <a:off x="5071158" y="1315235"/>
            <a:ext cx="12658371" cy="975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Envía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las confirmaciones (</a:t>
            </a:r>
            <a:r>
              <a:rPr lang="es-MX" sz="2799" b="1" spc="-75" dirty="0" err="1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commits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) respaldadas en tu computadora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hacia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el repositorio central en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la nube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lang="en-US" sz="2799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9" name="TextBox 35">
            <a:extLst>
              <a:ext uri="{FF2B5EF4-FFF2-40B4-BE49-F238E27FC236}">
                <a16:creationId xmlns:a16="http://schemas.microsoft.com/office/drawing/2014/main" id="{F7D843D2-9D2C-2F3C-9EAF-719B0233EF7B}"/>
              </a:ext>
            </a:extLst>
          </p:cNvPr>
          <p:cNvSpPr txBox="1"/>
          <p:nvPr/>
        </p:nvSpPr>
        <p:spPr>
          <a:xfrm>
            <a:off x="2277441" y="4337124"/>
            <a:ext cx="5796896" cy="4755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s-MX" sz="2799" b="1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1. La rama NO existe en la nube </a:t>
            </a:r>
            <a:endParaRPr lang="en-US" sz="2799" b="1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0" name="Grupo 29">
            <a:extLst>
              <a:ext uri="{FF2B5EF4-FFF2-40B4-BE49-F238E27FC236}">
                <a16:creationId xmlns:a16="http://schemas.microsoft.com/office/drawing/2014/main" id="{B7D3BDAD-6B8E-EE68-4A23-D2C00EC917B9}"/>
              </a:ext>
            </a:extLst>
          </p:cNvPr>
          <p:cNvGrpSpPr/>
          <p:nvPr/>
        </p:nvGrpSpPr>
        <p:grpSpPr>
          <a:xfrm>
            <a:off x="-228601" y="-478361"/>
            <a:ext cx="2905050" cy="1476032"/>
            <a:chOff x="-228601" y="-478361"/>
            <a:chExt cx="2905050" cy="1476032"/>
          </a:xfrm>
        </p:grpSpPr>
        <p:grpSp>
          <p:nvGrpSpPr>
            <p:cNvPr id="31" name="Group 10">
              <a:extLst>
                <a:ext uri="{FF2B5EF4-FFF2-40B4-BE49-F238E27FC236}">
                  <a16:creationId xmlns:a16="http://schemas.microsoft.com/office/drawing/2014/main" id="{A3DEF625-0378-DA92-98A1-D3E1365751AA}"/>
                </a:ext>
              </a:extLst>
            </p:cNvPr>
            <p:cNvGrpSpPr/>
            <p:nvPr/>
          </p:nvGrpSpPr>
          <p:grpSpPr>
            <a:xfrm>
              <a:off x="-228601" y="-478361"/>
              <a:ext cx="2905050" cy="1221311"/>
              <a:chOff x="0" y="0"/>
              <a:chExt cx="1355852" cy="720510"/>
            </a:xfrm>
          </p:grpSpPr>
          <p:sp>
            <p:nvSpPr>
              <p:cNvPr id="33" name="Freeform 11">
                <a:extLst>
                  <a:ext uri="{FF2B5EF4-FFF2-40B4-BE49-F238E27FC236}">
                    <a16:creationId xmlns:a16="http://schemas.microsoft.com/office/drawing/2014/main" id="{83007B3A-1DBD-CCDD-7D5A-60EA058A6863}"/>
                  </a:ext>
                </a:extLst>
              </p:cNvPr>
              <p:cNvSpPr/>
              <p:nvPr/>
            </p:nvSpPr>
            <p:spPr>
              <a:xfrm>
                <a:off x="0" y="0"/>
                <a:ext cx="1355852" cy="720510"/>
              </a:xfrm>
              <a:custGeom>
                <a:avLst/>
                <a:gdLst/>
                <a:ahLst/>
                <a:cxnLst/>
                <a:rect l="l" t="t" r="r" b="b"/>
                <a:pathLst>
                  <a:path w="1355852" h="720510">
                    <a:moveTo>
                      <a:pt x="150387" y="0"/>
                    </a:moveTo>
                    <a:lnTo>
                      <a:pt x="1205465" y="0"/>
                    </a:lnTo>
                    <a:cubicBezTo>
                      <a:pt x="1245350" y="0"/>
                      <a:pt x="1283602" y="15844"/>
                      <a:pt x="1311805" y="44047"/>
                    </a:cubicBezTo>
                    <a:cubicBezTo>
                      <a:pt x="1340008" y="72250"/>
                      <a:pt x="1355852" y="110502"/>
                      <a:pt x="1355852" y="150387"/>
                    </a:cubicBezTo>
                    <a:lnTo>
                      <a:pt x="1355852" y="570123"/>
                    </a:lnTo>
                    <a:cubicBezTo>
                      <a:pt x="1355852" y="653179"/>
                      <a:pt x="1288522" y="720510"/>
                      <a:pt x="1205465" y="720510"/>
                    </a:cubicBezTo>
                    <a:lnTo>
                      <a:pt x="150387" y="720510"/>
                    </a:lnTo>
                    <a:cubicBezTo>
                      <a:pt x="67331" y="720510"/>
                      <a:pt x="0" y="653179"/>
                      <a:pt x="0" y="570123"/>
                    </a:cubicBezTo>
                    <a:lnTo>
                      <a:pt x="0" y="150387"/>
                    </a:lnTo>
                    <a:cubicBezTo>
                      <a:pt x="0" y="67331"/>
                      <a:pt x="67331" y="0"/>
                      <a:pt x="150387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34" name="TextBox 12">
                <a:extLst>
                  <a:ext uri="{FF2B5EF4-FFF2-40B4-BE49-F238E27FC236}">
                    <a16:creationId xmlns:a16="http://schemas.microsoft.com/office/drawing/2014/main" id="{3DA5A14C-5D24-B064-0163-D0A014213822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5852" cy="739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pic>
          <p:nvPicPr>
            <p:cNvPr id="32" name="Imagen 31">
              <a:extLst>
                <a:ext uri="{FF2B5EF4-FFF2-40B4-BE49-F238E27FC236}">
                  <a16:creationId xmlns:a16="http://schemas.microsoft.com/office/drawing/2014/main" id="{157940D5-04B5-2A58-A92D-6AF3BB589D5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1" y="-375754"/>
              <a:ext cx="1373425" cy="1373425"/>
            </a:xfrm>
            <a:prstGeom prst="rect">
              <a:avLst/>
            </a:prstGeom>
          </p:spPr>
        </p:pic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BAE2082C-BC7D-7FC5-EB59-83F5B4AA1B38}"/>
              </a:ext>
            </a:extLst>
          </p:cNvPr>
          <p:cNvSpPr txBox="1"/>
          <p:nvPr/>
        </p:nvSpPr>
        <p:spPr>
          <a:xfrm>
            <a:off x="2236410" y="2921045"/>
            <a:ext cx="11638327" cy="11930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0717"/>
              </a:lnSpc>
            </a:pPr>
            <a:r>
              <a:rPr lang="en-US" sz="6000" b="1" dirty="0">
                <a:solidFill>
                  <a:srgbClr val="F15226"/>
                </a:solidFill>
                <a:latin typeface="Lato Bold"/>
                <a:ea typeface="Lato Bold"/>
                <a:cs typeface="Lato Bold"/>
                <a:sym typeface="Lato Bold"/>
              </a:rPr>
              <a:t>Algo a </a:t>
            </a:r>
            <a:r>
              <a:rPr lang="en-US" sz="6000" b="1" dirty="0" err="1">
                <a:solidFill>
                  <a:srgbClr val="F15226"/>
                </a:solidFill>
                <a:latin typeface="Lato Bold"/>
                <a:ea typeface="Lato Bold"/>
                <a:cs typeface="Lato Bold"/>
                <a:sym typeface="Lato Bold"/>
              </a:rPr>
              <a:t>considerar</a:t>
            </a:r>
            <a:r>
              <a:rPr lang="en-US" sz="6000" b="1" dirty="0">
                <a:solidFill>
                  <a:srgbClr val="F15226"/>
                </a:solidFill>
                <a:latin typeface="Lato Bold"/>
                <a:ea typeface="Lato Bold"/>
                <a:cs typeface="Lato Bold"/>
                <a:sym typeface="Lato Bold"/>
              </a:rPr>
              <a:t>…</a:t>
            </a:r>
          </a:p>
        </p:txBody>
      </p:sp>
      <p:grpSp>
        <p:nvGrpSpPr>
          <p:cNvPr id="23" name="Group 52">
            <a:extLst>
              <a:ext uri="{FF2B5EF4-FFF2-40B4-BE49-F238E27FC236}">
                <a16:creationId xmlns:a16="http://schemas.microsoft.com/office/drawing/2014/main" id="{8FE0818B-F9C8-8217-9C42-52273E56B798}"/>
              </a:ext>
            </a:extLst>
          </p:cNvPr>
          <p:cNvGrpSpPr/>
          <p:nvPr/>
        </p:nvGrpSpPr>
        <p:grpSpPr>
          <a:xfrm>
            <a:off x="2271579" y="5383029"/>
            <a:ext cx="8929819" cy="960554"/>
            <a:chOff x="0" y="0"/>
            <a:chExt cx="2441105" cy="197645"/>
          </a:xfrm>
        </p:grpSpPr>
        <p:sp>
          <p:nvSpPr>
            <p:cNvPr id="24" name="Freeform 53">
              <a:extLst>
                <a:ext uri="{FF2B5EF4-FFF2-40B4-BE49-F238E27FC236}">
                  <a16:creationId xmlns:a16="http://schemas.microsoft.com/office/drawing/2014/main" id="{23AE850F-5E97-2905-64FD-CF827C8D2CB8}"/>
                </a:ext>
              </a:extLst>
            </p:cNvPr>
            <p:cNvSpPr/>
            <p:nvPr/>
          </p:nvSpPr>
          <p:spPr>
            <a:xfrm>
              <a:off x="0" y="0"/>
              <a:ext cx="2441105" cy="197645"/>
            </a:xfrm>
            <a:custGeom>
              <a:avLst/>
              <a:gdLst/>
              <a:ahLst/>
              <a:cxnLst/>
              <a:rect l="l" t="t" r="r" b="b"/>
              <a:pathLst>
                <a:path w="2441105" h="197645">
                  <a:moveTo>
                    <a:pt x="12745" y="0"/>
                  </a:moveTo>
                  <a:lnTo>
                    <a:pt x="2428360" y="0"/>
                  </a:lnTo>
                  <a:cubicBezTo>
                    <a:pt x="2431740" y="0"/>
                    <a:pt x="2434982" y="1343"/>
                    <a:pt x="2437372" y="3733"/>
                  </a:cubicBezTo>
                  <a:cubicBezTo>
                    <a:pt x="2439763" y="6123"/>
                    <a:pt x="2441105" y="9365"/>
                    <a:pt x="2441105" y="12745"/>
                  </a:cubicBezTo>
                  <a:lnTo>
                    <a:pt x="2441105" y="184899"/>
                  </a:lnTo>
                  <a:cubicBezTo>
                    <a:pt x="2441105" y="188280"/>
                    <a:pt x="2439763" y="191522"/>
                    <a:pt x="2437372" y="193912"/>
                  </a:cubicBezTo>
                  <a:cubicBezTo>
                    <a:pt x="2434982" y="196302"/>
                    <a:pt x="2431740" y="197645"/>
                    <a:pt x="2428360" y="197645"/>
                  </a:cubicBezTo>
                  <a:lnTo>
                    <a:pt x="12745" y="197645"/>
                  </a:lnTo>
                  <a:cubicBezTo>
                    <a:pt x="9365" y="197645"/>
                    <a:pt x="6123" y="196302"/>
                    <a:pt x="3733" y="193912"/>
                  </a:cubicBezTo>
                  <a:cubicBezTo>
                    <a:pt x="1343" y="191522"/>
                    <a:pt x="0" y="188280"/>
                    <a:pt x="0" y="184899"/>
                  </a:cubicBezTo>
                  <a:lnTo>
                    <a:pt x="0" y="12745"/>
                  </a:lnTo>
                  <a:cubicBezTo>
                    <a:pt x="0" y="9365"/>
                    <a:pt x="1343" y="6123"/>
                    <a:pt x="3733" y="3733"/>
                  </a:cubicBezTo>
                  <a:cubicBezTo>
                    <a:pt x="6123" y="1343"/>
                    <a:pt x="9365" y="0"/>
                    <a:pt x="12745" y="0"/>
                  </a:cubicBezTo>
                  <a:close/>
                </a:path>
              </a:pathLst>
            </a:custGeom>
            <a:solidFill>
              <a:srgbClr val="0F0E0E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29" name="TextBox 54">
              <a:extLst>
                <a:ext uri="{FF2B5EF4-FFF2-40B4-BE49-F238E27FC236}">
                  <a16:creationId xmlns:a16="http://schemas.microsoft.com/office/drawing/2014/main" id="{432EF237-8EFA-8AF0-31DB-092EB69E3E80}"/>
                </a:ext>
              </a:extLst>
            </p:cNvPr>
            <p:cNvSpPr txBox="1"/>
            <p:nvPr/>
          </p:nvSpPr>
          <p:spPr>
            <a:xfrm>
              <a:off x="0" y="-19050"/>
              <a:ext cx="2441105" cy="2166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36" name="TextBox 56">
            <a:extLst>
              <a:ext uri="{FF2B5EF4-FFF2-40B4-BE49-F238E27FC236}">
                <a16:creationId xmlns:a16="http://schemas.microsoft.com/office/drawing/2014/main" id="{2AF019D0-4221-7E4A-A6D0-9C93F6640CC5}"/>
              </a:ext>
            </a:extLst>
          </p:cNvPr>
          <p:cNvSpPr txBox="1"/>
          <p:nvPr/>
        </p:nvSpPr>
        <p:spPr>
          <a:xfrm>
            <a:off x="2505850" y="5634206"/>
            <a:ext cx="5505488" cy="4131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359"/>
              </a:lnSpc>
            </a:pPr>
            <a:r>
              <a:rPr lang="en-US" sz="2400" spc="-6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&gt; git push –u origin </a:t>
            </a:r>
            <a:r>
              <a:rPr lang="en-US" sz="2400" spc="-64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nombre</a:t>
            </a:r>
            <a:r>
              <a:rPr lang="en-US" sz="2400" spc="-6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-de-</a:t>
            </a:r>
            <a:r>
              <a:rPr lang="en-US" sz="2400" spc="-64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rama</a:t>
            </a:r>
            <a:endParaRPr lang="en-US" sz="2400" spc="-64" dirty="0">
              <a:solidFill>
                <a:srgbClr val="D9D9D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7" name="Group 52">
            <a:extLst>
              <a:ext uri="{FF2B5EF4-FFF2-40B4-BE49-F238E27FC236}">
                <a16:creationId xmlns:a16="http://schemas.microsoft.com/office/drawing/2014/main" id="{AB12422F-117E-C871-B713-88E14A21BCE0}"/>
              </a:ext>
            </a:extLst>
          </p:cNvPr>
          <p:cNvGrpSpPr/>
          <p:nvPr/>
        </p:nvGrpSpPr>
        <p:grpSpPr>
          <a:xfrm>
            <a:off x="2236410" y="7750415"/>
            <a:ext cx="8964989" cy="960554"/>
            <a:chOff x="0" y="0"/>
            <a:chExt cx="2441105" cy="197645"/>
          </a:xfrm>
        </p:grpSpPr>
        <p:sp>
          <p:nvSpPr>
            <p:cNvPr id="38" name="Freeform 53">
              <a:extLst>
                <a:ext uri="{FF2B5EF4-FFF2-40B4-BE49-F238E27FC236}">
                  <a16:creationId xmlns:a16="http://schemas.microsoft.com/office/drawing/2014/main" id="{6F27D5D9-9145-1BBE-3F20-2BAAD18DA846}"/>
                </a:ext>
              </a:extLst>
            </p:cNvPr>
            <p:cNvSpPr/>
            <p:nvPr/>
          </p:nvSpPr>
          <p:spPr>
            <a:xfrm>
              <a:off x="0" y="0"/>
              <a:ext cx="2441105" cy="197645"/>
            </a:xfrm>
            <a:custGeom>
              <a:avLst/>
              <a:gdLst/>
              <a:ahLst/>
              <a:cxnLst/>
              <a:rect l="l" t="t" r="r" b="b"/>
              <a:pathLst>
                <a:path w="2441105" h="197645">
                  <a:moveTo>
                    <a:pt x="12745" y="0"/>
                  </a:moveTo>
                  <a:lnTo>
                    <a:pt x="2428360" y="0"/>
                  </a:lnTo>
                  <a:cubicBezTo>
                    <a:pt x="2431740" y="0"/>
                    <a:pt x="2434982" y="1343"/>
                    <a:pt x="2437372" y="3733"/>
                  </a:cubicBezTo>
                  <a:cubicBezTo>
                    <a:pt x="2439763" y="6123"/>
                    <a:pt x="2441105" y="9365"/>
                    <a:pt x="2441105" y="12745"/>
                  </a:cubicBezTo>
                  <a:lnTo>
                    <a:pt x="2441105" y="184899"/>
                  </a:lnTo>
                  <a:cubicBezTo>
                    <a:pt x="2441105" y="188280"/>
                    <a:pt x="2439763" y="191522"/>
                    <a:pt x="2437372" y="193912"/>
                  </a:cubicBezTo>
                  <a:cubicBezTo>
                    <a:pt x="2434982" y="196302"/>
                    <a:pt x="2431740" y="197645"/>
                    <a:pt x="2428360" y="197645"/>
                  </a:cubicBezTo>
                  <a:lnTo>
                    <a:pt x="12745" y="197645"/>
                  </a:lnTo>
                  <a:cubicBezTo>
                    <a:pt x="9365" y="197645"/>
                    <a:pt x="6123" y="196302"/>
                    <a:pt x="3733" y="193912"/>
                  </a:cubicBezTo>
                  <a:cubicBezTo>
                    <a:pt x="1343" y="191522"/>
                    <a:pt x="0" y="188280"/>
                    <a:pt x="0" y="184899"/>
                  </a:cubicBezTo>
                  <a:lnTo>
                    <a:pt x="0" y="12745"/>
                  </a:lnTo>
                  <a:cubicBezTo>
                    <a:pt x="0" y="9365"/>
                    <a:pt x="1343" y="6123"/>
                    <a:pt x="3733" y="3733"/>
                  </a:cubicBezTo>
                  <a:cubicBezTo>
                    <a:pt x="6123" y="1343"/>
                    <a:pt x="9365" y="0"/>
                    <a:pt x="12745" y="0"/>
                  </a:cubicBezTo>
                  <a:close/>
                </a:path>
              </a:pathLst>
            </a:custGeom>
            <a:solidFill>
              <a:srgbClr val="0F0E0E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39" name="TextBox 54">
              <a:extLst>
                <a:ext uri="{FF2B5EF4-FFF2-40B4-BE49-F238E27FC236}">
                  <a16:creationId xmlns:a16="http://schemas.microsoft.com/office/drawing/2014/main" id="{5474FDDB-F0CC-F94A-0B3E-94AF0F593216}"/>
                </a:ext>
              </a:extLst>
            </p:cNvPr>
            <p:cNvSpPr txBox="1"/>
            <p:nvPr/>
          </p:nvSpPr>
          <p:spPr>
            <a:xfrm>
              <a:off x="0" y="-19050"/>
              <a:ext cx="2441105" cy="2166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40" name="TextBox 56">
            <a:extLst>
              <a:ext uri="{FF2B5EF4-FFF2-40B4-BE49-F238E27FC236}">
                <a16:creationId xmlns:a16="http://schemas.microsoft.com/office/drawing/2014/main" id="{71D194FA-2454-ED28-873B-56A72710220B}"/>
              </a:ext>
            </a:extLst>
          </p:cNvPr>
          <p:cNvSpPr txBox="1"/>
          <p:nvPr/>
        </p:nvSpPr>
        <p:spPr>
          <a:xfrm>
            <a:off x="2470681" y="8001592"/>
            <a:ext cx="7693678" cy="4131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359"/>
              </a:lnSpc>
            </a:pPr>
            <a:r>
              <a:rPr lang="en-US" sz="2400" spc="-6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&gt; git push --set-upstream origin </a:t>
            </a:r>
            <a:r>
              <a:rPr lang="en-US" sz="2400" spc="-64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nombre</a:t>
            </a:r>
            <a:r>
              <a:rPr lang="en-US" sz="2400" spc="-6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-de-</a:t>
            </a:r>
            <a:r>
              <a:rPr lang="en-US" sz="2400" spc="-64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rama</a:t>
            </a:r>
            <a:endParaRPr lang="en-US" sz="2400" spc="-64" dirty="0">
              <a:solidFill>
                <a:srgbClr val="D9D9D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1" name="Flecha: arriba y abajo 40">
            <a:extLst>
              <a:ext uri="{FF2B5EF4-FFF2-40B4-BE49-F238E27FC236}">
                <a16:creationId xmlns:a16="http://schemas.microsoft.com/office/drawing/2014/main" id="{C8C788D3-62EA-B67D-D52B-88F803865C79}"/>
              </a:ext>
            </a:extLst>
          </p:cNvPr>
          <p:cNvSpPr/>
          <p:nvPr/>
        </p:nvSpPr>
        <p:spPr>
          <a:xfrm>
            <a:off x="6140776" y="6395962"/>
            <a:ext cx="721681" cy="1267468"/>
          </a:xfrm>
          <a:prstGeom prst="upDownArrow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3" name="TextBox 35">
            <a:extLst>
              <a:ext uri="{FF2B5EF4-FFF2-40B4-BE49-F238E27FC236}">
                <a16:creationId xmlns:a16="http://schemas.microsoft.com/office/drawing/2014/main" id="{80BFEFCB-4E11-7838-2A96-FE1B910C1F56}"/>
              </a:ext>
            </a:extLst>
          </p:cNvPr>
          <p:cNvSpPr txBox="1"/>
          <p:nvPr/>
        </p:nvSpPr>
        <p:spPr>
          <a:xfrm>
            <a:off x="6880042" y="6756940"/>
            <a:ext cx="2773816" cy="4755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Son iguales</a:t>
            </a:r>
            <a:r>
              <a:rPr lang="es-MX" sz="2799" b="1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lang="en-US" sz="2799" b="1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7" name="TextBox 35">
            <a:extLst>
              <a:ext uri="{FF2B5EF4-FFF2-40B4-BE49-F238E27FC236}">
                <a16:creationId xmlns:a16="http://schemas.microsoft.com/office/drawing/2014/main" id="{6D402E41-34C7-24C4-5879-3E6885AECBEF}"/>
              </a:ext>
            </a:extLst>
          </p:cNvPr>
          <p:cNvSpPr txBox="1"/>
          <p:nvPr/>
        </p:nvSpPr>
        <p:spPr>
          <a:xfrm>
            <a:off x="11900247" y="5148129"/>
            <a:ext cx="5796896" cy="14758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 ejecuta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únicamente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la </a:t>
            </a:r>
            <a:r>
              <a:rPr lang="es-MX" sz="2799" b="1" spc="-75" dirty="0">
                <a:solidFill>
                  <a:srgbClr val="0CC0DF"/>
                </a:solidFill>
                <a:latin typeface="Poppins"/>
                <a:ea typeface="Poppins"/>
                <a:cs typeface="Poppins"/>
                <a:sym typeface="Poppins"/>
              </a:rPr>
              <a:t>primera vez 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que subes una rama nueva.</a:t>
            </a:r>
          </a:p>
        </p:txBody>
      </p:sp>
      <p:sp>
        <p:nvSpPr>
          <p:cNvPr id="49" name="TextBox 35">
            <a:extLst>
              <a:ext uri="{FF2B5EF4-FFF2-40B4-BE49-F238E27FC236}">
                <a16:creationId xmlns:a16="http://schemas.microsoft.com/office/drawing/2014/main" id="{373D5AF2-F921-5A6D-16C1-DAD51AD99115}"/>
              </a:ext>
            </a:extLst>
          </p:cNvPr>
          <p:cNvSpPr txBox="1"/>
          <p:nvPr/>
        </p:nvSpPr>
        <p:spPr>
          <a:xfrm>
            <a:off x="11900247" y="6902491"/>
            <a:ext cx="5796896" cy="19759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Le ordena a GitHub que cree esa rama en sus servidores y la vincule de forma definitiva con tu computadora local.</a:t>
            </a:r>
            <a:endParaRPr lang="en-US" sz="2799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401698119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/>
      <p:bldP spid="36" grpId="0"/>
      <p:bldP spid="40" grpId="0"/>
      <p:bldP spid="41" grpId="0" animBg="1"/>
      <p:bldP spid="43" grpId="0"/>
      <p:bldP spid="47" grpId="0"/>
      <p:bldP spid="49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0426AB-66E0-421A-0041-92C83C694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6E6EBB6-4D43-8059-4EC7-01B30A29C2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 dirty="0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B96FDBA2-B461-7BB6-9C34-4774462C16A2}"/>
              </a:ext>
            </a:extLst>
          </p:cNvPr>
          <p:cNvGrpSpPr/>
          <p:nvPr/>
        </p:nvGrpSpPr>
        <p:grpSpPr>
          <a:xfrm>
            <a:off x="-698849" y="9575651"/>
            <a:ext cx="19685699" cy="2666805"/>
            <a:chOff x="0" y="0"/>
            <a:chExt cx="5184711" cy="702368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03F59CF2-042B-CC0F-DADD-77FA47C98D73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 dirty="0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39D4DCCA-7475-1FBC-CEC7-E24FF6D14C34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B7D4FCCC-794D-5464-851D-34796FC27566}"/>
              </a:ext>
            </a:extLst>
          </p:cNvPr>
          <p:cNvGrpSpPr/>
          <p:nvPr/>
        </p:nvGrpSpPr>
        <p:grpSpPr>
          <a:xfrm>
            <a:off x="-698849" y="-1923855"/>
            <a:ext cx="19685699" cy="2666805"/>
            <a:chOff x="0" y="0"/>
            <a:chExt cx="5184711" cy="70236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7C968D6A-0689-F2DC-B52D-96B726B6D984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E0D48952-B72D-9F07-2792-0B730D1C41E7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026CCDD2-EA98-4DC1-9918-B625692D8E92}"/>
              </a:ext>
            </a:extLst>
          </p:cNvPr>
          <p:cNvSpPr/>
          <p:nvPr/>
        </p:nvSpPr>
        <p:spPr>
          <a:xfrm>
            <a:off x="15872392" y="2091327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3A9CAE37-DF5D-07E5-CD7C-8E707C6DF877}"/>
              </a:ext>
            </a:extLst>
          </p:cNvPr>
          <p:cNvSpPr/>
          <p:nvPr/>
        </p:nvSpPr>
        <p:spPr>
          <a:xfrm>
            <a:off x="16901092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0DD3F2CA-4708-7A20-EAF0-6761D4B34464}"/>
              </a:ext>
            </a:extLst>
          </p:cNvPr>
          <p:cNvSpPr/>
          <p:nvPr/>
        </p:nvSpPr>
        <p:spPr>
          <a:xfrm flipH="1">
            <a:off x="-1389129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EE9F2754-159E-B59E-48A5-502CF0360CB4}"/>
              </a:ext>
            </a:extLst>
          </p:cNvPr>
          <p:cNvSpPr/>
          <p:nvPr/>
        </p:nvSpPr>
        <p:spPr>
          <a:xfrm flipH="1">
            <a:off x="-360429" y="2459791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53272EC0-A4EF-6D71-E3D0-7B92B373BD98}"/>
              </a:ext>
            </a:extLst>
          </p:cNvPr>
          <p:cNvSpPr txBox="1"/>
          <p:nvPr/>
        </p:nvSpPr>
        <p:spPr>
          <a:xfrm>
            <a:off x="783615" y="758816"/>
            <a:ext cx="17197243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s-MX" sz="7500" b="1" dirty="0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UN REPASO</a:t>
            </a:r>
            <a:endParaRPr lang="en-US" sz="7500" b="1" dirty="0">
              <a:solidFill>
                <a:srgbClr val="FFFFFF"/>
              </a:solidFill>
              <a:latin typeface="Lato Bold"/>
              <a:ea typeface="Lato Bold"/>
              <a:cs typeface="Lato Bold"/>
              <a:sym typeface="Lato Bold"/>
            </a:endParaRPr>
          </a:p>
        </p:txBody>
      </p:sp>
      <p:grpSp>
        <p:nvGrpSpPr>
          <p:cNvPr id="82" name="Grupo 81">
            <a:extLst>
              <a:ext uri="{FF2B5EF4-FFF2-40B4-BE49-F238E27FC236}">
                <a16:creationId xmlns:a16="http://schemas.microsoft.com/office/drawing/2014/main" id="{668B3A44-9F0B-381D-DB28-A7929EC588C3}"/>
              </a:ext>
            </a:extLst>
          </p:cNvPr>
          <p:cNvGrpSpPr/>
          <p:nvPr/>
        </p:nvGrpSpPr>
        <p:grpSpPr>
          <a:xfrm>
            <a:off x="-228601" y="-478361"/>
            <a:ext cx="2905050" cy="1476032"/>
            <a:chOff x="-228601" y="-478361"/>
            <a:chExt cx="2905050" cy="1476032"/>
          </a:xfrm>
        </p:grpSpPr>
        <p:grpSp>
          <p:nvGrpSpPr>
            <p:cNvPr id="83" name="Group 10">
              <a:extLst>
                <a:ext uri="{FF2B5EF4-FFF2-40B4-BE49-F238E27FC236}">
                  <a16:creationId xmlns:a16="http://schemas.microsoft.com/office/drawing/2014/main" id="{2829A1EE-9BEB-3765-C580-04B07423496B}"/>
                </a:ext>
              </a:extLst>
            </p:cNvPr>
            <p:cNvGrpSpPr/>
            <p:nvPr/>
          </p:nvGrpSpPr>
          <p:grpSpPr>
            <a:xfrm>
              <a:off x="-228601" y="-478361"/>
              <a:ext cx="2905050" cy="1221311"/>
              <a:chOff x="0" y="0"/>
              <a:chExt cx="1355852" cy="720510"/>
            </a:xfrm>
          </p:grpSpPr>
          <p:sp>
            <p:nvSpPr>
              <p:cNvPr id="85" name="Freeform 11">
                <a:extLst>
                  <a:ext uri="{FF2B5EF4-FFF2-40B4-BE49-F238E27FC236}">
                    <a16:creationId xmlns:a16="http://schemas.microsoft.com/office/drawing/2014/main" id="{33F5B552-CA6B-ABEE-6057-D5783BD6466D}"/>
                  </a:ext>
                </a:extLst>
              </p:cNvPr>
              <p:cNvSpPr/>
              <p:nvPr/>
            </p:nvSpPr>
            <p:spPr>
              <a:xfrm>
                <a:off x="0" y="0"/>
                <a:ext cx="1355852" cy="720510"/>
              </a:xfrm>
              <a:custGeom>
                <a:avLst/>
                <a:gdLst/>
                <a:ahLst/>
                <a:cxnLst/>
                <a:rect l="l" t="t" r="r" b="b"/>
                <a:pathLst>
                  <a:path w="1355852" h="720510">
                    <a:moveTo>
                      <a:pt x="150387" y="0"/>
                    </a:moveTo>
                    <a:lnTo>
                      <a:pt x="1205465" y="0"/>
                    </a:lnTo>
                    <a:cubicBezTo>
                      <a:pt x="1245350" y="0"/>
                      <a:pt x="1283602" y="15844"/>
                      <a:pt x="1311805" y="44047"/>
                    </a:cubicBezTo>
                    <a:cubicBezTo>
                      <a:pt x="1340008" y="72250"/>
                      <a:pt x="1355852" y="110502"/>
                      <a:pt x="1355852" y="150387"/>
                    </a:cubicBezTo>
                    <a:lnTo>
                      <a:pt x="1355852" y="570123"/>
                    </a:lnTo>
                    <a:cubicBezTo>
                      <a:pt x="1355852" y="653179"/>
                      <a:pt x="1288522" y="720510"/>
                      <a:pt x="1205465" y="720510"/>
                    </a:cubicBezTo>
                    <a:lnTo>
                      <a:pt x="150387" y="720510"/>
                    </a:lnTo>
                    <a:cubicBezTo>
                      <a:pt x="67331" y="720510"/>
                      <a:pt x="0" y="653179"/>
                      <a:pt x="0" y="570123"/>
                    </a:cubicBezTo>
                    <a:lnTo>
                      <a:pt x="0" y="150387"/>
                    </a:lnTo>
                    <a:cubicBezTo>
                      <a:pt x="0" y="67331"/>
                      <a:pt x="67331" y="0"/>
                      <a:pt x="150387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86" name="TextBox 12">
                <a:extLst>
                  <a:ext uri="{FF2B5EF4-FFF2-40B4-BE49-F238E27FC236}">
                    <a16:creationId xmlns:a16="http://schemas.microsoft.com/office/drawing/2014/main" id="{7A2AEF6A-F01A-6D5C-3059-D037BF03C7CF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5852" cy="739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pic>
          <p:nvPicPr>
            <p:cNvPr id="84" name="Imagen 83">
              <a:extLst>
                <a:ext uri="{FF2B5EF4-FFF2-40B4-BE49-F238E27FC236}">
                  <a16:creationId xmlns:a16="http://schemas.microsoft.com/office/drawing/2014/main" id="{BA847686-4107-17EB-57A0-8979675956E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1" y="-375754"/>
              <a:ext cx="1373425" cy="1373425"/>
            </a:xfrm>
            <a:prstGeom prst="rect">
              <a:avLst/>
            </a:prstGeom>
          </p:spPr>
        </p:pic>
      </p:grpSp>
      <p:grpSp>
        <p:nvGrpSpPr>
          <p:cNvPr id="87" name="Group 13">
            <a:extLst>
              <a:ext uri="{FF2B5EF4-FFF2-40B4-BE49-F238E27FC236}">
                <a16:creationId xmlns:a16="http://schemas.microsoft.com/office/drawing/2014/main" id="{A687031F-05F1-C966-AE7C-34145DBC904B}"/>
              </a:ext>
            </a:extLst>
          </p:cNvPr>
          <p:cNvGrpSpPr/>
          <p:nvPr/>
        </p:nvGrpSpPr>
        <p:grpSpPr>
          <a:xfrm>
            <a:off x="453113" y="3841080"/>
            <a:ext cx="8545430" cy="4772643"/>
            <a:chOff x="0" y="0"/>
            <a:chExt cx="1351154" cy="731404"/>
          </a:xfrm>
        </p:grpSpPr>
        <p:sp>
          <p:nvSpPr>
            <p:cNvPr id="88" name="Freeform 14">
              <a:extLst>
                <a:ext uri="{FF2B5EF4-FFF2-40B4-BE49-F238E27FC236}">
                  <a16:creationId xmlns:a16="http://schemas.microsoft.com/office/drawing/2014/main" id="{50101198-A926-4DD2-312B-0A516EBEA5EE}"/>
                </a:ext>
              </a:extLst>
            </p:cNvPr>
            <p:cNvSpPr/>
            <p:nvPr/>
          </p:nvSpPr>
          <p:spPr>
            <a:xfrm>
              <a:off x="0" y="0"/>
              <a:ext cx="1351154" cy="731404"/>
            </a:xfrm>
            <a:custGeom>
              <a:avLst/>
              <a:gdLst/>
              <a:ahLst/>
              <a:cxnLst/>
              <a:rect l="l" t="t" r="r" b="b"/>
              <a:pathLst>
                <a:path w="1351154" h="731404">
                  <a:moveTo>
                    <a:pt x="23027" y="0"/>
                  </a:moveTo>
                  <a:lnTo>
                    <a:pt x="1328127" y="0"/>
                  </a:lnTo>
                  <a:cubicBezTo>
                    <a:pt x="1340845" y="0"/>
                    <a:pt x="1351154" y="10310"/>
                    <a:pt x="1351154" y="23027"/>
                  </a:cubicBezTo>
                  <a:lnTo>
                    <a:pt x="1351154" y="708377"/>
                  </a:lnTo>
                  <a:cubicBezTo>
                    <a:pt x="1351154" y="721094"/>
                    <a:pt x="1340845" y="731404"/>
                    <a:pt x="1328127" y="731404"/>
                  </a:cubicBezTo>
                  <a:lnTo>
                    <a:pt x="23027" y="731404"/>
                  </a:lnTo>
                  <a:cubicBezTo>
                    <a:pt x="10310" y="731404"/>
                    <a:pt x="0" y="721094"/>
                    <a:pt x="0" y="708377"/>
                  </a:cubicBezTo>
                  <a:lnTo>
                    <a:pt x="0" y="23027"/>
                  </a:lnTo>
                  <a:cubicBezTo>
                    <a:pt x="0" y="10310"/>
                    <a:pt x="10310" y="0"/>
                    <a:pt x="23027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B4B4B4"/>
              </a:solidFill>
              <a:prstDash val="solid"/>
              <a:round/>
            </a:ln>
          </p:spPr>
          <p:txBody>
            <a:bodyPr/>
            <a:lstStyle/>
            <a:p>
              <a:endParaRPr lang="es-MX" dirty="0"/>
            </a:p>
          </p:txBody>
        </p:sp>
        <p:sp>
          <p:nvSpPr>
            <p:cNvPr id="89" name="TextBox 15">
              <a:extLst>
                <a:ext uri="{FF2B5EF4-FFF2-40B4-BE49-F238E27FC236}">
                  <a16:creationId xmlns:a16="http://schemas.microsoft.com/office/drawing/2014/main" id="{80625775-0F60-D24A-04A2-E950593F21B6}"/>
                </a:ext>
              </a:extLst>
            </p:cNvPr>
            <p:cNvSpPr txBox="1"/>
            <p:nvPr/>
          </p:nvSpPr>
          <p:spPr>
            <a:xfrm>
              <a:off x="0" y="-19050"/>
              <a:ext cx="1351154" cy="7504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90" name="TextBox 16">
            <a:extLst>
              <a:ext uri="{FF2B5EF4-FFF2-40B4-BE49-F238E27FC236}">
                <a16:creationId xmlns:a16="http://schemas.microsoft.com/office/drawing/2014/main" id="{3CE66C7F-8AF1-F528-0B17-5C6DCB4C437A}"/>
              </a:ext>
            </a:extLst>
          </p:cNvPr>
          <p:cNvSpPr txBox="1"/>
          <p:nvPr/>
        </p:nvSpPr>
        <p:spPr>
          <a:xfrm>
            <a:off x="742091" y="3920837"/>
            <a:ext cx="7154156" cy="5476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4479"/>
              </a:lnSpc>
            </a:pPr>
            <a:r>
              <a:rPr lang="en-US" sz="3199" spc="-86" dirty="0" err="1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Repositorio</a:t>
            </a:r>
            <a:r>
              <a:rPr lang="en-US" sz="3199" spc="-86" dirty="0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199" spc="-86" dirty="0" err="1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remoto</a:t>
            </a:r>
            <a:endParaRPr lang="en-US" sz="3199" spc="-86" dirty="0">
              <a:solidFill>
                <a:srgbClr val="FF31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91" name="Group 36">
            <a:extLst>
              <a:ext uri="{FF2B5EF4-FFF2-40B4-BE49-F238E27FC236}">
                <a16:creationId xmlns:a16="http://schemas.microsoft.com/office/drawing/2014/main" id="{AB239B5D-3790-B514-25E5-C3DC7F16FF74}"/>
              </a:ext>
            </a:extLst>
          </p:cNvPr>
          <p:cNvGrpSpPr/>
          <p:nvPr/>
        </p:nvGrpSpPr>
        <p:grpSpPr>
          <a:xfrm>
            <a:off x="9213742" y="3836833"/>
            <a:ext cx="8767116" cy="4776890"/>
            <a:chOff x="0" y="0"/>
            <a:chExt cx="1351154" cy="731404"/>
          </a:xfrm>
        </p:grpSpPr>
        <p:sp>
          <p:nvSpPr>
            <p:cNvPr id="92" name="Freeform 37">
              <a:extLst>
                <a:ext uri="{FF2B5EF4-FFF2-40B4-BE49-F238E27FC236}">
                  <a16:creationId xmlns:a16="http://schemas.microsoft.com/office/drawing/2014/main" id="{108541F3-B853-27F9-7A39-67BBE14841E0}"/>
                </a:ext>
              </a:extLst>
            </p:cNvPr>
            <p:cNvSpPr/>
            <p:nvPr/>
          </p:nvSpPr>
          <p:spPr>
            <a:xfrm>
              <a:off x="0" y="0"/>
              <a:ext cx="1351154" cy="731404"/>
            </a:xfrm>
            <a:custGeom>
              <a:avLst/>
              <a:gdLst/>
              <a:ahLst/>
              <a:cxnLst/>
              <a:rect l="l" t="t" r="r" b="b"/>
              <a:pathLst>
                <a:path w="1351154" h="731404">
                  <a:moveTo>
                    <a:pt x="23027" y="0"/>
                  </a:moveTo>
                  <a:lnTo>
                    <a:pt x="1328127" y="0"/>
                  </a:lnTo>
                  <a:cubicBezTo>
                    <a:pt x="1340845" y="0"/>
                    <a:pt x="1351154" y="10310"/>
                    <a:pt x="1351154" y="23027"/>
                  </a:cubicBezTo>
                  <a:lnTo>
                    <a:pt x="1351154" y="708377"/>
                  </a:lnTo>
                  <a:cubicBezTo>
                    <a:pt x="1351154" y="721094"/>
                    <a:pt x="1340845" y="731404"/>
                    <a:pt x="1328127" y="731404"/>
                  </a:cubicBezTo>
                  <a:lnTo>
                    <a:pt x="23027" y="731404"/>
                  </a:lnTo>
                  <a:cubicBezTo>
                    <a:pt x="10310" y="731404"/>
                    <a:pt x="0" y="721094"/>
                    <a:pt x="0" y="708377"/>
                  </a:cubicBezTo>
                  <a:lnTo>
                    <a:pt x="0" y="23027"/>
                  </a:lnTo>
                  <a:cubicBezTo>
                    <a:pt x="0" y="10310"/>
                    <a:pt x="10310" y="0"/>
                    <a:pt x="23027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B4B4B4"/>
              </a:solidFill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93" name="TextBox 38">
              <a:extLst>
                <a:ext uri="{FF2B5EF4-FFF2-40B4-BE49-F238E27FC236}">
                  <a16:creationId xmlns:a16="http://schemas.microsoft.com/office/drawing/2014/main" id="{4FC1542E-C5F8-BC9C-D792-705D82F48C05}"/>
                </a:ext>
              </a:extLst>
            </p:cNvPr>
            <p:cNvSpPr txBox="1"/>
            <p:nvPr/>
          </p:nvSpPr>
          <p:spPr>
            <a:xfrm>
              <a:off x="0" y="-19050"/>
              <a:ext cx="1351154" cy="7504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94" name="TextBox 39">
            <a:extLst>
              <a:ext uri="{FF2B5EF4-FFF2-40B4-BE49-F238E27FC236}">
                <a16:creationId xmlns:a16="http://schemas.microsoft.com/office/drawing/2014/main" id="{13271CC0-3028-F7B2-9781-C180CFA0D245}"/>
              </a:ext>
            </a:extLst>
          </p:cNvPr>
          <p:cNvSpPr txBox="1"/>
          <p:nvPr/>
        </p:nvSpPr>
        <p:spPr>
          <a:xfrm>
            <a:off x="9514797" y="3977686"/>
            <a:ext cx="7339749" cy="5476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4479"/>
              </a:lnSpc>
            </a:pPr>
            <a:r>
              <a:rPr lang="en-US" sz="3199" spc="-86" dirty="0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Mi </a:t>
            </a:r>
            <a:r>
              <a:rPr lang="en-US" sz="3199" spc="-86" dirty="0" err="1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máquina</a:t>
            </a:r>
            <a:r>
              <a:rPr lang="en-US" sz="3199" spc="-86" dirty="0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 local</a:t>
            </a:r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11EF5780-D1B2-892F-94C4-3785CC276B96}"/>
              </a:ext>
            </a:extLst>
          </p:cNvPr>
          <p:cNvSpPr/>
          <p:nvPr/>
        </p:nvSpPr>
        <p:spPr>
          <a:xfrm>
            <a:off x="2355114" y="7538246"/>
            <a:ext cx="741226" cy="755406"/>
          </a:xfrm>
          <a:custGeom>
            <a:avLst/>
            <a:gdLst/>
            <a:ahLst/>
            <a:cxnLst/>
            <a:rect l="l" t="t" r="r" b="b"/>
            <a:pathLst>
              <a:path w="1155311" h="1155311">
                <a:moveTo>
                  <a:pt x="0" y="0"/>
                </a:moveTo>
                <a:lnTo>
                  <a:pt x="1155311" y="0"/>
                </a:lnTo>
                <a:lnTo>
                  <a:pt x="1155311" y="1155311"/>
                </a:lnTo>
                <a:lnTo>
                  <a:pt x="0" y="11553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D987DA60-5ABA-71A3-5520-85D25CA503BF}"/>
              </a:ext>
            </a:extLst>
          </p:cNvPr>
          <p:cNvSpPr/>
          <p:nvPr/>
        </p:nvSpPr>
        <p:spPr>
          <a:xfrm>
            <a:off x="1656265" y="7974170"/>
            <a:ext cx="3727760" cy="0"/>
          </a:xfrm>
          <a:prstGeom prst="line">
            <a:avLst/>
          </a:prstGeom>
          <a:ln w="57150" cap="flat">
            <a:solidFill>
              <a:srgbClr val="F15226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19" name="Freeform 19">
            <a:extLst>
              <a:ext uri="{FF2B5EF4-FFF2-40B4-BE49-F238E27FC236}">
                <a16:creationId xmlns:a16="http://schemas.microsoft.com/office/drawing/2014/main" id="{A48BD731-9AEB-DDDC-0520-591288AA3584}"/>
              </a:ext>
            </a:extLst>
          </p:cNvPr>
          <p:cNvSpPr/>
          <p:nvPr/>
        </p:nvSpPr>
        <p:spPr>
          <a:xfrm>
            <a:off x="537211" y="7100741"/>
            <a:ext cx="1129912" cy="1225993"/>
          </a:xfrm>
          <a:custGeom>
            <a:avLst/>
            <a:gdLst/>
            <a:ahLst/>
            <a:cxnLst/>
            <a:rect l="l" t="t" r="r" b="b"/>
            <a:pathLst>
              <a:path w="2286436" h="2286436">
                <a:moveTo>
                  <a:pt x="0" y="0"/>
                </a:moveTo>
                <a:lnTo>
                  <a:pt x="2286436" y="0"/>
                </a:lnTo>
                <a:lnTo>
                  <a:pt x="2286436" y="2286436"/>
                </a:lnTo>
                <a:lnTo>
                  <a:pt x="0" y="22864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27" name="Freeform 27">
            <a:extLst>
              <a:ext uri="{FF2B5EF4-FFF2-40B4-BE49-F238E27FC236}">
                <a16:creationId xmlns:a16="http://schemas.microsoft.com/office/drawing/2014/main" id="{EABFE4AE-DFA5-09D5-CEA3-48D0C7AECF77}"/>
              </a:ext>
            </a:extLst>
          </p:cNvPr>
          <p:cNvSpPr/>
          <p:nvPr/>
        </p:nvSpPr>
        <p:spPr>
          <a:xfrm>
            <a:off x="5839566" y="6364135"/>
            <a:ext cx="901338" cy="47207"/>
          </a:xfrm>
          <a:custGeom>
            <a:avLst/>
            <a:gdLst/>
            <a:ahLst/>
            <a:cxnLst/>
            <a:rect l="l" t="t" r="r" b="b"/>
            <a:pathLst>
              <a:path w="832264">
                <a:moveTo>
                  <a:pt x="832264" y="0"/>
                </a:moveTo>
                <a:lnTo>
                  <a:pt x="0" y="0"/>
                </a:lnTo>
              </a:path>
            </a:pathLst>
          </a:custGeom>
          <a:ln w="57150" cap="flat">
            <a:solidFill>
              <a:srgbClr val="7ED957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28" name="Freeform 28">
            <a:extLst>
              <a:ext uri="{FF2B5EF4-FFF2-40B4-BE49-F238E27FC236}">
                <a16:creationId xmlns:a16="http://schemas.microsoft.com/office/drawing/2014/main" id="{4D37979B-F47A-5DD7-8DC2-2F66D7734FFD}"/>
              </a:ext>
            </a:extLst>
          </p:cNvPr>
          <p:cNvSpPr/>
          <p:nvPr/>
        </p:nvSpPr>
        <p:spPr>
          <a:xfrm>
            <a:off x="5415484" y="6600070"/>
            <a:ext cx="146476" cy="1022544"/>
          </a:xfrm>
          <a:custGeom>
            <a:avLst/>
            <a:gdLst/>
            <a:ahLst/>
            <a:cxnLst/>
            <a:rect l="l" t="t" r="r" b="b"/>
            <a:pathLst>
              <a:path w="1995163" h="1353803">
                <a:moveTo>
                  <a:pt x="0" y="1353803"/>
                </a:moveTo>
                <a:lnTo>
                  <a:pt x="0" y="881060"/>
                </a:lnTo>
                <a:cubicBezTo>
                  <a:pt x="0" y="820432"/>
                  <a:pt x="24084" y="762286"/>
                  <a:pt x="66955" y="719415"/>
                </a:cubicBezTo>
                <a:cubicBezTo>
                  <a:pt x="109826" y="676545"/>
                  <a:pt x="167971" y="652460"/>
                  <a:pt x="228600" y="652460"/>
                </a:cubicBezTo>
                <a:lnTo>
                  <a:pt x="1411680" y="652460"/>
                </a:lnTo>
                <a:cubicBezTo>
                  <a:pt x="1537932" y="652460"/>
                  <a:pt x="1640280" y="550112"/>
                  <a:pt x="1640280" y="423860"/>
                </a:cubicBezTo>
                <a:lnTo>
                  <a:pt x="1640280" y="177441"/>
                </a:lnTo>
                <a:cubicBezTo>
                  <a:pt x="1640280" y="130381"/>
                  <a:pt x="1658975" y="85248"/>
                  <a:pt x="1692251" y="51971"/>
                </a:cubicBezTo>
                <a:cubicBezTo>
                  <a:pt x="1725528" y="18694"/>
                  <a:pt x="1770661" y="0"/>
                  <a:pt x="1817722" y="0"/>
                </a:cubicBezTo>
                <a:lnTo>
                  <a:pt x="1995163" y="0"/>
                </a:lnTo>
              </a:path>
            </a:pathLst>
          </a:custGeom>
          <a:ln w="57150" cap="flat">
            <a:solidFill>
              <a:srgbClr val="7ED957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A0B25AA8-2496-CC80-984A-6DCC814955EE}"/>
              </a:ext>
            </a:extLst>
          </p:cNvPr>
          <p:cNvSpPr txBox="1"/>
          <p:nvPr/>
        </p:nvSpPr>
        <p:spPr>
          <a:xfrm>
            <a:off x="5819288" y="7581371"/>
            <a:ext cx="2415608" cy="4755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master/main</a:t>
            </a:r>
          </a:p>
        </p:txBody>
      </p:sp>
      <p:sp>
        <p:nvSpPr>
          <p:cNvPr id="56" name="TextBox 35">
            <a:extLst>
              <a:ext uri="{FF2B5EF4-FFF2-40B4-BE49-F238E27FC236}">
                <a16:creationId xmlns:a16="http://schemas.microsoft.com/office/drawing/2014/main" id="{6B4E7BA2-21F6-9945-2CF0-BDC77D8171D3}"/>
              </a:ext>
            </a:extLst>
          </p:cNvPr>
          <p:cNvSpPr txBox="1"/>
          <p:nvPr/>
        </p:nvSpPr>
        <p:spPr>
          <a:xfrm>
            <a:off x="7301248" y="6058774"/>
            <a:ext cx="2415608" cy="4755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develop</a:t>
            </a:r>
          </a:p>
        </p:txBody>
      </p:sp>
      <p:sp>
        <p:nvSpPr>
          <p:cNvPr id="22" name="Freeform 16">
            <a:extLst>
              <a:ext uri="{FF2B5EF4-FFF2-40B4-BE49-F238E27FC236}">
                <a16:creationId xmlns:a16="http://schemas.microsoft.com/office/drawing/2014/main" id="{59DA0402-5095-ABB3-8304-96EAA122BC45}"/>
              </a:ext>
            </a:extLst>
          </p:cNvPr>
          <p:cNvSpPr/>
          <p:nvPr/>
        </p:nvSpPr>
        <p:spPr>
          <a:xfrm>
            <a:off x="3682607" y="7538246"/>
            <a:ext cx="741226" cy="755406"/>
          </a:xfrm>
          <a:custGeom>
            <a:avLst/>
            <a:gdLst/>
            <a:ahLst/>
            <a:cxnLst/>
            <a:rect l="l" t="t" r="r" b="b"/>
            <a:pathLst>
              <a:path w="1155311" h="1155311">
                <a:moveTo>
                  <a:pt x="0" y="0"/>
                </a:moveTo>
                <a:lnTo>
                  <a:pt x="1155311" y="0"/>
                </a:lnTo>
                <a:lnTo>
                  <a:pt x="1155311" y="1155311"/>
                </a:lnTo>
                <a:lnTo>
                  <a:pt x="0" y="11553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24" name="Freeform 16">
            <a:extLst>
              <a:ext uri="{FF2B5EF4-FFF2-40B4-BE49-F238E27FC236}">
                <a16:creationId xmlns:a16="http://schemas.microsoft.com/office/drawing/2014/main" id="{C770DBF0-CAE6-6004-911F-4B3AD18129BD}"/>
              </a:ext>
            </a:extLst>
          </p:cNvPr>
          <p:cNvSpPr/>
          <p:nvPr/>
        </p:nvSpPr>
        <p:spPr>
          <a:xfrm>
            <a:off x="4965640" y="7560894"/>
            <a:ext cx="741226" cy="755406"/>
          </a:xfrm>
          <a:custGeom>
            <a:avLst/>
            <a:gdLst/>
            <a:ahLst/>
            <a:cxnLst/>
            <a:rect l="l" t="t" r="r" b="b"/>
            <a:pathLst>
              <a:path w="1155311" h="1155311">
                <a:moveTo>
                  <a:pt x="0" y="0"/>
                </a:moveTo>
                <a:lnTo>
                  <a:pt x="1155311" y="0"/>
                </a:lnTo>
                <a:lnTo>
                  <a:pt x="1155311" y="1155311"/>
                </a:lnTo>
                <a:lnTo>
                  <a:pt x="0" y="11553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25" name="Freeform 25">
            <a:extLst>
              <a:ext uri="{FF2B5EF4-FFF2-40B4-BE49-F238E27FC236}">
                <a16:creationId xmlns:a16="http://schemas.microsoft.com/office/drawing/2014/main" id="{D09A50CC-1F65-6658-9875-8364A76A38C2}"/>
              </a:ext>
            </a:extLst>
          </p:cNvPr>
          <p:cNvSpPr/>
          <p:nvPr/>
        </p:nvSpPr>
        <p:spPr>
          <a:xfrm>
            <a:off x="5200285" y="5996889"/>
            <a:ext cx="711834" cy="693540"/>
          </a:xfrm>
          <a:custGeom>
            <a:avLst/>
            <a:gdLst/>
            <a:ahLst/>
            <a:cxnLst/>
            <a:rect l="l" t="t" r="r" b="b"/>
            <a:pathLst>
              <a:path w="971079" h="971079">
                <a:moveTo>
                  <a:pt x="0" y="0"/>
                </a:moveTo>
                <a:lnTo>
                  <a:pt x="971079" y="0"/>
                </a:lnTo>
                <a:lnTo>
                  <a:pt x="971079" y="971079"/>
                </a:lnTo>
                <a:lnTo>
                  <a:pt x="0" y="9710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6" name="Freeform 25">
            <a:extLst>
              <a:ext uri="{FF2B5EF4-FFF2-40B4-BE49-F238E27FC236}">
                <a16:creationId xmlns:a16="http://schemas.microsoft.com/office/drawing/2014/main" id="{7B51ED98-281F-32A3-F6E6-30916E392659}"/>
              </a:ext>
            </a:extLst>
          </p:cNvPr>
          <p:cNvSpPr/>
          <p:nvPr/>
        </p:nvSpPr>
        <p:spPr>
          <a:xfrm>
            <a:off x="6449816" y="5956047"/>
            <a:ext cx="711834" cy="693540"/>
          </a:xfrm>
          <a:custGeom>
            <a:avLst/>
            <a:gdLst/>
            <a:ahLst/>
            <a:cxnLst/>
            <a:rect l="l" t="t" r="r" b="b"/>
            <a:pathLst>
              <a:path w="971079" h="971079">
                <a:moveTo>
                  <a:pt x="0" y="0"/>
                </a:moveTo>
                <a:lnTo>
                  <a:pt x="971079" y="0"/>
                </a:lnTo>
                <a:lnTo>
                  <a:pt x="971079" y="971079"/>
                </a:lnTo>
                <a:lnTo>
                  <a:pt x="0" y="9710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63" name="TextBox 35">
            <a:extLst>
              <a:ext uri="{FF2B5EF4-FFF2-40B4-BE49-F238E27FC236}">
                <a16:creationId xmlns:a16="http://schemas.microsoft.com/office/drawing/2014/main" id="{2256B5A5-5B2B-5528-2B96-B7EDCA7F7272}"/>
              </a:ext>
            </a:extLst>
          </p:cNvPr>
          <p:cNvSpPr txBox="1"/>
          <p:nvPr/>
        </p:nvSpPr>
        <p:spPr>
          <a:xfrm>
            <a:off x="12226822" y="4646247"/>
            <a:ext cx="2773816" cy="4755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feat/mi-</a:t>
            </a:r>
            <a:r>
              <a:rPr lang="en-US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rama</a:t>
            </a:r>
            <a:endParaRPr lang="en-US" sz="2799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01" name="Grupo 100">
            <a:extLst>
              <a:ext uri="{FF2B5EF4-FFF2-40B4-BE49-F238E27FC236}">
                <a16:creationId xmlns:a16="http://schemas.microsoft.com/office/drawing/2014/main" id="{523ED219-241C-7D96-CB36-4D39079253BB}"/>
              </a:ext>
            </a:extLst>
          </p:cNvPr>
          <p:cNvGrpSpPr/>
          <p:nvPr/>
        </p:nvGrpSpPr>
        <p:grpSpPr>
          <a:xfrm>
            <a:off x="535332" y="5924808"/>
            <a:ext cx="9179645" cy="2370687"/>
            <a:chOff x="535332" y="5924808"/>
            <a:chExt cx="9179645" cy="2370687"/>
          </a:xfrm>
        </p:grpSpPr>
        <p:sp>
          <p:nvSpPr>
            <p:cNvPr id="38" name="Freeform 16">
              <a:extLst>
                <a:ext uri="{FF2B5EF4-FFF2-40B4-BE49-F238E27FC236}">
                  <a16:creationId xmlns:a16="http://schemas.microsoft.com/office/drawing/2014/main" id="{F06E19E4-0FBC-EC65-8813-F9B6729D8795}"/>
                </a:ext>
              </a:extLst>
            </p:cNvPr>
            <p:cNvSpPr/>
            <p:nvPr/>
          </p:nvSpPr>
          <p:spPr>
            <a:xfrm>
              <a:off x="2353235" y="7507007"/>
              <a:ext cx="741226" cy="755406"/>
            </a:xfrm>
            <a:custGeom>
              <a:avLst/>
              <a:gdLst/>
              <a:ahLst/>
              <a:cxnLst/>
              <a:rect l="l" t="t" r="r" b="b"/>
              <a:pathLst>
                <a:path w="1155311" h="1155311">
                  <a:moveTo>
                    <a:pt x="0" y="0"/>
                  </a:moveTo>
                  <a:lnTo>
                    <a:pt x="1155311" y="0"/>
                  </a:lnTo>
                  <a:lnTo>
                    <a:pt x="1155311" y="1155311"/>
                  </a:lnTo>
                  <a:lnTo>
                    <a:pt x="0" y="11553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40" name="AutoShape 18">
              <a:extLst>
                <a:ext uri="{FF2B5EF4-FFF2-40B4-BE49-F238E27FC236}">
                  <a16:creationId xmlns:a16="http://schemas.microsoft.com/office/drawing/2014/main" id="{7FC25829-BA7B-1377-97F3-D74867F834D7}"/>
                </a:ext>
              </a:extLst>
            </p:cNvPr>
            <p:cNvSpPr/>
            <p:nvPr/>
          </p:nvSpPr>
          <p:spPr>
            <a:xfrm>
              <a:off x="1654386" y="7942931"/>
              <a:ext cx="3727760" cy="0"/>
            </a:xfrm>
            <a:prstGeom prst="line">
              <a:avLst/>
            </a:prstGeom>
            <a:ln w="57150" cap="flat">
              <a:solidFill>
                <a:srgbClr val="F15226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42" name="Freeform 19">
              <a:extLst>
                <a:ext uri="{FF2B5EF4-FFF2-40B4-BE49-F238E27FC236}">
                  <a16:creationId xmlns:a16="http://schemas.microsoft.com/office/drawing/2014/main" id="{FD43B3A4-7667-2EA5-E0D5-6FB757686EDF}"/>
                </a:ext>
              </a:extLst>
            </p:cNvPr>
            <p:cNvSpPr/>
            <p:nvPr/>
          </p:nvSpPr>
          <p:spPr>
            <a:xfrm>
              <a:off x="535332" y="7069502"/>
              <a:ext cx="1129912" cy="1225993"/>
            </a:xfrm>
            <a:custGeom>
              <a:avLst/>
              <a:gdLst/>
              <a:ahLst/>
              <a:cxnLst/>
              <a:rect l="l" t="t" r="r" b="b"/>
              <a:pathLst>
                <a:path w="2286436" h="2286436">
                  <a:moveTo>
                    <a:pt x="0" y="0"/>
                  </a:moveTo>
                  <a:lnTo>
                    <a:pt x="2286436" y="0"/>
                  </a:lnTo>
                  <a:lnTo>
                    <a:pt x="2286436" y="2286436"/>
                  </a:lnTo>
                  <a:lnTo>
                    <a:pt x="0" y="22864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44" name="Freeform 27">
              <a:extLst>
                <a:ext uri="{FF2B5EF4-FFF2-40B4-BE49-F238E27FC236}">
                  <a16:creationId xmlns:a16="http://schemas.microsoft.com/office/drawing/2014/main" id="{CF36E131-79A2-A55F-3035-0598DC0AEBF5}"/>
                </a:ext>
              </a:extLst>
            </p:cNvPr>
            <p:cNvSpPr/>
            <p:nvPr/>
          </p:nvSpPr>
          <p:spPr>
            <a:xfrm>
              <a:off x="5837687" y="6332896"/>
              <a:ext cx="901338" cy="47207"/>
            </a:xfrm>
            <a:custGeom>
              <a:avLst/>
              <a:gdLst/>
              <a:ahLst/>
              <a:cxnLst/>
              <a:rect l="l" t="t" r="r" b="b"/>
              <a:pathLst>
                <a:path w="832264">
                  <a:moveTo>
                    <a:pt x="832264" y="0"/>
                  </a:moveTo>
                  <a:lnTo>
                    <a:pt x="0" y="0"/>
                  </a:lnTo>
                </a:path>
              </a:pathLst>
            </a:custGeom>
            <a:ln w="57150" cap="flat">
              <a:solidFill>
                <a:srgbClr val="7ED957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46" name="Freeform 28">
              <a:extLst>
                <a:ext uri="{FF2B5EF4-FFF2-40B4-BE49-F238E27FC236}">
                  <a16:creationId xmlns:a16="http://schemas.microsoft.com/office/drawing/2014/main" id="{FF83A9B5-21CE-4049-55E1-BE621071CD7F}"/>
                </a:ext>
              </a:extLst>
            </p:cNvPr>
            <p:cNvSpPr/>
            <p:nvPr/>
          </p:nvSpPr>
          <p:spPr>
            <a:xfrm>
              <a:off x="5413605" y="6568831"/>
              <a:ext cx="146476" cy="1022544"/>
            </a:xfrm>
            <a:custGeom>
              <a:avLst/>
              <a:gdLst/>
              <a:ahLst/>
              <a:cxnLst/>
              <a:rect l="l" t="t" r="r" b="b"/>
              <a:pathLst>
                <a:path w="1995163" h="1353803">
                  <a:moveTo>
                    <a:pt x="0" y="1353803"/>
                  </a:moveTo>
                  <a:lnTo>
                    <a:pt x="0" y="881060"/>
                  </a:lnTo>
                  <a:cubicBezTo>
                    <a:pt x="0" y="820432"/>
                    <a:pt x="24084" y="762286"/>
                    <a:pt x="66955" y="719415"/>
                  </a:cubicBezTo>
                  <a:cubicBezTo>
                    <a:pt x="109826" y="676545"/>
                    <a:pt x="167971" y="652460"/>
                    <a:pt x="228600" y="652460"/>
                  </a:cubicBezTo>
                  <a:lnTo>
                    <a:pt x="1411680" y="652460"/>
                  </a:lnTo>
                  <a:cubicBezTo>
                    <a:pt x="1537932" y="652460"/>
                    <a:pt x="1640280" y="550112"/>
                    <a:pt x="1640280" y="423860"/>
                  </a:cubicBezTo>
                  <a:lnTo>
                    <a:pt x="1640280" y="177441"/>
                  </a:lnTo>
                  <a:cubicBezTo>
                    <a:pt x="1640280" y="130381"/>
                    <a:pt x="1658975" y="85248"/>
                    <a:pt x="1692251" y="51971"/>
                  </a:cubicBezTo>
                  <a:cubicBezTo>
                    <a:pt x="1725528" y="18694"/>
                    <a:pt x="1770661" y="0"/>
                    <a:pt x="1817722" y="0"/>
                  </a:cubicBezTo>
                  <a:lnTo>
                    <a:pt x="1995163" y="0"/>
                  </a:lnTo>
                </a:path>
              </a:pathLst>
            </a:custGeom>
            <a:ln w="57150" cap="flat">
              <a:solidFill>
                <a:srgbClr val="7ED957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48" name="TextBox 35">
              <a:extLst>
                <a:ext uri="{FF2B5EF4-FFF2-40B4-BE49-F238E27FC236}">
                  <a16:creationId xmlns:a16="http://schemas.microsoft.com/office/drawing/2014/main" id="{B118A55D-EA3F-03F1-8DF2-C3EBEA603C80}"/>
                </a:ext>
              </a:extLst>
            </p:cNvPr>
            <p:cNvSpPr txBox="1"/>
            <p:nvPr/>
          </p:nvSpPr>
          <p:spPr>
            <a:xfrm>
              <a:off x="5817409" y="7550132"/>
              <a:ext cx="2415608" cy="47557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1" indent="0" algn="l">
                <a:lnSpc>
                  <a:spcPts val="3919"/>
                </a:lnSpc>
              </a:pPr>
              <a:r>
                <a:rPr lang="en-US" sz="2799" spc="-75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master/main</a:t>
              </a:r>
            </a:p>
          </p:txBody>
        </p:sp>
        <p:sp>
          <p:nvSpPr>
            <p:cNvPr id="50" name="TextBox 35">
              <a:extLst>
                <a:ext uri="{FF2B5EF4-FFF2-40B4-BE49-F238E27FC236}">
                  <a16:creationId xmlns:a16="http://schemas.microsoft.com/office/drawing/2014/main" id="{10CA9A87-3AAB-ABE5-0B62-6739DB20977D}"/>
                </a:ext>
              </a:extLst>
            </p:cNvPr>
            <p:cNvSpPr txBox="1"/>
            <p:nvPr/>
          </p:nvSpPr>
          <p:spPr>
            <a:xfrm>
              <a:off x="7299369" y="6027535"/>
              <a:ext cx="2415608" cy="47557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1" indent="0" algn="l">
                <a:lnSpc>
                  <a:spcPts val="3919"/>
                </a:lnSpc>
              </a:pPr>
              <a:r>
                <a:rPr lang="en-US" sz="2799" spc="-75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develop</a:t>
              </a:r>
            </a:p>
          </p:txBody>
        </p:sp>
        <p:sp>
          <p:nvSpPr>
            <p:cNvPr id="52" name="Freeform 16">
              <a:extLst>
                <a:ext uri="{FF2B5EF4-FFF2-40B4-BE49-F238E27FC236}">
                  <a16:creationId xmlns:a16="http://schemas.microsoft.com/office/drawing/2014/main" id="{5D804B00-0E5F-51AF-80E8-777E97410A78}"/>
                </a:ext>
              </a:extLst>
            </p:cNvPr>
            <p:cNvSpPr/>
            <p:nvPr/>
          </p:nvSpPr>
          <p:spPr>
            <a:xfrm>
              <a:off x="3680728" y="7507007"/>
              <a:ext cx="741226" cy="755406"/>
            </a:xfrm>
            <a:custGeom>
              <a:avLst/>
              <a:gdLst/>
              <a:ahLst/>
              <a:cxnLst/>
              <a:rect l="l" t="t" r="r" b="b"/>
              <a:pathLst>
                <a:path w="1155311" h="1155311">
                  <a:moveTo>
                    <a:pt x="0" y="0"/>
                  </a:moveTo>
                  <a:lnTo>
                    <a:pt x="1155311" y="0"/>
                  </a:lnTo>
                  <a:lnTo>
                    <a:pt x="1155311" y="1155311"/>
                  </a:lnTo>
                  <a:lnTo>
                    <a:pt x="0" y="11553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54" name="Freeform 16">
              <a:extLst>
                <a:ext uri="{FF2B5EF4-FFF2-40B4-BE49-F238E27FC236}">
                  <a16:creationId xmlns:a16="http://schemas.microsoft.com/office/drawing/2014/main" id="{CC722403-4B5B-CFDE-B420-D199247D9078}"/>
                </a:ext>
              </a:extLst>
            </p:cNvPr>
            <p:cNvSpPr/>
            <p:nvPr/>
          </p:nvSpPr>
          <p:spPr>
            <a:xfrm>
              <a:off x="4963761" y="7529655"/>
              <a:ext cx="741226" cy="755406"/>
            </a:xfrm>
            <a:custGeom>
              <a:avLst/>
              <a:gdLst/>
              <a:ahLst/>
              <a:cxnLst/>
              <a:rect l="l" t="t" r="r" b="b"/>
              <a:pathLst>
                <a:path w="1155311" h="1155311">
                  <a:moveTo>
                    <a:pt x="0" y="0"/>
                  </a:moveTo>
                  <a:lnTo>
                    <a:pt x="1155311" y="0"/>
                  </a:lnTo>
                  <a:lnTo>
                    <a:pt x="1155311" y="1155311"/>
                  </a:lnTo>
                  <a:lnTo>
                    <a:pt x="0" y="11553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57" name="Freeform 25">
              <a:extLst>
                <a:ext uri="{FF2B5EF4-FFF2-40B4-BE49-F238E27FC236}">
                  <a16:creationId xmlns:a16="http://schemas.microsoft.com/office/drawing/2014/main" id="{B660048C-1613-2E7F-C4D3-AD2E92C55AB6}"/>
                </a:ext>
              </a:extLst>
            </p:cNvPr>
            <p:cNvSpPr/>
            <p:nvPr/>
          </p:nvSpPr>
          <p:spPr>
            <a:xfrm>
              <a:off x="5198406" y="5965650"/>
              <a:ext cx="711834" cy="693540"/>
            </a:xfrm>
            <a:custGeom>
              <a:avLst/>
              <a:gdLst/>
              <a:ahLst/>
              <a:cxnLst/>
              <a:rect l="l" t="t" r="r" b="b"/>
              <a:pathLst>
                <a:path w="971079" h="971079">
                  <a:moveTo>
                    <a:pt x="0" y="0"/>
                  </a:moveTo>
                  <a:lnTo>
                    <a:pt x="971079" y="0"/>
                  </a:lnTo>
                  <a:lnTo>
                    <a:pt x="971079" y="971079"/>
                  </a:lnTo>
                  <a:lnTo>
                    <a:pt x="0" y="971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59" name="Freeform 25">
              <a:extLst>
                <a:ext uri="{FF2B5EF4-FFF2-40B4-BE49-F238E27FC236}">
                  <a16:creationId xmlns:a16="http://schemas.microsoft.com/office/drawing/2014/main" id="{C7468A35-40CC-EA4B-A3DD-D5AEBF44C937}"/>
                </a:ext>
              </a:extLst>
            </p:cNvPr>
            <p:cNvSpPr/>
            <p:nvPr/>
          </p:nvSpPr>
          <p:spPr>
            <a:xfrm>
              <a:off x="6447937" y="5924808"/>
              <a:ext cx="711834" cy="693540"/>
            </a:xfrm>
            <a:custGeom>
              <a:avLst/>
              <a:gdLst/>
              <a:ahLst/>
              <a:cxnLst/>
              <a:rect l="l" t="t" r="r" b="b"/>
              <a:pathLst>
                <a:path w="971079" h="971079">
                  <a:moveTo>
                    <a:pt x="0" y="0"/>
                  </a:moveTo>
                  <a:lnTo>
                    <a:pt x="971079" y="0"/>
                  </a:lnTo>
                  <a:lnTo>
                    <a:pt x="971079" y="971079"/>
                  </a:lnTo>
                  <a:lnTo>
                    <a:pt x="0" y="971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02" name="Grupo 101">
            <a:extLst>
              <a:ext uri="{FF2B5EF4-FFF2-40B4-BE49-F238E27FC236}">
                <a16:creationId xmlns:a16="http://schemas.microsoft.com/office/drawing/2014/main" id="{757854BB-EAC0-8F07-1FE1-CF2D54763CBF}"/>
              </a:ext>
            </a:extLst>
          </p:cNvPr>
          <p:cNvGrpSpPr/>
          <p:nvPr/>
        </p:nvGrpSpPr>
        <p:grpSpPr>
          <a:xfrm>
            <a:off x="14794461" y="4628281"/>
            <a:ext cx="2094107" cy="1437109"/>
            <a:chOff x="14794461" y="4628281"/>
            <a:chExt cx="2094107" cy="143710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286E83EF-7DFA-EA87-0BF4-339C6A9EC72E}"/>
                </a:ext>
              </a:extLst>
            </p:cNvPr>
            <p:cNvSpPr/>
            <p:nvPr/>
          </p:nvSpPr>
          <p:spPr>
            <a:xfrm>
              <a:off x="14794461" y="4709336"/>
              <a:ext cx="652215" cy="630586"/>
            </a:xfrm>
            <a:custGeom>
              <a:avLst/>
              <a:gdLst/>
              <a:ahLst/>
              <a:cxnLst/>
              <a:rect l="l" t="t" r="r" b="b"/>
              <a:pathLst>
                <a:path w="971079" h="971079">
                  <a:moveTo>
                    <a:pt x="0" y="0"/>
                  </a:moveTo>
                  <a:lnTo>
                    <a:pt x="971079" y="0"/>
                  </a:lnTo>
                  <a:lnTo>
                    <a:pt x="971079" y="971079"/>
                  </a:lnTo>
                  <a:lnTo>
                    <a:pt x="0" y="971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D4BC078F-2493-D6CA-D5C4-6B167198A8B5}"/>
                </a:ext>
              </a:extLst>
            </p:cNvPr>
            <p:cNvSpPr/>
            <p:nvPr/>
          </p:nvSpPr>
          <p:spPr>
            <a:xfrm>
              <a:off x="15112596" y="5089587"/>
              <a:ext cx="668160" cy="975803"/>
            </a:xfrm>
            <a:custGeom>
              <a:avLst/>
              <a:gdLst/>
              <a:ahLst/>
              <a:cxnLst/>
              <a:rect l="l" t="t" r="r" b="b"/>
              <a:pathLst>
                <a:path w="591125" h="1756857">
                  <a:moveTo>
                    <a:pt x="591125" y="1756856"/>
                  </a:moveTo>
                  <a:lnTo>
                    <a:pt x="591125" y="1107028"/>
                  </a:lnTo>
                  <a:cubicBezTo>
                    <a:pt x="591125" y="1046399"/>
                    <a:pt x="567041" y="988254"/>
                    <a:pt x="524170" y="945383"/>
                  </a:cubicBezTo>
                  <a:cubicBezTo>
                    <a:pt x="481300" y="902512"/>
                    <a:pt x="423154" y="878428"/>
                    <a:pt x="362525" y="878428"/>
                  </a:cubicBezTo>
                  <a:lnTo>
                    <a:pt x="228600" y="878428"/>
                  </a:lnTo>
                  <a:cubicBezTo>
                    <a:pt x="167971" y="878428"/>
                    <a:pt x="109826" y="854343"/>
                    <a:pt x="66956" y="811472"/>
                  </a:cubicBezTo>
                  <a:cubicBezTo>
                    <a:pt x="24085" y="768602"/>
                    <a:pt x="0" y="710457"/>
                    <a:pt x="0" y="649828"/>
                  </a:cubicBezTo>
                  <a:lnTo>
                    <a:pt x="0" y="0"/>
                  </a:lnTo>
                </a:path>
              </a:pathLst>
            </a:custGeom>
            <a:ln w="57150" cap="flat">
              <a:solidFill>
                <a:srgbClr val="8C52FF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61" name="Freeform 34">
              <a:extLst>
                <a:ext uri="{FF2B5EF4-FFF2-40B4-BE49-F238E27FC236}">
                  <a16:creationId xmlns:a16="http://schemas.microsoft.com/office/drawing/2014/main" id="{8BBA2C12-7124-982F-6BA5-3147BFEC7A10}"/>
                </a:ext>
              </a:extLst>
            </p:cNvPr>
            <p:cNvSpPr/>
            <p:nvPr/>
          </p:nvSpPr>
          <p:spPr>
            <a:xfrm flipV="1">
              <a:off x="15372117" y="4905442"/>
              <a:ext cx="1134091" cy="45719"/>
            </a:xfrm>
            <a:custGeom>
              <a:avLst/>
              <a:gdLst/>
              <a:ahLst/>
              <a:cxnLst/>
              <a:rect l="l" t="t" r="r" b="b"/>
              <a:pathLst>
                <a:path w="567046">
                  <a:moveTo>
                    <a:pt x="0" y="0"/>
                  </a:moveTo>
                  <a:lnTo>
                    <a:pt x="567046" y="0"/>
                  </a:lnTo>
                </a:path>
              </a:pathLst>
            </a:custGeom>
            <a:ln w="57150" cap="flat">
              <a:solidFill>
                <a:srgbClr val="8C52FF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62" name="Freeform 29">
              <a:extLst>
                <a:ext uri="{FF2B5EF4-FFF2-40B4-BE49-F238E27FC236}">
                  <a16:creationId xmlns:a16="http://schemas.microsoft.com/office/drawing/2014/main" id="{3A62304C-781E-8733-3876-824BC0DE9A63}"/>
                </a:ext>
              </a:extLst>
            </p:cNvPr>
            <p:cNvSpPr/>
            <p:nvPr/>
          </p:nvSpPr>
          <p:spPr>
            <a:xfrm>
              <a:off x="16236353" y="4628281"/>
              <a:ext cx="652215" cy="630586"/>
            </a:xfrm>
            <a:custGeom>
              <a:avLst/>
              <a:gdLst/>
              <a:ahLst/>
              <a:cxnLst/>
              <a:rect l="l" t="t" r="r" b="b"/>
              <a:pathLst>
                <a:path w="971079" h="971079">
                  <a:moveTo>
                    <a:pt x="0" y="0"/>
                  </a:moveTo>
                  <a:lnTo>
                    <a:pt x="971079" y="0"/>
                  </a:lnTo>
                  <a:lnTo>
                    <a:pt x="971079" y="971079"/>
                  </a:lnTo>
                  <a:lnTo>
                    <a:pt x="0" y="971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96" name="Group 52">
            <a:extLst>
              <a:ext uri="{FF2B5EF4-FFF2-40B4-BE49-F238E27FC236}">
                <a16:creationId xmlns:a16="http://schemas.microsoft.com/office/drawing/2014/main" id="{71DFB8D1-A5E8-12B4-3066-343E41CEF669}"/>
              </a:ext>
            </a:extLst>
          </p:cNvPr>
          <p:cNvGrpSpPr/>
          <p:nvPr/>
        </p:nvGrpSpPr>
        <p:grpSpPr>
          <a:xfrm>
            <a:off x="3142833" y="2406642"/>
            <a:ext cx="11863771" cy="960554"/>
            <a:chOff x="0" y="0"/>
            <a:chExt cx="2441105" cy="197645"/>
          </a:xfrm>
        </p:grpSpPr>
        <p:sp>
          <p:nvSpPr>
            <p:cNvPr id="99" name="Freeform 53">
              <a:extLst>
                <a:ext uri="{FF2B5EF4-FFF2-40B4-BE49-F238E27FC236}">
                  <a16:creationId xmlns:a16="http://schemas.microsoft.com/office/drawing/2014/main" id="{55401E91-5225-B864-6EFB-2DB26D2DF190}"/>
                </a:ext>
              </a:extLst>
            </p:cNvPr>
            <p:cNvSpPr/>
            <p:nvPr/>
          </p:nvSpPr>
          <p:spPr>
            <a:xfrm>
              <a:off x="0" y="0"/>
              <a:ext cx="2441105" cy="197645"/>
            </a:xfrm>
            <a:custGeom>
              <a:avLst/>
              <a:gdLst/>
              <a:ahLst/>
              <a:cxnLst/>
              <a:rect l="l" t="t" r="r" b="b"/>
              <a:pathLst>
                <a:path w="2441105" h="197645">
                  <a:moveTo>
                    <a:pt x="12745" y="0"/>
                  </a:moveTo>
                  <a:lnTo>
                    <a:pt x="2428360" y="0"/>
                  </a:lnTo>
                  <a:cubicBezTo>
                    <a:pt x="2431740" y="0"/>
                    <a:pt x="2434982" y="1343"/>
                    <a:pt x="2437372" y="3733"/>
                  </a:cubicBezTo>
                  <a:cubicBezTo>
                    <a:pt x="2439763" y="6123"/>
                    <a:pt x="2441105" y="9365"/>
                    <a:pt x="2441105" y="12745"/>
                  </a:cubicBezTo>
                  <a:lnTo>
                    <a:pt x="2441105" y="184899"/>
                  </a:lnTo>
                  <a:cubicBezTo>
                    <a:pt x="2441105" y="188280"/>
                    <a:pt x="2439763" y="191522"/>
                    <a:pt x="2437372" y="193912"/>
                  </a:cubicBezTo>
                  <a:cubicBezTo>
                    <a:pt x="2434982" y="196302"/>
                    <a:pt x="2431740" y="197645"/>
                    <a:pt x="2428360" y="197645"/>
                  </a:cubicBezTo>
                  <a:lnTo>
                    <a:pt x="12745" y="197645"/>
                  </a:lnTo>
                  <a:cubicBezTo>
                    <a:pt x="9365" y="197645"/>
                    <a:pt x="6123" y="196302"/>
                    <a:pt x="3733" y="193912"/>
                  </a:cubicBezTo>
                  <a:cubicBezTo>
                    <a:pt x="1343" y="191522"/>
                    <a:pt x="0" y="188280"/>
                    <a:pt x="0" y="184899"/>
                  </a:cubicBezTo>
                  <a:lnTo>
                    <a:pt x="0" y="12745"/>
                  </a:lnTo>
                  <a:cubicBezTo>
                    <a:pt x="0" y="9365"/>
                    <a:pt x="1343" y="6123"/>
                    <a:pt x="3733" y="3733"/>
                  </a:cubicBezTo>
                  <a:cubicBezTo>
                    <a:pt x="6123" y="1343"/>
                    <a:pt x="9365" y="0"/>
                    <a:pt x="12745" y="0"/>
                  </a:cubicBezTo>
                  <a:close/>
                </a:path>
              </a:pathLst>
            </a:custGeom>
            <a:solidFill>
              <a:srgbClr val="0F0E0E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00" name="TextBox 54">
              <a:extLst>
                <a:ext uri="{FF2B5EF4-FFF2-40B4-BE49-F238E27FC236}">
                  <a16:creationId xmlns:a16="http://schemas.microsoft.com/office/drawing/2014/main" id="{3B031D72-7104-280D-54C9-633A69908D8B}"/>
                </a:ext>
              </a:extLst>
            </p:cNvPr>
            <p:cNvSpPr txBox="1"/>
            <p:nvPr/>
          </p:nvSpPr>
          <p:spPr>
            <a:xfrm>
              <a:off x="0" y="-19050"/>
              <a:ext cx="2441105" cy="2166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97" name="TextBox 55">
            <a:extLst>
              <a:ext uri="{FF2B5EF4-FFF2-40B4-BE49-F238E27FC236}">
                <a16:creationId xmlns:a16="http://schemas.microsoft.com/office/drawing/2014/main" id="{61C055D3-D2A8-EA11-446B-3DA84F15031B}"/>
              </a:ext>
            </a:extLst>
          </p:cNvPr>
          <p:cNvSpPr txBox="1"/>
          <p:nvPr/>
        </p:nvSpPr>
        <p:spPr>
          <a:xfrm>
            <a:off x="4371640" y="2551765"/>
            <a:ext cx="8222961" cy="504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4199"/>
              </a:lnSpc>
            </a:pPr>
            <a:endParaRPr/>
          </a:p>
        </p:txBody>
      </p:sp>
      <p:sp>
        <p:nvSpPr>
          <p:cNvPr id="98" name="TextBox 56">
            <a:extLst>
              <a:ext uri="{FF2B5EF4-FFF2-40B4-BE49-F238E27FC236}">
                <a16:creationId xmlns:a16="http://schemas.microsoft.com/office/drawing/2014/main" id="{DB3F667F-4857-28F0-9A64-1657948887E6}"/>
              </a:ext>
            </a:extLst>
          </p:cNvPr>
          <p:cNvSpPr txBox="1"/>
          <p:nvPr/>
        </p:nvSpPr>
        <p:spPr>
          <a:xfrm>
            <a:off x="3441026" y="2657819"/>
            <a:ext cx="11267384" cy="413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359"/>
              </a:lnSpc>
            </a:pPr>
            <a:r>
              <a:rPr lang="en-US" sz="2400" spc="-6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&gt; git clone https://github.com/Curies-Community/CursoGit.git</a:t>
            </a:r>
            <a:endParaRPr lang="en-US" sz="2400" spc="-64" dirty="0">
              <a:solidFill>
                <a:srgbClr val="D9D9D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83955069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3.7037E-6 L 0.49062 -3.7037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53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B5D15C-BC83-0648-43A2-E5F249823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F9E0048-B508-4D86-86ED-D748B9E5A44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 dirty="0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E8F13E72-4FF9-FAB0-4453-25D46EA70761}"/>
              </a:ext>
            </a:extLst>
          </p:cNvPr>
          <p:cNvGrpSpPr/>
          <p:nvPr/>
        </p:nvGrpSpPr>
        <p:grpSpPr>
          <a:xfrm>
            <a:off x="-698849" y="9575651"/>
            <a:ext cx="19685699" cy="2666805"/>
            <a:chOff x="0" y="0"/>
            <a:chExt cx="5184711" cy="702368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5360619E-62FD-6954-62D2-222C8DA8687E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 dirty="0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A75FC03A-D70D-7632-5AE6-F19A2484FF9B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1E3AD6CF-38A6-57E0-0E95-08A0CC1576D8}"/>
              </a:ext>
            </a:extLst>
          </p:cNvPr>
          <p:cNvGrpSpPr/>
          <p:nvPr/>
        </p:nvGrpSpPr>
        <p:grpSpPr>
          <a:xfrm>
            <a:off x="-698849" y="-1923855"/>
            <a:ext cx="19685699" cy="2666805"/>
            <a:chOff x="0" y="0"/>
            <a:chExt cx="5184711" cy="70236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A9AF02E0-BF04-3EC3-8C76-489DE3B3259F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D91F5D48-D3C0-73C2-CD3D-9E5B9C2B1F2A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8224F5CE-ADE1-E306-1FE0-055D295A0BA3}"/>
              </a:ext>
            </a:extLst>
          </p:cNvPr>
          <p:cNvSpPr/>
          <p:nvPr/>
        </p:nvSpPr>
        <p:spPr>
          <a:xfrm>
            <a:off x="15872392" y="2091327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E025B3C8-0E70-09A8-BDC0-D3DC799A5943}"/>
              </a:ext>
            </a:extLst>
          </p:cNvPr>
          <p:cNvSpPr/>
          <p:nvPr/>
        </p:nvSpPr>
        <p:spPr>
          <a:xfrm>
            <a:off x="16901092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36C5AA7F-0ACE-2C8D-3FF9-1D1C5A6FCD11}"/>
              </a:ext>
            </a:extLst>
          </p:cNvPr>
          <p:cNvSpPr/>
          <p:nvPr/>
        </p:nvSpPr>
        <p:spPr>
          <a:xfrm flipH="1">
            <a:off x="-1389129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3097C4AF-F9CC-C395-B505-DA637D6726B2}"/>
              </a:ext>
            </a:extLst>
          </p:cNvPr>
          <p:cNvSpPr/>
          <p:nvPr/>
        </p:nvSpPr>
        <p:spPr>
          <a:xfrm flipH="1">
            <a:off x="-360429" y="2459791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7BD6D1D1-C6FF-9924-18C5-844C20240A58}"/>
              </a:ext>
            </a:extLst>
          </p:cNvPr>
          <p:cNvSpPr txBox="1"/>
          <p:nvPr/>
        </p:nvSpPr>
        <p:spPr>
          <a:xfrm>
            <a:off x="783615" y="758816"/>
            <a:ext cx="17197243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s-MX" sz="7500" b="1" dirty="0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UN REPASO</a:t>
            </a:r>
            <a:endParaRPr lang="en-US" sz="7500" b="1" dirty="0">
              <a:solidFill>
                <a:srgbClr val="FFFFFF"/>
              </a:solidFill>
              <a:latin typeface="Lato Bold"/>
              <a:ea typeface="Lato Bold"/>
              <a:cs typeface="Lato Bold"/>
              <a:sym typeface="Lato Bold"/>
            </a:endParaRPr>
          </a:p>
        </p:txBody>
      </p:sp>
      <p:grpSp>
        <p:nvGrpSpPr>
          <p:cNvPr id="82" name="Grupo 81">
            <a:extLst>
              <a:ext uri="{FF2B5EF4-FFF2-40B4-BE49-F238E27FC236}">
                <a16:creationId xmlns:a16="http://schemas.microsoft.com/office/drawing/2014/main" id="{01B95A42-D793-0B9F-228C-9019D75DE426}"/>
              </a:ext>
            </a:extLst>
          </p:cNvPr>
          <p:cNvGrpSpPr/>
          <p:nvPr/>
        </p:nvGrpSpPr>
        <p:grpSpPr>
          <a:xfrm>
            <a:off x="-228601" y="-478361"/>
            <a:ext cx="2905050" cy="1476032"/>
            <a:chOff x="-228601" y="-478361"/>
            <a:chExt cx="2905050" cy="1476032"/>
          </a:xfrm>
        </p:grpSpPr>
        <p:grpSp>
          <p:nvGrpSpPr>
            <p:cNvPr id="83" name="Group 10">
              <a:extLst>
                <a:ext uri="{FF2B5EF4-FFF2-40B4-BE49-F238E27FC236}">
                  <a16:creationId xmlns:a16="http://schemas.microsoft.com/office/drawing/2014/main" id="{5A292FD5-065E-7202-4E99-4B31B03DEE03}"/>
                </a:ext>
              </a:extLst>
            </p:cNvPr>
            <p:cNvGrpSpPr/>
            <p:nvPr/>
          </p:nvGrpSpPr>
          <p:grpSpPr>
            <a:xfrm>
              <a:off x="-228601" y="-478361"/>
              <a:ext cx="2905050" cy="1221311"/>
              <a:chOff x="0" y="0"/>
              <a:chExt cx="1355852" cy="720510"/>
            </a:xfrm>
          </p:grpSpPr>
          <p:sp>
            <p:nvSpPr>
              <p:cNvPr id="85" name="Freeform 11">
                <a:extLst>
                  <a:ext uri="{FF2B5EF4-FFF2-40B4-BE49-F238E27FC236}">
                    <a16:creationId xmlns:a16="http://schemas.microsoft.com/office/drawing/2014/main" id="{A196076D-8E5B-C32A-7C22-C6E40D7D413B}"/>
                  </a:ext>
                </a:extLst>
              </p:cNvPr>
              <p:cNvSpPr/>
              <p:nvPr/>
            </p:nvSpPr>
            <p:spPr>
              <a:xfrm>
                <a:off x="0" y="0"/>
                <a:ext cx="1355852" cy="720510"/>
              </a:xfrm>
              <a:custGeom>
                <a:avLst/>
                <a:gdLst/>
                <a:ahLst/>
                <a:cxnLst/>
                <a:rect l="l" t="t" r="r" b="b"/>
                <a:pathLst>
                  <a:path w="1355852" h="720510">
                    <a:moveTo>
                      <a:pt x="150387" y="0"/>
                    </a:moveTo>
                    <a:lnTo>
                      <a:pt x="1205465" y="0"/>
                    </a:lnTo>
                    <a:cubicBezTo>
                      <a:pt x="1245350" y="0"/>
                      <a:pt x="1283602" y="15844"/>
                      <a:pt x="1311805" y="44047"/>
                    </a:cubicBezTo>
                    <a:cubicBezTo>
                      <a:pt x="1340008" y="72250"/>
                      <a:pt x="1355852" y="110502"/>
                      <a:pt x="1355852" y="150387"/>
                    </a:cubicBezTo>
                    <a:lnTo>
                      <a:pt x="1355852" y="570123"/>
                    </a:lnTo>
                    <a:cubicBezTo>
                      <a:pt x="1355852" y="653179"/>
                      <a:pt x="1288522" y="720510"/>
                      <a:pt x="1205465" y="720510"/>
                    </a:cubicBezTo>
                    <a:lnTo>
                      <a:pt x="150387" y="720510"/>
                    </a:lnTo>
                    <a:cubicBezTo>
                      <a:pt x="67331" y="720510"/>
                      <a:pt x="0" y="653179"/>
                      <a:pt x="0" y="570123"/>
                    </a:cubicBezTo>
                    <a:lnTo>
                      <a:pt x="0" y="150387"/>
                    </a:lnTo>
                    <a:cubicBezTo>
                      <a:pt x="0" y="67331"/>
                      <a:pt x="67331" y="0"/>
                      <a:pt x="150387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86" name="TextBox 12">
                <a:extLst>
                  <a:ext uri="{FF2B5EF4-FFF2-40B4-BE49-F238E27FC236}">
                    <a16:creationId xmlns:a16="http://schemas.microsoft.com/office/drawing/2014/main" id="{0DE11D41-FC20-9DDD-D254-8BDCD18C779A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5852" cy="739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pic>
          <p:nvPicPr>
            <p:cNvPr id="84" name="Imagen 83">
              <a:extLst>
                <a:ext uri="{FF2B5EF4-FFF2-40B4-BE49-F238E27FC236}">
                  <a16:creationId xmlns:a16="http://schemas.microsoft.com/office/drawing/2014/main" id="{84D9EDAE-A1A8-7DC8-F30F-17019F8381B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1" y="-375754"/>
              <a:ext cx="1373425" cy="1373425"/>
            </a:xfrm>
            <a:prstGeom prst="rect">
              <a:avLst/>
            </a:prstGeom>
          </p:spPr>
        </p:pic>
      </p:grpSp>
      <p:grpSp>
        <p:nvGrpSpPr>
          <p:cNvPr id="87" name="Group 13">
            <a:extLst>
              <a:ext uri="{FF2B5EF4-FFF2-40B4-BE49-F238E27FC236}">
                <a16:creationId xmlns:a16="http://schemas.microsoft.com/office/drawing/2014/main" id="{4D132455-C844-AF75-9535-A2CB27D0F4AA}"/>
              </a:ext>
            </a:extLst>
          </p:cNvPr>
          <p:cNvGrpSpPr/>
          <p:nvPr/>
        </p:nvGrpSpPr>
        <p:grpSpPr>
          <a:xfrm>
            <a:off x="453113" y="3841080"/>
            <a:ext cx="8545430" cy="4772643"/>
            <a:chOff x="0" y="0"/>
            <a:chExt cx="1351154" cy="731404"/>
          </a:xfrm>
        </p:grpSpPr>
        <p:sp>
          <p:nvSpPr>
            <p:cNvPr id="88" name="Freeform 14">
              <a:extLst>
                <a:ext uri="{FF2B5EF4-FFF2-40B4-BE49-F238E27FC236}">
                  <a16:creationId xmlns:a16="http://schemas.microsoft.com/office/drawing/2014/main" id="{4352BCD8-1BE0-C076-7EF7-E31A5536FB7E}"/>
                </a:ext>
              </a:extLst>
            </p:cNvPr>
            <p:cNvSpPr/>
            <p:nvPr/>
          </p:nvSpPr>
          <p:spPr>
            <a:xfrm>
              <a:off x="0" y="0"/>
              <a:ext cx="1351154" cy="731404"/>
            </a:xfrm>
            <a:custGeom>
              <a:avLst/>
              <a:gdLst/>
              <a:ahLst/>
              <a:cxnLst/>
              <a:rect l="l" t="t" r="r" b="b"/>
              <a:pathLst>
                <a:path w="1351154" h="731404">
                  <a:moveTo>
                    <a:pt x="23027" y="0"/>
                  </a:moveTo>
                  <a:lnTo>
                    <a:pt x="1328127" y="0"/>
                  </a:lnTo>
                  <a:cubicBezTo>
                    <a:pt x="1340845" y="0"/>
                    <a:pt x="1351154" y="10310"/>
                    <a:pt x="1351154" y="23027"/>
                  </a:cubicBezTo>
                  <a:lnTo>
                    <a:pt x="1351154" y="708377"/>
                  </a:lnTo>
                  <a:cubicBezTo>
                    <a:pt x="1351154" y="721094"/>
                    <a:pt x="1340845" y="731404"/>
                    <a:pt x="1328127" y="731404"/>
                  </a:cubicBezTo>
                  <a:lnTo>
                    <a:pt x="23027" y="731404"/>
                  </a:lnTo>
                  <a:cubicBezTo>
                    <a:pt x="10310" y="731404"/>
                    <a:pt x="0" y="721094"/>
                    <a:pt x="0" y="708377"/>
                  </a:cubicBezTo>
                  <a:lnTo>
                    <a:pt x="0" y="23027"/>
                  </a:lnTo>
                  <a:cubicBezTo>
                    <a:pt x="0" y="10310"/>
                    <a:pt x="10310" y="0"/>
                    <a:pt x="23027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B4B4B4"/>
              </a:solidFill>
              <a:prstDash val="solid"/>
              <a:round/>
            </a:ln>
          </p:spPr>
          <p:txBody>
            <a:bodyPr/>
            <a:lstStyle/>
            <a:p>
              <a:endParaRPr lang="es-MX" dirty="0"/>
            </a:p>
          </p:txBody>
        </p:sp>
        <p:sp>
          <p:nvSpPr>
            <p:cNvPr id="89" name="TextBox 15">
              <a:extLst>
                <a:ext uri="{FF2B5EF4-FFF2-40B4-BE49-F238E27FC236}">
                  <a16:creationId xmlns:a16="http://schemas.microsoft.com/office/drawing/2014/main" id="{B6392AA8-4A17-546A-C2D9-DFD5AE2B9565}"/>
                </a:ext>
              </a:extLst>
            </p:cNvPr>
            <p:cNvSpPr txBox="1"/>
            <p:nvPr/>
          </p:nvSpPr>
          <p:spPr>
            <a:xfrm>
              <a:off x="0" y="-19050"/>
              <a:ext cx="1351154" cy="7504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90" name="TextBox 16">
            <a:extLst>
              <a:ext uri="{FF2B5EF4-FFF2-40B4-BE49-F238E27FC236}">
                <a16:creationId xmlns:a16="http://schemas.microsoft.com/office/drawing/2014/main" id="{284F98C9-8B4F-2EA2-2930-8599DC5CECD8}"/>
              </a:ext>
            </a:extLst>
          </p:cNvPr>
          <p:cNvSpPr txBox="1"/>
          <p:nvPr/>
        </p:nvSpPr>
        <p:spPr>
          <a:xfrm>
            <a:off x="742091" y="3920837"/>
            <a:ext cx="7154156" cy="5476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4479"/>
              </a:lnSpc>
            </a:pPr>
            <a:r>
              <a:rPr lang="en-US" sz="3199" spc="-86" dirty="0" err="1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Repositorio</a:t>
            </a:r>
            <a:r>
              <a:rPr lang="en-US" sz="3199" spc="-86" dirty="0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199" spc="-86" dirty="0" err="1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remoto</a:t>
            </a:r>
            <a:endParaRPr lang="en-US" sz="3199" spc="-86" dirty="0">
              <a:solidFill>
                <a:srgbClr val="FF31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91" name="Group 36">
            <a:extLst>
              <a:ext uri="{FF2B5EF4-FFF2-40B4-BE49-F238E27FC236}">
                <a16:creationId xmlns:a16="http://schemas.microsoft.com/office/drawing/2014/main" id="{67FB8E7A-FE5B-EDB7-685F-7B0855A1E7A4}"/>
              </a:ext>
            </a:extLst>
          </p:cNvPr>
          <p:cNvGrpSpPr/>
          <p:nvPr/>
        </p:nvGrpSpPr>
        <p:grpSpPr>
          <a:xfrm>
            <a:off x="9334599" y="3836833"/>
            <a:ext cx="8767116" cy="4776890"/>
            <a:chOff x="0" y="0"/>
            <a:chExt cx="1351154" cy="731404"/>
          </a:xfrm>
        </p:grpSpPr>
        <p:sp>
          <p:nvSpPr>
            <p:cNvPr id="92" name="Freeform 37">
              <a:extLst>
                <a:ext uri="{FF2B5EF4-FFF2-40B4-BE49-F238E27FC236}">
                  <a16:creationId xmlns:a16="http://schemas.microsoft.com/office/drawing/2014/main" id="{0E4113DB-B9D3-E4C5-4C2D-E2BBF5B881BA}"/>
                </a:ext>
              </a:extLst>
            </p:cNvPr>
            <p:cNvSpPr/>
            <p:nvPr/>
          </p:nvSpPr>
          <p:spPr>
            <a:xfrm>
              <a:off x="0" y="0"/>
              <a:ext cx="1351154" cy="731404"/>
            </a:xfrm>
            <a:custGeom>
              <a:avLst/>
              <a:gdLst/>
              <a:ahLst/>
              <a:cxnLst/>
              <a:rect l="l" t="t" r="r" b="b"/>
              <a:pathLst>
                <a:path w="1351154" h="731404">
                  <a:moveTo>
                    <a:pt x="23027" y="0"/>
                  </a:moveTo>
                  <a:lnTo>
                    <a:pt x="1328127" y="0"/>
                  </a:lnTo>
                  <a:cubicBezTo>
                    <a:pt x="1340845" y="0"/>
                    <a:pt x="1351154" y="10310"/>
                    <a:pt x="1351154" y="23027"/>
                  </a:cubicBezTo>
                  <a:lnTo>
                    <a:pt x="1351154" y="708377"/>
                  </a:lnTo>
                  <a:cubicBezTo>
                    <a:pt x="1351154" y="721094"/>
                    <a:pt x="1340845" y="731404"/>
                    <a:pt x="1328127" y="731404"/>
                  </a:cubicBezTo>
                  <a:lnTo>
                    <a:pt x="23027" y="731404"/>
                  </a:lnTo>
                  <a:cubicBezTo>
                    <a:pt x="10310" y="731404"/>
                    <a:pt x="0" y="721094"/>
                    <a:pt x="0" y="708377"/>
                  </a:cubicBezTo>
                  <a:lnTo>
                    <a:pt x="0" y="23027"/>
                  </a:lnTo>
                  <a:cubicBezTo>
                    <a:pt x="0" y="10310"/>
                    <a:pt x="10310" y="0"/>
                    <a:pt x="23027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B4B4B4"/>
              </a:solidFill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93" name="TextBox 38">
              <a:extLst>
                <a:ext uri="{FF2B5EF4-FFF2-40B4-BE49-F238E27FC236}">
                  <a16:creationId xmlns:a16="http://schemas.microsoft.com/office/drawing/2014/main" id="{FBFC581F-54C6-EF4B-7898-19F52D81D4DA}"/>
                </a:ext>
              </a:extLst>
            </p:cNvPr>
            <p:cNvSpPr txBox="1"/>
            <p:nvPr/>
          </p:nvSpPr>
          <p:spPr>
            <a:xfrm>
              <a:off x="0" y="-19050"/>
              <a:ext cx="1351154" cy="7504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94" name="TextBox 39">
            <a:extLst>
              <a:ext uri="{FF2B5EF4-FFF2-40B4-BE49-F238E27FC236}">
                <a16:creationId xmlns:a16="http://schemas.microsoft.com/office/drawing/2014/main" id="{D48B1C68-FF7D-A338-986A-0004C2D1239B}"/>
              </a:ext>
            </a:extLst>
          </p:cNvPr>
          <p:cNvSpPr txBox="1"/>
          <p:nvPr/>
        </p:nvSpPr>
        <p:spPr>
          <a:xfrm>
            <a:off x="9514797" y="3977686"/>
            <a:ext cx="7339749" cy="5476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4479"/>
              </a:lnSpc>
            </a:pPr>
            <a:r>
              <a:rPr lang="en-US" sz="3199" spc="-86" dirty="0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Mi </a:t>
            </a:r>
            <a:r>
              <a:rPr lang="en-US" sz="3199" spc="-86" dirty="0" err="1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máquina</a:t>
            </a:r>
            <a:r>
              <a:rPr lang="en-US" sz="3199" spc="-86" dirty="0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 local</a:t>
            </a:r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2F60CEF9-96B4-326C-6D81-E6626C61666E}"/>
              </a:ext>
            </a:extLst>
          </p:cNvPr>
          <p:cNvSpPr/>
          <p:nvPr/>
        </p:nvSpPr>
        <p:spPr>
          <a:xfrm>
            <a:off x="2355114" y="7538246"/>
            <a:ext cx="741226" cy="755406"/>
          </a:xfrm>
          <a:custGeom>
            <a:avLst/>
            <a:gdLst/>
            <a:ahLst/>
            <a:cxnLst/>
            <a:rect l="l" t="t" r="r" b="b"/>
            <a:pathLst>
              <a:path w="1155311" h="1155311">
                <a:moveTo>
                  <a:pt x="0" y="0"/>
                </a:moveTo>
                <a:lnTo>
                  <a:pt x="1155311" y="0"/>
                </a:lnTo>
                <a:lnTo>
                  <a:pt x="1155311" y="1155311"/>
                </a:lnTo>
                <a:lnTo>
                  <a:pt x="0" y="11553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96089EC6-2E1B-5216-3975-EAC1B964932D}"/>
              </a:ext>
            </a:extLst>
          </p:cNvPr>
          <p:cNvSpPr/>
          <p:nvPr/>
        </p:nvSpPr>
        <p:spPr>
          <a:xfrm>
            <a:off x="1656265" y="7974170"/>
            <a:ext cx="3727760" cy="0"/>
          </a:xfrm>
          <a:prstGeom prst="line">
            <a:avLst/>
          </a:prstGeom>
          <a:ln w="57150" cap="flat">
            <a:solidFill>
              <a:srgbClr val="F15226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19" name="Freeform 19">
            <a:extLst>
              <a:ext uri="{FF2B5EF4-FFF2-40B4-BE49-F238E27FC236}">
                <a16:creationId xmlns:a16="http://schemas.microsoft.com/office/drawing/2014/main" id="{FF1EF496-F49A-BF26-0F11-B73CAA29F0DE}"/>
              </a:ext>
            </a:extLst>
          </p:cNvPr>
          <p:cNvSpPr/>
          <p:nvPr/>
        </p:nvSpPr>
        <p:spPr>
          <a:xfrm>
            <a:off x="537211" y="7100741"/>
            <a:ext cx="1129912" cy="1225993"/>
          </a:xfrm>
          <a:custGeom>
            <a:avLst/>
            <a:gdLst/>
            <a:ahLst/>
            <a:cxnLst/>
            <a:rect l="l" t="t" r="r" b="b"/>
            <a:pathLst>
              <a:path w="2286436" h="2286436">
                <a:moveTo>
                  <a:pt x="0" y="0"/>
                </a:moveTo>
                <a:lnTo>
                  <a:pt x="2286436" y="0"/>
                </a:lnTo>
                <a:lnTo>
                  <a:pt x="2286436" y="2286436"/>
                </a:lnTo>
                <a:lnTo>
                  <a:pt x="0" y="22864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27" name="Freeform 27">
            <a:extLst>
              <a:ext uri="{FF2B5EF4-FFF2-40B4-BE49-F238E27FC236}">
                <a16:creationId xmlns:a16="http://schemas.microsoft.com/office/drawing/2014/main" id="{D17E8ECA-6E3B-ABDD-13FC-BA5B336BD142}"/>
              </a:ext>
            </a:extLst>
          </p:cNvPr>
          <p:cNvSpPr/>
          <p:nvPr/>
        </p:nvSpPr>
        <p:spPr>
          <a:xfrm>
            <a:off x="5839566" y="6364135"/>
            <a:ext cx="901338" cy="47207"/>
          </a:xfrm>
          <a:custGeom>
            <a:avLst/>
            <a:gdLst/>
            <a:ahLst/>
            <a:cxnLst/>
            <a:rect l="l" t="t" r="r" b="b"/>
            <a:pathLst>
              <a:path w="832264">
                <a:moveTo>
                  <a:pt x="832264" y="0"/>
                </a:moveTo>
                <a:lnTo>
                  <a:pt x="0" y="0"/>
                </a:lnTo>
              </a:path>
            </a:pathLst>
          </a:custGeom>
          <a:ln w="57150" cap="flat">
            <a:solidFill>
              <a:srgbClr val="7ED957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28" name="Freeform 28">
            <a:extLst>
              <a:ext uri="{FF2B5EF4-FFF2-40B4-BE49-F238E27FC236}">
                <a16:creationId xmlns:a16="http://schemas.microsoft.com/office/drawing/2014/main" id="{08B71D64-BBE9-396E-63FF-0CFEE2917092}"/>
              </a:ext>
            </a:extLst>
          </p:cNvPr>
          <p:cNvSpPr/>
          <p:nvPr/>
        </p:nvSpPr>
        <p:spPr>
          <a:xfrm>
            <a:off x="5415484" y="6600070"/>
            <a:ext cx="146476" cy="1022544"/>
          </a:xfrm>
          <a:custGeom>
            <a:avLst/>
            <a:gdLst/>
            <a:ahLst/>
            <a:cxnLst/>
            <a:rect l="l" t="t" r="r" b="b"/>
            <a:pathLst>
              <a:path w="1995163" h="1353803">
                <a:moveTo>
                  <a:pt x="0" y="1353803"/>
                </a:moveTo>
                <a:lnTo>
                  <a:pt x="0" y="881060"/>
                </a:lnTo>
                <a:cubicBezTo>
                  <a:pt x="0" y="820432"/>
                  <a:pt x="24084" y="762286"/>
                  <a:pt x="66955" y="719415"/>
                </a:cubicBezTo>
                <a:cubicBezTo>
                  <a:pt x="109826" y="676545"/>
                  <a:pt x="167971" y="652460"/>
                  <a:pt x="228600" y="652460"/>
                </a:cubicBezTo>
                <a:lnTo>
                  <a:pt x="1411680" y="652460"/>
                </a:lnTo>
                <a:cubicBezTo>
                  <a:pt x="1537932" y="652460"/>
                  <a:pt x="1640280" y="550112"/>
                  <a:pt x="1640280" y="423860"/>
                </a:cubicBezTo>
                <a:lnTo>
                  <a:pt x="1640280" y="177441"/>
                </a:lnTo>
                <a:cubicBezTo>
                  <a:pt x="1640280" y="130381"/>
                  <a:pt x="1658975" y="85248"/>
                  <a:pt x="1692251" y="51971"/>
                </a:cubicBezTo>
                <a:cubicBezTo>
                  <a:pt x="1725528" y="18694"/>
                  <a:pt x="1770661" y="0"/>
                  <a:pt x="1817722" y="0"/>
                </a:cubicBezTo>
                <a:lnTo>
                  <a:pt x="1995163" y="0"/>
                </a:lnTo>
              </a:path>
            </a:pathLst>
          </a:custGeom>
          <a:ln w="57150" cap="flat">
            <a:solidFill>
              <a:srgbClr val="7ED957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0F220DBA-7791-C2E9-9A5F-AD459580B85B}"/>
              </a:ext>
            </a:extLst>
          </p:cNvPr>
          <p:cNvSpPr txBox="1"/>
          <p:nvPr/>
        </p:nvSpPr>
        <p:spPr>
          <a:xfrm>
            <a:off x="5819288" y="7581371"/>
            <a:ext cx="2415608" cy="4755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master/main</a:t>
            </a:r>
          </a:p>
        </p:txBody>
      </p:sp>
      <p:sp>
        <p:nvSpPr>
          <p:cNvPr id="56" name="TextBox 35">
            <a:extLst>
              <a:ext uri="{FF2B5EF4-FFF2-40B4-BE49-F238E27FC236}">
                <a16:creationId xmlns:a16="http://schemas.microsoft.com/office/drawing/2014/main" id="{36B1220F-5470-FB49-B650-236B6DE8C69E}"/>
              </a:ext>
            </a:extLst>
          </p:cNvPr>
          <p:cNvSpPr txBox="1"/>
          <p:nvPr/>
        </p:nvSpPr>
        <p:spPr>
          <a:xfrm>
            <a:off x="7301248" y="6058774"/>
            <a:ext cx="2415608" cy="4755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develop</a:t>
            </a:r>
          </a:p>
        </p:txBody>
      </p:sp>
      <p:sp>
        <p:nvSpPr>
          <p:cNvPr id="22" name="Freeform 16">
            <a:extLst>
              <a:ext uri="{FF2B5EF4-FFF2-40B4-BE49-F238E27FC236}">
                <a16:creationId xmlns:a16="http://schemas.microsoft.com/office/drawing/2014/main" id="{C192E5CE-3371-B5D4-CB9B-C0E992C81FEF}"/>
              </a:ext>
            </a:extLst>
          </p:cNvPr>
          <p:cNvSpPr/>
          <p:nvPr/>
        </p:nvSpPr>
        <p:spPr>
          <a:xfrm>
            <a:off x="3682607" y="7538246"/>
            <a:ext cx="741226" cy="755406"/>
          </a:xfrm>
          <a:custGeom>
            <a:avLst/>
            <a:gdLst/>
            <a:ahLst/>
            <a:cxnLst/>
            <a:rect l="l" t="t" r="r" b="b"/>
            <a:pathLst>
              <a:path w="1155311" h="1155311">
                <a:moveTo>
                  <a:pt x="0" y="0"/>
                </a:moveTo>
                <a:lnTo>
                  <a:pt x="1155311" y="0"/>
                </a:lnTo>
                <a:lnTo>
                  <a:pt x="1155311" y="1155311"/>
                </a:lnTo>
                <a:lnTo>
                  <a:pt x="0" y="11553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24" name="Freeform 16">
            <a:extLst>
              <a:ext uri="{FF2B5EF4-FFF2-40B4-BE49-F238E27FC236}">
                <a16:creationId xmlns:a16="http://schemas.microsoft.com/office/drawing/2014/main" id="{C7C03ADA-6778-ADDA-EA60-AE8DCD9CC0CC}"/>
              </a:ext>
            </a:extLst>
          </p:cNvPr>
          <p:cNvSpPr/>
          <p:nvPr/>
        </p:nvSpPr>
        <p:spPr>
          <a:xfrm>
            <a:off x="4965640" y="7560894"/>
            <a:ext cx="741226" cy="755406"/>
          </a:xfrm>
          <a:custGeom>
            <a:avLst/>
            <a:gdLst/>
            <a:ahLst/>
            <a:cxnLst/>
            <a:rect l="l" t="t" r="r" b="b"/>
            <a:pathLst>
              <a:path w="1155311" h="1155311">
                <a:moveTo>
                  <a:pt x="0" y="0"/>
                </a:moveTo>
                <a:lnTo>
                  <a:pt x="1155311" y="0"/>
                </a:lnTo>
                <a:lnTo>
                  <a:pt x="1155311" y="1155311"/>
                </a:lnTo>
                <a:lnTo>
                  <a:pt x="0" y="11553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25" name="Freeform 25">
            <a:extLst>
              <a:ext uri="{FF2B5EF4-FFF2-40B4-BE49-F238E27FC236}">
                <a16:creationId xmlns:a16="http://schemas.microsoft.com/office/drawing/2014/main" id="{B6E9737B-4AD1-7586-0979-DF835C0466A9}"/>
              </a:ext>
            </a:extLst>
          </p:cNvPr>
          <p:cNvSpPr/>
          <p:nvPr/>
        </p:nvSpPr>
        <p:spPr>
          <a:xfrm>
            <a:off x="5200285" y="5996889"/>
            <a:ext cx="711834" cy="693540"/>
          </a:xfrm>
          <a:custGeom>
            <a:avLst/>
            <a:gdLst/>
            <a:ahLst/>
            <a:cxnLst/>
            <a:rect l="l" t="t" r="r" b="b"/>
            <a:pathLst>
              <a:path w="971079" h="971079">
                <a:moveTo>
                  <a:pt x="0" y="0"/>
                </a:moveTo>
                <a:lnTo>
                  <a:pt x="971079" y="0"/>
                </a:lnTo>
                <a:lnTo>
                  <a:pt x="971079" y="971079"/>
                </a:lnTo>
                <a:lnTo>
                  <a:pt x="0" y="9710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6" name="Freeform 25">
            <a:extLst>
              <a:ext uri="{FF2B5EF4-FFF2-40B4-BE49-F238E27FC236}">
                <a16:creationId xmlns:a16="http://schemas.microsoft.com/office/drawing/2014/main" id="{0B0EF834-4C57-7CD5-AC44-0211FD24594C}"/>
              </a:ext>
            </a:extLst>
          </p:cNvPr>
          <p:cNvSpPr/>
          <p:nvPr/>
        </p:nvSpPr>
        <p:spPr>
          <a:xfrm>
            <a:off x="6449816" y="5956047"/>
            <a:ext cx="711834" cy="693540"/>
          </a:xfrm>
          <a:custGeom>
            <a:avLst/>
            <a:gdLst/>
            <a:ahLst/>
            <a:cxnLst/>
            <a:rect l="l" t="t" r="r" b="b"/>
            <a:pathLst>
              <a:path w="971079" h="971079">
                <a:moveTo>
                  <a:pt x="0" y="0"/>
                </a:moveTo>
                <a:lnTo>
                  <a:pt x="971079" y="0"/>
                </a:lnTo>
                <a:lnTo>
                  <a:pt x="971079" y="971079"/>
                </a:lnTo>
                <a:lnTo>
                  <a:pt x="0" y="9710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63" name="TextBox 35">
            <a:extLst>
              <a:ext uri="{FF2B5EF4-FFF2-40B4-BE49-F238E27FC236}">
                <a16:creationId xmlns:a16="http://schemas.microsoft.com/office/drawing/2014/main" id="{75256F74-7B63-479B-EA66-CA6133903F35}"/>
              </a:ext>
            </a:extLst>
          </p:cNvPr>
          <p:cNvSpPr txBox="1"/>
          <p:nvPr/>
        </p:nvSpPr>
        <p:spPr>
          <a:xfrm>
            <a:off x="12226822" y="4646247"/>
            <a:ext cx="2773816" cy="4755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feat/mi-</a:t>
            </a:r>
            <a:r>
              <a:rPr lang="en-US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rama</a:t>
            </a:r>
            <a:endParaRPr lang="en-US" sz="2799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02" name="Grupo 101">
            <a:extLst>
              <a:ext uri="{FF2B5EF4-FFF2-40B4-BE49-F238E27FC236}">
                <a16:creationId xmlns:a16="http://schemas.microsoft.com/office/drawing/2014/main" id="{1B0241A7-EB73-3E16-2BFF-00E0EBA3C1E9}"/>
              </a:ext>
            </a:extLst>
          </p:cNvPr>
          <p:cNvGrpSpPr/>
          <p:nvPr/>
        </p:nvGrpSpPr>
        <p:grpSpPr>
          <a:xfrm>
            <a:off x="14794461" y="4628281"/>
            <a:ext cx="2094107" cy="1437109"/>
            <a:chOff x="14794461" y="4628281"/>
            <a:chExt cx="2094107" cy="143710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012C3617-79BB-375A-3E6B-68E4C283A674}"/>
                </a:ext>
              </a:extLst>
            </p:cNvPr>
            <p:cNvSpPr/>
            <p:nvPr/>
          </p:nvSpPr>
          <p:spPr>
            <a:xfrm>
              <a:off x="14794461" y="4709336"/>
              <a:ext cx="652215" cy="630586"/>
            </a:xfrm>
            <a:custGeom>
              <a:avLst/>
              <a:gdLst/>
              <a:ahLst/>
              <a:cxnLst/>
              <a:rect l="l" t="t" r="r" b="b"/>
              <a:pathLst>
                <a:path w="971079" h="971079">
                  <a:moveTo>
                    <a:pt x="0" y="0"/>
                  </a:moveTo>
                  <a:lnTo>
                    <a:pt x="971079" y="0"/>
                  </a:lnTo>
                  <a:lnTo>
                    <a:pt x="971079" y="971079"/>
                  </a:lnTo>
                  <a:lnTo>
                    <a:pt x="0" y="971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DF51C049-0A4E-9ED7-8AF7-32BB442188D5}"/>
                </a:ext>
              </a:extLst>
            </p:cNvPr>
            <p:cNvSpPr/>
            <p:nvPr/>
          </p:nvSpPr>
          <p:spPr>
            <a:xfrm>
              <a:off x="15112596" y="5089587"/>
              <a:ext cx="668160" cy="975803"/>
            </a:xfrm>
            <a:custGeom>
              <a:avLst/>
              <a:gdLst/>
              <a:ahLst/>
              <a:cxnLst/>
              <a:rect l="l" t="t" r="r" b="b"/>
              <a:pathLst>
                <a:path w="591125" h="1756857">
                  <a:moveTo>
                    <a:pt x="591125" y="1756856"/>
                  </a:moveTo>
                  <a:lnTo>
                    <a:pt x="591125" y="1107028"/>
                  </a:lnTo>
                  <a:cubicBezTo>
                    <a:pt x="591125" y="1046399"/>
                    <a:pt x="567041" y="988254"/>
                    <a:pt x="524170" y="945383"/>
                  </a:cubicBezTo>
                  <a:cubicBezTo>
                    <a:pt x="481300" y="902512"/>
                    <a:pt x="423154" y="878428"/>
                    <a:pt x="362525" y="878428"/>
                  </a:cubicBezTo>
                  <a:lnTo>
                    <a:pt x="228600" y="878428"/>
                  </a:lnTo>
                  <a:cubicBezTo>
                    <a:pt x="167971" y="878428"/>
                    <a:pt x="109826" y="854343"/>
                    <a:pt x="66956" y="811472"/>
                  </a:cubicBezTo>
                  <a:cubicBezTo>
                    <a:pt x="24085" y="768602"/>
                    <a:pt x="0" y="710457"/>
                    <a:pt x="0" y="649828"/>
                  </a:cubicBezTo>
                  <a:lnTo>
                    <a:pt x="0" y="0"/>
                  </a:lnTo>
                </a:path>
              </a:pathLst>
            </a:custGeom>
            <a:ln w="57150" cap="flat">
              <a:solidFill>
                <a:srgbClr val="8C52FF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61" name="Freeform 34">
              <a:extLst>
                <a:ext uri="{FF2B5EF4-FFF2-40B4-BE49-F238E27FC236}">
                  <a16:creationId xmlns:a16="http://schemas.microsoft.com/office/drawing/2014/main" id="{8F2A4D3D-854E-5438-D728-547EAA5551E6}"/>
                </a:ext>
              </a:extLst>
            </p:cNvPr>
            <p:cNvSpPr/>
            <p:nvPr/>
          </p:nvSpPr>
          <p:spPr>
            <a:xfrm flipV="1">
              <a:off x="15372117" y="4905442"/>
              <a:ext cx="1134091" cy="45719"/>
            </a:xfrm>
            <a:custGeom>
              <a:avLst/>
              <a:gdLst/>
              <a:ahLst/>
              <a:cxnLst/>
              <a:rect l="l" t="t" r="r" b="b"/>
              <a:pathLst>
                <a:path w="567046">
                  <a:moveTo>
                    <a:pt x="0" y="0"/>
                  </a:moveTo>
                  <a:lnTo>
                    <a:pt x="567046" y="0"/>
                  </a:lnTo>
                </a:path>
              </a:pathLst>
            </a:custGeom>
            <a:ln w="57150" cap="flat">
              <a:solidFill>
                <a:srgbClr val="8C52FF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62" name="Freeform 29">
              <a:extLst>
                <a:ext uri="{FF2B5EF4-FFF2-40B4-BE49-F238E27FC236}">
                  <a16:creationId xmlns:a16="http://schemas.microsoft.com/office/drawing/2014/main" id="{9E0153FB-575A-00F9-8A1C-51C51FEB7254}"/>
                </a:ext>
              </a:extLst>
            </p:cNvPr>
            <p:cNvSpPr/>
            <p:nvPr/>
          </p:nvSpPr>
          <p:spPr>
            <a:xfrm>
              <a:off x="16236353" y="4628281"/>
              <a:ext cx="652215" cy="630586"/>
            </a:xfrm>
            <a:custGeom>
              <a:avLst/>
              <a:gdLst/>
              <a:ahLst/>
              <a:cxnLst/>
              <a:rect l="l" t="t" r="r" b="b"/>
              <a:pathLst>
                <a:path w="971079" h="971079">
                  <a:moveTo>
                    <a:pt x="0" y="0"/>
                  </a:moveTo>
                  <a:lnTo>
                    <a:pt x="971079" y="0"/>
                  </a:lnTo>
                  <a:lnTo>
                    <a:pt x="971079" y="971079"/>
                  </a:lnTo>
                  <a:lnTo>
                    <a:pt x="0" y="971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96" name="Group 52">
            <a:extLst>
              <a:ext uri="{FF2B5EF4-FFF2-40B4-BE49-F238E27FC236}">
                <a16:creationId xmlns:a16="http://schemas.microsoft.com/office/drawing/2014/main" id="{FE40F7A1-9E75-EF6F-64B6-03D591AD1FAB}"/>
              </a:ext>
            </a:extLst>
          </p:cNvPr>
          <p:cNvGrpSpPr/>
          <p:nvPr/>
        </p:nvGrpSpPr>
        <p:grpSpPr>
          <a:xfrm>
            <a:off x="3142833" y="2406642"/>
            <a:ext cx="11863771" cy="960554"/>
            <a:chOff x="0" y="0"/>
            <a:chExt cx="2441105" cy="197645"/>
          </a:xfrm>
        </p:grpSpPr>
        <p:sp>
          <p:nvSpPr>
            <p:cNvPr id="99" name="Freeform 53">
              <a:extLst>
                <a:ext uri="{FF2B5EF4-FFF2-40B4-BE49-F238E27FC236}">
                  <a16:creationId xmlns:a16="http://schemas.microsoft.com/office/drawing/2014/main" id="{23C89DB4-DD78-C17D-5F8F-6BAC4E48606D}"/>
                </a:ext>
              </a:extLst>
            </p:cNvPr>
            <p:cNvSpPr/>
            <p:nvPr/>
          </p:nvSpPr>
          <p:spPr>
            <a:xfrm>
              <a:off x="0" y="0"/>
              <a:ext cx="2441105" cy="197645"/>
            </a:xfrm>
            <a:custGeom>
              <a:avLst/>
              <a:gdLst/>
              <a:ahLst/>
              <a:cxnLst/>
              <a:rect l="l" t="t" r="r" b="b"/>
              <a:pathLst>
                <a:path w="2441105" h="197645">
                  <a:moveTo>
                    <a:pt x="12745" y="0"/>
                  </a:moveTo>
                  <a:lnTo>
                    <a:pt x="2428360" y="0"/>
                  </a:lnTo>
                  <a:cubicBezTo>
                    <a:pt x="2431740" y="0"/>
                    <a:pt x="2434982" y="1343"/>
                    <a:pt x="2437372" y="3733"/>
                  </a:cubicBezTo>
                  <a:cubicBezTo>
                    <a:pt x="2439763" y="6123"/>
                    <a:pt x="2441105" y="9365"/>
                    <a:pt x="2441105" y="12745"/>
                  </a:cubicBezTo>
                  <a:lnTo>
                    <a:pt x="2441105" y="184899"/>
                  </a:lnTo>
                  <a:cubicBezTo>
                    <a:pt x="2441105" y="188280"/>
                    <a:pt x="2439763" y="191522"/>
                    <a:pt x="2437372" y="193912"/>
                  </a:cubicBezTo>
                  <a:cubicBezTo>
                    <a:pt x="2434982" y="196302"/>
                    <a:pt x="2431740" y="197645"/>
                    <a:pt x="2428360" y="197645"/>
                  </a:cubicBezTo>
                  <a:lnTo>
                    <a:pt x="12745" y="197645"/>
                  </a:lnTo>
                  <a:cubicBezTo>
                    <a:pt x="9365" y="197645"/>
                    <a:pt x="6123" y="196302"/>
                    <a:pt x="3733" y="193912"/>
                  </a:cubicBezTo>
                  <a:cubicBezTo>
                    <a:pt x="1343" y="191522"/>
                    <a:pt x="0" y="188280"/>
                    <a:pt x="0" y="184899"/>
                  </a:cubicBezTo>
                  <a:lnTo>
                    <a:pt x="0" y="12745"/>
                  </a:lnTo>
                  <a:cubicBezTo>
                    <a:pt x="0" y="9365"/>
                    <a:pt x="1343" y="6123"/>
                    <a:pt x="3733" y="3733"/>
                  </a:cubicBezTo>
                  <a:cubicBezTo>
                    <a:pt x="6123" y="1343"/>
                    <a:pt x="9365" y="0"/>
                    <a:pt x="12745" y="0"/>
                  </a:cubicBezTo>
                  <a:close/>
                </a:path>
              </a:pathLst>
            </a:custGeom>
            <a:solidFill>
              <a:srgbClr val="0F0E0E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00" name="TextBox 54">
              <a:extLst>
                <a:ext uri="{FF2B5EF4-FFF2-40B4-BE49-F238E27FC236}">
                  <a16:creationId xmlns:a16="http://schemas.microsoft.com/office/drawing/2014/main" id="{86ADFFE1-8A37-83B2-9041-2855EE16EDA6}"/>
                </a:ext>
              </a:extLst>
            </p:cNvPr>
            <p:cNvSpPr txBox="1"/>
            <p:nvPr/>
          </p:nvSpPr>
          <p:spPr>
            <a:xfrm>
              <a:off x="0" y="-19050"/>
              <a:ext cx="2441105" cy="2166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97" name="TextBox 55">
            <a:extLst>
              <a:ext uri="{FF2B5EF4-FFF2-40B4-BE49-F238E27FC236}">
                <a16:creationId xmlns:a16="http://schemas.microsoft.com/office/drawing/2014/main" id="{4985FC88-FD57-4EEC-5AA0-0B3218D9D14C}"/>
              </a:ext>
            </a:extLst>
          </p:cNvPr>
          <p:cNvSpPr txBox="1"/>
          <p:nvPr/>
        </p:nvSpPr>
        <p:spPr>
          <a:xfrm>
            <a:off x="4371640" y="2551765"/>
            <a:ext cx="8222961" cy="504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4199"/>
              </a:lnSpc>
            </a:pPr>
            <a:endParaRPr/>
          </a:p>
        </p:txBody>
      </p:sp>
      <p:sp>
        <p:nvSpPr>
          <p:cNvPr id="98" name="TextBox 56">
            <a:extLst>
              <a:ext uri="{FF2B5EF4-FFF2-40B4-BE49-F238E27FC236}">
                <a16:creationId xmlns:a16="http://schemas.microsoft.com/office/drawing/2014/main" id="{3C3A28EE-E470-3E87-CE3B-E0BE74D60721}"/>
              </a:ext>
            </a:extLst>
          </p:cNvPr>
          <p:cNvSpPr txBox="1"/>
          <p:nvPr/>
        </p:nvSpPr>
        <p:spPr>
          <a:xfrm>
            <a:off x="3441026" y="2657819"/>
            <a:ext cx="11267384" cy="413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359"/>
              </a:lnSpc>
            </a:pPr>
            <a:r>
              <a:rPr lang="en-US" sz="2400" spc="-6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&gt; git switch –c mi-</a:t>
            </a:r>
            <a:r>
              <a:rPr lang="en-US" sz="2400" spc="-64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rama</a:t>
            </a:r>
            <a:endParaRPr lang="en-US" sz="2400" spc="-64" dirty="0">
              <a:solidFill>
                <a:srgbClr val="D9D9D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DB44679A-D6F3-9C98-1998-3337910FC7D6}"/>
              </a:ext>
            </a:extLst>
          </p:cNvPr>
          <p:cNvGrpSpPr/>
          <p:nvPr/>
        </p:nvGrpSpPr>
        <p:grpSpPr>
          <a:xfrm>
            <a:off x="9507209" y="5911124"/>
            <a:ext cx="9179645" cy="2370687"/>
            <a:chOff x="535332" y="5924808"/>
            <a:chExt cx="9179645" cy="2370687"/>
          </a:xfrm>
        </p:grpSpPr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068C5AF5-611A-42F9-856D-AA6F51FCEF43}"/>
                </a:ext>
              </a:extLst>
            </p:cNvPr>
            <p:cNvSpPr/>
            <p:nvPr/>
          </p:nvSpPr>
          <p:spPr>
            <a:xfrm>
              <a:off x="2353235" y="7507007"/>
              <a:ext cx="741226" cy="755406"/>
            </a:xfrm>
            <a:custGeom>
              <a:avLst/>
              <a:gdLst/>
              <a:ahLst/>
              <a:cxnLst/>
              <a:rect l="l" t="t" r="r" b="b"/>
              <a:pathLst>
                <a:path w="1155311" h="1155311">
                  <a:moveTo>
                    <a:pt x="0" y="0"/>
                  </a:moveTo>
                  <a:lnTo>
                    <a:pt x="1155311" y="0"/>
                  </a:lnTo>
                  <a:lnTo>
                    <a:pt x="1155311" y="1155311"/>
                  </a:lnTo>
                  <a:lnTo>
                    <a:pt x="0" y="11553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AutoShape 18">
              <a:extLst>
                <a:ext uri="{FF2B5EF4-FFF2-40B4-BE49-F238E27FC236}">
                  <a16:creationId xmlns:a16="http://schemas.microsoft.com/office/drawing/2014/main" id="{B1088060-9449-C4F0-DB77-FEC3F6335CD2}"/>
                </a:ext>
              </a:extLst>
            </p:cNvPr>
            <p:cNvSpPr/>
            <p:nvPr/>
          </p:nvSpPr>
          <p:spPr>
            <a:xfrm>
              <a:off x="1654386" y="7942931"/>
              <a:ext cx="3727760" cy="0"/>
            </a:xfrm>
            <a:prstGeom prst="line">
              <a:avLst/>
            </a:prstGeom>
            <a:ln w="57150" cap="flat">
              <a:solidFill>
                <a:srgbClr val="F15226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Freeform 19">
              <a:extLst>
                <a:ext uri="{FF2B5EF4-FFF2-40B4-BE49-F238E27FC236}">
                  <a16:creationId xmlns:a16="http://schemas.microsoft.com/office/drawing/2014/main" id="{B1E1AF1D-C86F-D1B6-C150-57D7B97F135F}"/>
                </a:ext>
              </a:extLst>
            </p:cNvPr>
            <p:cNvSpPr/>
            <p:nvPr/>
          </p:nvSpPr>
          <p:spPr>
            <a:xfrm>
              <a:off x="535332" y="7069502"/>
              <a:ext cx="1129912" cy="1225993"/>
            </a:xfrm>
            <a:custGeom>
              <a:avLst/>
              <a:gdLst/>
              <a:ahLst/>
              <a:cxnLst/>
              <a:rect l="l" t="t" r="r" b="b"/>
              <a:pathLst>
                <a:path w="2286436" h="2286436">
                  <a:moveTo>
                    <a:pt x="0" y="0"/>
                  </a:moveTo>
                  <a:lnTo>
                    <a:pt x="2286436" y="0"/>
                  </a:lnTo>
                  <a:lnTo>
                    <a:pt x="2286436" y="2286436"/>
                  </a:lnTo>
                  <a:lnTo>
                    <a:pt x="0" y="22864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26" name="Freeform 27">
              <a:extLst>
                <a:ext uri="{FF2B5EF4-FFF2-40B4-BE49-F238E27FC236}">
                  <a16:creationId xmlns:a16="http://schemas.microsoft.com/office/drawing/2014/main" id="{B35F3233-5C0F-C44E-6D01-4244BA94DE8F}"/>
                </a:ext>
              </a:extLst>
            </p:cNvPr>
            <p:cNvSpPr/>
            <p:nvPr/>
          </p:nvSpPr>
          <p:spPr>
            <a:xfrm>
              <a:off x="5837687" y="6332896"/>
              <a:ext cx="901338" cy="47207"/>
            </a:xfrm>
            <a:custGeom>
              <a:avLst/>
              <a:gdLst/>
              <a:ahLst/>
              <a:cxnLst/>
              <a:rect l="l" t="t" r="r" b="b"/>
              <a:pathLst>
                <a:path w="832264">
                  <a:moveTo>
                    <a:pt x="832264" y="0"/>
                  </a:moveTo>
                  <a:lnTo>
                    <a:pt x="0" y="0"/>
                  </a:lnTo>
                </a:path>
              </a:pathLst>
            </a:custGeom>
            <a:ln w="57150" cap="flat">
              <a:solidFill>
                <a:srgbClr val="7ED957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31" name="Freeform 28">
              <a:extLst>
                <a:ext uri="{FF2B5EF4-FFF2-40B4-BE49-F238E27FC236}">
                  <a16:creationId xmlns:a16="http://schemas.microsoft.com/office/drawing/2014/main" id="{14DD42D6-37A4-4D91-344C-051BCC97418E}"/>
                </a:ext>
              </a:extLst>
            </p:cNvPr>
            <p:cNvSpPr/>
            <p:nvPr/>
          </p:nvSpPr>
          <p:spPr>
            <a:xfrm>
              <a:off x="5413605" y="6568831"/>
              <a:ext cx="146476" cy="1022544"/>
            </a:xfrm>
            <a:custGeom>
              <a:avLst/>
              <a:gdLst/>
              <a:ahLst/>
              <a:cxnLst/>
              <a:rect l="l" t="t" r="r" b="b"/>
              <a:pathLst>
                <a:path w="1995163" h="1353803">
                  <a:moveTo>
                    <a:pt x="0" y="1353803"/>
                  </a:moveTo>
                  <a:lnTo>
                    <a:pt x="0" y="881060"/>
                  </a:lnTo>
                  <a:cubicBezTo>
                    <a:pt x="0" y="820432"/>
                    <a:pt x="24084" y="762286"/>
                    <a:pt x="66955" y="719415"/>
                  </a:cubicBezTo>
                  <a:cubicBezTo>
                    <a:pt x="109826" y="676545"/>
                    <a:pt x="167971" y="652460"/>
                    <a:pt x="228600" y="652460"/>
                  </a:cubicBezTo>
                  <a:lnTo>
                    <a:pt x="1411680" y="652460"/>
                  </a:lnTo>
                  <a:cubicBezTo>
                    <a:pt x="1537932" y="652460"/>
                    <a:pt x="1640280" y="550112"/>
                    <a:pt x="1640280" y="423860"/>
                  </a:cubicBezTo>
                  <a:lnTo>
                    <a:pt x="1640280" y="177441"/>
                  </a:lnTo>
                  <a:cubicBezTo>
                    <a:pt x="1640280" y="130381"/>
                    <a:pt x="1658975" y="85248"/>
                    <a:pt x="1692251" y="51971"/>
                  </a:cubicBezTo>
                  <a:cubicBezTo>
                    <a:pt x="1725528" y="18694"/>
                    <a:pt x="1770661" y="0"/>
                    <a:pt x="1817722" y="0"/>
                  </a:cubicBezTo>
                  <a:lnTo>
                    <a:pt x="1995163" y="0"/>
                  </a:lnTo>
                </a:path>
              </a:pathLst>
            </a:custGeom>
            <a:ln w="57150" cap="flat">
              <a:solidFill>
                <a:srgbClr val="7ED957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32" name="TextBox 35">
              <a:extLst>
                <a:ext uri="{FF2B5EF4-FFF2-40B4-BE49-F238E27FC236}">
                  <a16:creationId xmlns:a16="http://schemas.microsoft.com/office/drawing/2014/main" id="{082DF102-FEFA-64D5-3F90-059FE5F8D4EE}"/>
                </a:ext>
              </a:extLst>
            </p:cNvPr>
            <p:cNvSpPr txBox="1"/>
            <p:nvPr/>
          </p:nvSpPr>
          <p:spPr>
            <a:xfrm>
              <a:off x="5817409" y="7550132"/>
              <a:ext cx="2415608" cy="47557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1" indent="0" algn="l">
                <a:lnSpc>
                  <a:spcPts val="3919"/>
                </a:lnSpc>
              </a:pPr>
              <a:r>
                <a:rPr lang="en-US" sz="2799" spc="-75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master/main</a:t>
              </a:r>
            </a:p>
          </p:txBody>
        </p:sp>
        <p:sp>
          <p:nvSpPr>
            <p:cNvPr id="33" name="TextBox 35">
              <a:extLst>
                <a:ext uri="{FF2B5EF4-FFF2-40B4-BE49-F238E27FC236}">
                  <a16:creationId xmlns:a16="http://schemas.microsoft.com/office/drawing/2014/main" id="{1CB857CC-EDC4-430B-C126-1EDA6A9AF6A9}"/>
                </a:ext>
              </a:extLst>
            </p:cNvPr>
            <p:cNvSpPr txBox="1"/>
            <p:nvPr/>
          </p:nvSpPr>
          <p:spPr>
            <a:xfrm>
              <a:off x="7299369" y="6027535"/>
              <a:ext cx="2415608" cy="47557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1" indent="0" algn="l">
                <a:lnSpc>
                  <a:spcPts val="3919"/>
                </a:lnSpc>
              </a:pPr>
              <a:r>
                <a:rPr lang="en-US" sz="2799" spc="-75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develop</a:t>
              </a:r>
            </a:p>
          </p:txBody>
        </p:sp>
        <p:sp>
          <p:nvSpPr>
            <p:cNvPr id="34" name="Freeform 16">
              <a:extLst>
                <a:ext uri="{FF2B5EF4-FFF2-40B4-BE49-F238E27FC236}">
                  <a16:creationId xmlns:a16="http://schemas.microsoft.com/office/drawing/2014/main" id="{9ADF7DFE-E770-0079-3727-D0F267DBB740}"/>
                </a:ext>
              </a:extLst>
            </p:cNvPr>
            <p:cNvSpPr/>
            <p:nvPr/>
          </p:nvSpPr>
          <p:spPr>
            <a:xfrm>
              <a:off x="3680728" y="7507007"/>
              <a:ext cx="741226" cy="755406"/>
            </a:xfrm>
            <a:custGeom>
              <a:avLst/>
              <a:gdLst/>
              <a:ahLst/>
              <a:cxnLst/>
              <a:rect l="l" t="t" r="r" b="b"/>
              <a:pathLst>
                <a:path w="1155311" h="1155311">
                  <a:moveTo>
                    <a:pt x="0" y="0"/>
                  </a:moveTo>
                  <a:lnTo>
                    <a:pt x="1155311" y="0"/>
                  </a:lnTo>
                  <a:lnTo>
                    <a:pt x="1155311" y="1155311"/>
                  </a:lnTo>
                  <a:lnTo>
                    <a:pt x="0" y="11553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37" name="Freeform 16">
              <a:extLst>
                <a:ext uri="{FF2B5EF4-FFF2-40B4-BE49-F238E27FC236}">
                  <a16:creationId xmlns:a16="http://schemas.microsoft.com/office/drawing/2014/main" id="{43156A94-7E33-0597-57FE-5DD8D23DA6FE}"/>
                </a:ext>
              </a:extLst>
            </p:cNvPr>
            <p:cNvSpPr/>
            <p:nvPr/>
          </p:nvSpPr>
          <p:spPr>
            <a:xfrm>
              <a:off x="4963761" y="7529655"/>
              <a:ext cx="741226" cy="755406"/>
            </a:xfrm>
            <a:custGeom>
              <a:avLst/>
              <a:gdLst/>
              <a:ahLst/>
              <a:cxnLst/>
              <a:rect l="l" t="t" r="r" b="b"/>
              <a:pathLst>
                <a:path w="1155311" h="1155311">
                  <a:moveTo>
                    <a:pt x="0" y="0"/>
                  </a:moveTo>
                  <a:lnTo>
                    <a:pt x="1155311" y="0"/>
                  </a:lnTo>
                  <a:lnTo>
                    <a:pt x="1155311" y="1155311"/>
                  </a:lnTo>
                  <a:lnTo>
                    <a:pt x="0" y="11553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39" name="Freeform 25">
              <a:extLst>
                <a:ext uri="{FF2B5EF4-FFF2-40B4-BE49-F238E27FC236}">
                  <a16:creationId xmlns:a16="http://schemas.microsoft.com/office/drawing/2014/main" id="{4B508360-1B0C-5D88-1010-30EBBA491FBE}"/>
                </a:ext>
              </a:extLst>
            </p:cNvPr>
            <p:cNvSpPr/>
            <p:nvPr/>
          </p:nvSpPr>
          <p:spPr>
            <a:xfrm>
              <a:off x="5198406" y="5965650"/>
              <a:ext cx="711834" cy="693540"/>
            </a:xfrm>
            <a:custGeom>
              <a:avLst/>
              <a:gdLst/>
              <a:ahLst/>
              <a:cxnLst/>
              <a:rect l="l" t="t" r="r" b="b"/>
              <a:pathLst>
                <a:path w="971079" h="971079">
                  <a:moveTo>
                    <a:pt x="0" y="0"/>
                  </a:moveTo>
                  <a:lnTo>
                    <a:pt x="971079" y="0"/>
                  </a:lnTo>
                  <a:lnTo>
                    <a:pt x="971079" y="971079"/>
                  </a:lnTo>
                  <a:lnTo>
                    <a:pt x="0" y="971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41" name="Freeform 25">
              <a:extLst>
                <a:ext uri="{FF2B5EF4-FFF2-40B4-BE49-F238E27FC236}">
                  <a16:creationId xmlns:a16="http://schemas.microsoft.com/office/drawing/2014/main" id="{C29750C0-2BBF-0607-F7DC-ACC26E9295FE}"/>
                </a:ext>
              </a:extLst>
            </p:cNvPr>
            <p:cNvSpPr/>
            <p:nvPr/>
          </p:nvSpPr>
          <p:spPr>
            <a:xfrm>
              <a:off x="6447937" y="5924808"/>
              <a:ext cx="711834" cy="693540"/>
            </a:xfrm>
            <a:custGeom>
              <a:avLst/>
              <a:gdLst/>
              <a:ahLst/>
              <a:cxnLst/>
              <a:rect l="l" t="t" r="r" b="b"/>
              <a:pathLst>
                <a:path w="971079" h="971079">
                  <a:moveTo>
                    <a:pt x="0" y="0"/>
                  </a:moveTo>
                  <a:lnTo>
                    <a:pt x="971079" y="0"/>
                  </a:lnTo>
                  <a:lnTo>
                    <a:pt x="971079" y="971079"/>
                  </a:lnTo>
                  <a:lnTo>
                    <a:pt x="0" y="971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</p:spTree>
    <p:extLst>
      <p:ext uri="{BB962C8B-B14F-4D97-AF65-F5344CB8AC3E}">
        <p14:creationId xmlns:p14="http://schemas.microsoft.com/office/powerpoint/2010/main" val="188693248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/>
      <p:bldP spid="98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8F6E07-B4CF-88C8-FEF9-33AE3A2F0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A3845A4-3847-5013-F02A-127016BF93B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 dirty="0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17A4D6C5-B613-A9AB-5E58-189A7949729A}"/>
              </a:ext>
            </a:extLst>
          </p:cNvPr>
          <p:cNvGrpSpPr/>
          <p:nvPr/>
        </p:nvGrpSpPr>
        <p:grpSpPr>
          <a:xfrm>
            <a:off x="-698849" y="9575651"/>
            <a:ext cx="19685699" cy="2666805"/>
            <a:chOff x="0" y="0"/>
            <a:chExt cx="5184711" cy="702368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6BCDE36E-D3ED-D40B-5C0C-DEB2E4433594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 dirty="0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B62D30FE-C1E1-4709-12CF-0F40D9AC838F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C6985F59-4B6D-9C97-A6C6-FBCBEC524574}"/>
              </a:ext>
            </a:extLst>
          </p:cNvPr>
          <p:cNvGrpSpPr/>
          <p:nvPr/>
        </p:nvGrpSpPr>
        <p:grpSpPr>
          <a:xfrm>
            <a:off x="-698849" y="-1923855"/>
            <a:ext cx="19685699" cy="2666805"/>
            <a:chOff x="0" y="0"/>
            <a:chExt cx="5184711" cy="70236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C3372B08-BBF6-1251-3122-958E523A4DC4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8CC52843-A93F-FF1C-79DE-07EEF54D0096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3FA0B5A7-212C-5CEB-347F-E82CF07C1DFD}"/>
              </a:ext>
            </a:extLst>
          </p:cNvPr>
          <p:cNvSpPr/>
          <p:nvPr/>
        </p:nvSpPr>
        <p:spPr>
          <a:xfrm>
            <a:off x="15872392" y="2091327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A4EFEABB-6E58-A4D7-C8DC-FDDC540B94F3}"/>
              </a:ext>
            </a:extLst>
          </p:cNvPr>
          <p:cNvSpPr/>
          <p:nvPr/>
        </p:nvSpPr>
        <p:spPr>
          <a:xfrm>
            <a:off x="16901092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6547BA75-F9E8-29B3-2196-2E371ADBF5BE}"/>
              </a:ext>
            </a:extLst>
          </p:cNvPr>
          <p:cNvSpPr/>
          <p:nvPr/>
        </p:nvSpPr>
        <p:spPr>
          <a:xfrm flipH="1">
            <a:off x="-1389129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F24F9631-0EA4-C7E0-025B-A32625EF6567}"/>
              </a:ext>
            </a:extLst>
          </p:cNvPr>
          <p:cNvSpPr/>
          <p:nvPr/>
        </p:nvSpPr>
        <p:spPr>
          <a:xfrm flipH="1">
            <a:off x="-360429" y="2459791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F9525912-E700-8279-5CFC-C4EDF7CA7538}"/>
              </a:ext>
            </a:extLst>
          </p:cNvPr>
          <p:cNvSpPr txBox="1"/>
          <p:nvPr/>
        </p:nvSpPr>
        <p:spPr>
          <a:xfrm>
            <a:off x="783615" y="758816"/>
            <a:ext cx="17197243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s-MX" sz="7500" b="1" dirty="0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UN REPASO</a:t>
            </a:r>
            <a:endParaRPr lang="en-US" sz="7500" b="1" dirty="0">
              <a:solidFill>
                <a:srgbClr val="FFFFFF"/>
              </a:solidFill>
              <a:latin typeface="Lato Bold"/>
              <a:ea typeface="Lato Bold"/>
              <a:cs typeface="Lato Bold"/>
              <a:sym typeface="Lato Bold"/>
            </a:endParaRPr>
          </a:p>
        </p:txBody>
      </p:sp>
      <p:grpSp>
        <p:nvGrpSpPr>
          <p:cNvPr id="82" name="Grupo 81">
            <a:extLst>
              <a:ext uri="{FF2B5EF4-FFF2-40B4-BE49-F238E27FC236}">
                <a16:creationId xmlns:a16="http://schemas.microsoft.com/office/drawing/2014/main" id="{5F4A8C42-6319-11EB-27FD-867853770D45}"/>
              </a:ext>
            </a:extLst>
          </p:cNvPr>
          <p:cNvGrpSpPr/>
          <p:nvPr/>
        </p:nvGrpSpPr>
        <p:grpSpPr>
          <a:xfrm>
            <a:off x="-228601" y="-478361"/>
            <a:ext cx="2905050" cy="1476032"/>
            <a:chOff x="-228601" y="-478361"/>
            <a:chExt cx="2905050" cy="1476032"/>
          </a:xfrm>
        </p:grpSpPr>
        <p:grpSp>
          <p:nvGrpSpPr>
            <p:cNvPr id="83" name="Group 10">
              <a:extLst>
                <a:ext uri="{FF2B5EF4-FFF2-40B4-BE49-F238E27FC236}">
                  <a16:creationId xmlns:a16="http://schemas.microsoft.com/office/drawing/2014/main" id="{FD88DAB2-8386-57C9-BE0C-4D8926900028}"/>
                </a:ext>
              </a:extLst>
            </p:cNvPr>
            <p:cNvGrpSpPr/>
            <p:nvPr/>
          </p:nvGrpSpPr>
          <p:grpSpPr>
            <a:xfrm>
              <a:off x="-228601" y="-478361"/>
              <a:ext cx="2905050" cy="1221311"/>
              <a:chOff x="0" y="0"/>
              <a:chExt cx="1355852" cy="720510"/>
            </a:xfrm>
          </p:grpSpPr>
          <p:sp>
            <p:nvSpPr>
              <p:cNvPr id="85" name="Freeform 11">
                <a:extLst>
                  <a:ext uri="{FF2B5EF4-FFF2-40B4-BE49-F238E27FC236}">
                    <a16:creationId xmlns:a16="http://schemas.microsoft.com/office/drawing/2014/main" id="{F4102713-4D8A-89FF-79FE-CD106199A9E8}"/>
                  </a:ext>
                </a:extLst>
              </p:cNvPr>
              <p:cNvSpPr/>
              <p:nvPr/>
            </p:nvSpPr>
            <p:spPr>
              <a:xfrm>
                <a:off x="0" y="0"/>
                <a:ext cx="1355852" cy="720510"/>
              </a:xfrm>
              <a:custGeom>
                <a:avLst/>
                <a:gdLst/>
                <a:ahLst/>
                <a:cxnLst/>
                <a:rect l="l" t="t" r="r" b="b"/>
                <a:pathLst>
                  <a:path w="1355852" h="720510">
                    <a:moveTo>
                      <a:pt x="150387" y="0"/>
                    </a:moveTo>
                    <a:lnTo>
                      <a:pt x="1205465" y="0"/>
                    </a:lnTo>
                    <a:cubicBezTo>
                      <a:pt x="1245350" y="0"/>
                      <a:pt x="1283602" y="15844"/>
                      <a:pt x="1311805" y="44047"/>
                    </a:cubicBezTo>
                    <a:cubicBezTo>
                      <a:pt x="1340008" y="72250"/>
                      <a:pt x="1355852" y="110502"/>
                      <a:pt x="1355852" y="150387"/>
                    </a:cubicBezTo>
                    <a:lnTo>
                      <a:pt x="1355852" y="570123"/>
                    </a:lnTo>
                    <a:cubicBezTo>
                      <a:pt x="1355852" y="653179"/>
                      <a:pt x="1288522" y="720510"/>
                      <a:pt x="1205465" y="720510"/>
                    </a:cubicBezTo>
                    <a:lnTo>
                      <a:pt x="150387" y="720510"/>
                    </a:lnTo>
                    <a:cubicBezTo>
                      <a:pt x="67331" y="720510"/>
                      <a:pt x="0" y="653179"/>
                      <a:pt x="0" y="570123"/>
                    </a:cubicBezTo>
                    <a:lnTo>
                      <a:pt x="0" y="150387"/>
                    </a:lnTo>
                    <a:cubicBezTo>
                      <a:pt x="0" y="67331"/>
                      <a:pt x="67331" y="0"/>
                      <a:pt x="150387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86" name="TextBox 12">
                <a:extLst>
                  <a:ext uri="{FF2B5EF4-FFF2-40B4-BE49-F238E27FC236}">
                    <a16:creationId xmlns:a16="http://schemas.microsoft.com/office/drawing/2014/main" id="{93389A17-7514-D5C8-DEBD-77530DDCA71C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5852" cy="739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pic>
          <p:nvPicPr>
            <p:cNvPr id="84" name="Imagen 83">
              <a:extLst>
                <a:ext uri="{FF2B5EF4-FFF2-40B4-BE49-F238E27FC236}">
                  <a16:creationId xmlns:a16="http://schemas.microsoft.com/office/drawing/2014/main" id="{0718780F-F9A7-3BAE-1F5A-727FAAB82CC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1" y="-375754"/>
              <a:ext cx="1373425" cy="1373425"/>
            </a:xfrm>
            <a:prstGeom prst="rect">
              <a:avLst/>
            </a:prstGeom>
          </p:spPr>
        </p:pic>
      </p:grpSp>
      <p:grpSp>
        <p:nvGrpSpPr>
          <p:cNvPr id="87" name="Group 13">
            <a:extLst>
              <a:ext uri="{FF2B5EF4-FFF2-40B4-BE49-F238E27FC236}">
                <a16:creationId xmlns:a16="http://schemas.microsoft.com/office/drawing/2014/main" id="{06147466-C632-A329-0D72-5ADB86B0CC30}"/>
              </a:ext>
            </a:extLst>
          </p:cNvPr>
          <p:cNvGrpSpPr/>
          <p:nvPr/>
        </p:nvGrpSpPr>
        <p:grpSpPr>
          <a:xfrm>
            <a:off x="453113" y="3841080"/>
            <a:ext cx="8545430" cy="4772643"/>
            <a:chOff x="0" y="0"/>
            <a:chExt cx="1351154" cy="731404"/>
          </a:xfrm>
        </p:grpSpPr>
        <p:sp>
          <p:nvSpPr>
            <p:cNvPr id="88" name="Freeform 14">
              <a:extLst>
                <a:ext uri="{FF2B5EF4-FFF2-40B4-BE49-F238E27FC236}">
                  <a16:creationId xmlns:a16="http://schemas.microsoft.com/office/drawing/2014/main" id="{CB2AFC4B-6BFB-DC2D-234C-D972622C7DF5}"/>
                </a:ext>
              </a:extLst>
            </p:cNvPr>
            <p:cNvSpPr/>
            <p:nvPr/>
          </p:nvSpPr>
          <p:spPr>
            <a:xfrm>
              <a:off x="0" y="0"/>
              <a:ext cx="1351154" cy="731404"/>
            </a:xfrm>
            <a:custGeom>
              <a:avLst/>
              <a:gdLst/>
              <a:ahLst/>
              <a:cxnLst/>
              <a:rect l="l" t="t" r="r" b="b"/>
              <a:pathLst>
                <a:path w="1351154" h="731404">
                  <a:moveTo>
                    <a:pt x="23027" y="0"/>
                  </a:moveTo>
                  <a:lnTo>
                    <a:pt x="1328127" y="0"/>
                  </a:lnTo>
                  <a:cubicBezTo>
                    <a:pt x="1340845" y="0"/>
                    <a:pt x="1351154" y="10310"/>
                    <a:pt x="1351154" y="23027"/>
                  </a:cubicBezTo>
                  <a:lnTo>
                    <a:pt x="1351154" y="708377"/>
                  </a:lnTo>
                  <a:cubicBezTo>
                    <a:pt x="1351154" y="721094"/>
                    <a:pt x="1340845" y="731404"/>
                    <a:pt x="1328127" y="731404"/>
                  </a:cubicBezTo>
                  <a:lnTo>
                    <a:pt x="23027" y="731404"/>
                  </a:lnTo>
                  <a:cubicBezTo>
                    <a:pt x="10310" y="731404"/>
                    <a:pt x="0" y="721094"/>
                    <a:pt x="0" y="708377"/>
                  </a:cubicBezTo>
                  <a:lnTo>
                    <a:pt x="0" y="23027"/>
                  </a:lnTo>
                  <a:cubicBezTo>
                    <a:pt x="0" y="10310"/>
                    <a:pt x="10310" y="0"/>
                    <a:pt x="23027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B4B4B4"/>
              </a:solidFill>
              <a:prstDash val="solid"/>
              <a:round/>
            </a:ln>
          </p:spPr>
          <p:txBody>
            <a:bodyPr/>
            <a:lstStyle/>
            <a:p>
              <a:endParaRPr lang="es-MX" dirty="0"/>
            </a:p>
          </p:txBody>
        </p:sp>
        <p:sp>
          <p:nvSpPr>
            <p:cNvPr id="89" name="TextBox 15">
              <a:extLst>
                <a:ext uri="{FF2B5EF4-FFF2-40B4-BE49-F238E27FC236}">
                  <a16:creationId xmlns:a16="http://schemas.microsoft.com/office/drawing/2014/main" id="{F402E2F4-6C98-E643-496D-C76376D43A31}"/>
                </a:ext>
              </a:extLst>
            </p:cNvPr>
            <p:cNvSpPr txBox="1"/>
            <p:nvPr/>
          </p:nvSpPr>
          <p:spPr>
            <a:xfrm>
              <a:off x="0" y="-19050"/>
              <a:ext cx="1351154" cy="7504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90" name="TextBox 16">
            <a:extLst>
              <a:ext uri="{FF2B5EF4-FFF2-40B4-BE49-F238E27FC236}">
                <a16:creationId xmlns:a16="http://schemas.microsoft.com/office/drawing/2014/main" id="{09FEB82E-78CD-3FBF-5DB1-886ADB6A1715}"/>
              </a:ext>
            </a:extLst>
          </p:cNvPr>
          <p:cNvSpPr txBox="1"/>
          <p:nvPr/>
        </p:nvSpPr>
        <p:spPr>
          <a:xfrm>
            <a:off x="742091" y="3920837"/>
            <a:ext cx="7154156" cy="5476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4479"/>
              </a:lnSpc>
            </a:pPr>
            <a:r>
              <a:rPr lang="en-US" sz="3199" spc="-86" dirty="0" err="1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Repositorio</a:t>
            </a:r>
            <a:r>
              <a:rPr lang="en-US" sz="3199" spc="-86" dirty="0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199" spc="-86" dirty="0" err="1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remoto</a:t>
            </a:r>
            <a:endParaRPr lang="en-US" sz="3199" spc="-86" dirty="0">
              <a:solidFill>
                <a:srgbClr val="FF31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91" name="Group 36">
            <a:extLst>
              <a:ext uri="{FF2B5EF4-FFF2-40B4-BE49-F238E27FC236}">
                <a16:creationId xmlns:a16="http://schemas.microsoft.com/office/drawing/2014/main" id="{63DAB84B-0BAF-693E-0D3B-922BDDE5515F}"/>
              </a:ext>
            </a:extLst>
          </p:cNvPr>
          <p:cNvGrpSpPr/>
          <p:nvPr/>
        </p:nvGrpSpPr>
        <p:grpSpPr>
          <a:xfrm>
            <a:off x="9334599" y="3836833"/>
            <a:ext cx="8767116" cy="4776890"/>
            <a:chOff x="0" y="0"/>
            <a:chExt cx="1351154" cy="731404"/>
          </a:xfrm>
        </p:grpSpPr>
        <p:sp>
          <p:nvSpPr>
            <p:cNvPr id="92" name="Freeform 37">
              <a:extLst>
                <a:ext uri="{FF2B5EF4-FFF2-40B4-BE49-F238E27FC236}">
                  <a16:creationId xmlns:a16="http://schemas.microsoft.com/office/drawing/2014/main" id="{F48509BA-06F7-18F4-41C8-BECEEF896243}"/>
                </a:ext>
              </a:extLst>
            </p:cNvPr>
            <p:cNvSpPr/>
            <p:nvPr/>
          </p:nvSpPr>
          <p:spPr>
            <a:xfrm>
              <a:off x="0" y="0"/>
              <a:ext cx="1351154" cy="731404"/>
            </a:xfrm>
            <a:custGeom>
              <a:avLst/>
              <a:gdLst/>
              <a:ahLst/>
              <a:cxnLst/>
              <a:rect l="l" t="t" r="r" b="b"/>
              <a:pathLst>
                <a:path w="1351154" h="731404">
                  <a:moveTo>
                    <a:pt x="23027" y="0"/>
                  </a:moveTo>
                  <a:lnTo>
                    <a:pt x="1328127" y="0"/>
                  </a:lnTo>
                  <a:cubicBezTo>
                    <a:pt x="1340845" y="0"/>
                    <a:pt x="1351154" y="10310"/>
                    <a:pt x="1351154" y="23027"/>
                  </a:cubicBezTo>
                  <a:lnTo>
                    <a:pt x="1351154" y="708377"/>
                  </a:lnTo>
                  <a:cubicBezTo>
                    <a:pt x="1351154" y="721094"/>
                    <a:pt x="1340845" y="731404"/>
                    <a:pt x="1328127" y="731404"/>
                  </a:cubicBezTo>
                  <a:lnTo>
                    <a:pt x="23027" y="731404"/>
                  </a:lnTo>
                  <a:cubicBezTo>
                    <a:pt x="10310" y="731404"/>
                    <a:pt x="0" y="721094"/>
                    <a:pt x="0" y="708377"/>
                  </a:cubicBezTo>
                  <a:lnTo>
                    <a:pt x="0" y="23027"/>
                  </a:lnTo>
                  <a:cubicBezTo>
                    <a:pt x="0" y="10310"/>
                    <a:pt x="10310" y="0"/>
                    <a:pt x="23027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B4B4B4"/>
              </a:solidFill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93" name="TextBox 38">
              <a:extLst>
                <a:ext uri="{FF2B5EF4-FFF2-40B4-BE49-F238E27FC236}">
                  <a16:creationId xmlns:a16="http://schemas.microsoft.com/office/drawing/2014/main" id="{5096EB50-E94F-481A-1339-43DDE08BE645}"/>
                </a:ext>
              </a:extLst>
            </p:cNvPr>
            <p:cNvSpPr txBox="1"/>
            <p:nvPr/>
          </p:nvSpPr>
          <p:spPr>
            <a:xfrm>
              <a:off x="0" y="-19050"/>
              <a:ext cx="1351154" cy="7504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94" name="TextBox 39">
            <a:extLst>
              <a:ext uri="{FF2B5EF4-FFF2-40B4-BE49-F238E27FC236}">
                <a16:creationId xmlns:a16="http://schemas.microsoft.com/office/drawing/2014/main" id="{DBBE35C9-EC62-75BE-5261-05412D13E138}"/>
              </a:ext>
            </a:extLst>
          </p:cNvPr>
          <p:cNvSpPr txBox="1"/>
          <p:nvPr/>
        </p:nvSpPr>
        <p:spPr>
          <a:xfrm>
            <a:off x="9514797" y="3977686"/>
            <a:ext cx="7339749" cy="5476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4479"/>
              </a:lnSpc>
            </a:pPr>
            <a:r>
              <a:rPr lang="en-US" sz="3199" spc="-86" dirty="0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Mi </a:t>
            </a:r>
            <a:r>
              <a:rPr lang="en-US" sz="3199" spc="-86" dirty="0" err="1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máquina</a:t>
            </a:r>
            <a:r>
              <a:rPr lang="en-US" sz="3199" spc="-86" dirty="0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 local</a:t>
            </a:r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0D77BF97-4694-8494-4AE9-D0BB16BE1E44}"/>
              </a:ext>
            </a:extLst>
          </p:cNvPr>
          <p:cNvSpPr/>
          <p:nvPr/>
        </p:nvSpPr>
        <p:spPr>
          <a:xfrm>
            <a:off x="2355114" y="7538246"/>
            <a:ext cx="741226" cy="755406"/>
          </a:xfrm>
          <a:custGeom>
            <a:avLst/>
            <a:gdLst/>
            <a:ahLst/>
            <a:cxnLst/>
            <a:rect l="l" t="t" r="r" b="b"/>
            <a:pathLst>
              <a:path w="1155311" h="1155311">
                <a:moveTo>
                  <a:pt x="0" y="0"/>
                </a:moveTo>
                <a:lnTo>
                  <a:pt x="1155311" y="0"/>
                </a:lnTo>
                <a:lnTo>
                  <a:pt x="1155311" y="1155311"/>
                </a:lnTo>
                <a:lnTo>
                  <a:pt x="0" y="11553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0D231DC0-76B0-5A9F-640B-5C51A008D208}"/>
              </a:ext>
            </a:extLst>
          </p:cNvPr>
          <p:cNvSpPr/>
          <p:nvPr/>
        </p:nvSpPr>
        <p:spPr>
          <a:xfrm>
            <a:off x="1656265" y="7974170"/>
            <a:ext cx="3727760" cy="0"/>
          </a:xfrm>
          <a:prstGeom prst="line">
            <a:avLst/>
          </a:prstGeom>
          <a:ln w="57150" cap="flat">
            <a:solidFill>
              <a:srgbClr val="F15226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19" name="Freeform 19">
            <a:extLst>
              <a:ext uri="{FF2B5EF4-FFF2-40B4-BE49-F238E27FC236}">
                <a16:creationId xmlns:a16="http://schemas.microsoft.com/office/drawing/2014/main" id="{085C595D-DC90-4BA2-906B-889EDDEC3853}"/>
              </a:ext>
            </a:extLst>
          </p:cNvPr>
          <p:cNvSpPr/>
          <p:nvPr/>
        </p:nvSpPr>
        <p:spPr>
          <a:xfrm>
            <a:off x="537211" y="7100741"/>
            <a:ext cx="1129912" cy="1225993"/>
          </a:xfrm>
          <a:custGeom>
            <a:avLst/>
            <a:gdLst/>
            <a:ahLst/>
            <a:cxnLst/>
            <a:rect l="l" t="t" r="r" b="b"/>
            <a:pathLst>
              <a:path w="2286436" h="2286436">
                <a:moveTo>
                  <a:pt x="0" y="0"/>
                </a:moveTo>
                <a:lnTo>
                  <a:pt x="2286436" y="0"/>
                </a:lnTo>
                <a:lnTo>
                  <a:pt x="2286436" y="2286436"/>
                </a:lnTo>
                <a:lnTo>
                  <a:pt x="0" y="22864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27" name="Freeform 27">
            <a:extLst>
              <a:ext uri="{FF2B5EF4-FFF2-40B4-BE49-F238E27FC236}">
                <a16:creationId xmlns:a16="http://schemas.microsoft.com/office/drawing/2014/main" id="{FFC9B5B4-3DD3-2AA1-DE95-2F57AB1CF7AE}"/>
              </a:ext>
            </a:extLst>
          </p:cNvPr>
          <p:cNvSpPr/>
          <p:nvPr/>
        </p:nvSpPr>
        <p:spPr>
          <a:xfrm>
            <a:off x="5839566" y="6364135"/>
            <a:ext cx="901338" cy="47207"/>
          </a:xfrm>
          <a:custGeom>
            <a:avLst/>
            <a:gdLst/>
            <a:ahLst/>
            <a:cxnLst/>
            <a:rect l="l" t="t" r="r" b="b"/>
            <a:pathLst>
              <a:path w="832264">
                <a:moveTo>
                  <a:pt x="832264" y="0"/>
                </a:moveTo>
                <a:lnTo>
                  <a:pt x="0" y="0"/>
                </a:lnTo>
              </a:path>
            </a:pathLst>
          </a:custGeom>
          <a:ln w="57150" cap="flat">
            <a:solidFill>
              <a:srgbClr val="7ED957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28" name="Freeform 28">
            <a:extLst>
              <a:ext uri="{FF2B5EF4-FFF2-40B4-BE49-F238E27FC236}">
                <a16:creationId xmlns:a16="http://schemas.microsoft.com/office/drawing/2014/main" id="{1B0862A5-5F1A-BD89-5EFA-1E04E60B3DAF}"/>
              </a:ext>
            </a:extLst>
          </p:cNvPr>
          <p:cNvSpPr/>
          <p:nvPr/>
        </p:nvSpPr>
        <p:spPr>
          <a:xfrm>
            <a:off x="5415484" y="6600070"/>
            <a:ext cx="146476" cy="1022544"/>
          </a:xfrm>
          <a:custGeom>
            <a:avLst/>
            <a:gdLst/>
            <a:ahLst/>
            <a:cxnLst/>
            <a:rect l="l" t="t" r="r" b="b"/>
            <a:pathLst>
              <a:path w="1995163" h="1353803">
                <a:moveTo>
                  <a:pt x="0" y="1353803"/>
                </a:moveTo>
                <a:lnTo>
                  <a:pt x="0" y="881060"/>
                </a:lnTo>
                <a:cubicBezTo>
                  <a:pt x="0" y="820432"/>
                  <a:pt x="24084" y="762286"/>
                  <a:pt x="66955" y="719415"/>
                </a:cubicBezTo>
                <a:cubicBezTo>
                  <a:pt x="109826" y="676545"/>
                  <a:pt x="167971" y="652460"/>
                  <a:pt x="228600" y="652460"/>
                </a:cubicBezTo>
                <a:lnTo>
                  <a:pt x="1411680" y="652460"/>
                </a:lnTo>
                <a:cubicBezTo>
                  <a:pt x="1537932" y="652460"/>
                  <a:pt x="1640280" y="550112"/>
                  <a:pt x="1640280" y="423860"/>
                </a:cubicBezTo>
                <a:lnTo>
                  <a:pt x="1640280" y="177441"/>
                </a:lnTo>
                <a:cubicBezTo>
                  <a:pt x="1640280" y="130381"/>
                  <a:pt x="1658975" y="85248"/>
                  <a:pt x="1692251" y="51971"/>
                </a:cubicBezTo>
                <a:cubicBezTo>
                  <a:pt x="1725528" y="18694"/>
                  <a:pt x="1770661" y="0"/>
                  <a:pt x="1817722" y="0"/>
                </a:cubicBezTo>
                <a:lnTo>
                  <a:pt x="1995163" y="0"/>
                </a:lnTo>
              </a:path>
            </a:pathLst>
          </a:custGeom>
          <a:ln w="57150" cap="flat">
            <a:solidFill>
              <a:srgbClr val="7ED957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59CEFB1D-8CCA-D7E3-96E9-4EC60EA79D59}"/>
              </a:ext>
            </a:extLst>
          </p:cNvPr>
          <p:cNvSpPr txBox="1"/>
          <p:nvPr/>
        </p:nvSpPr>
        <p:spPr>
          <a:xfrm>
            <a:off x="5819288" y="7581371"/>
            <a:ext cx="2415608" cy="4755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master/main</a:t>
            </a:r>
          </a:p>
        </p:txBody>
      </p:sp>
      <p:sp>
        <p:nvSpPr>
          <p:cNvPr id="56" name="TextBox 35">
            <a:extLst>
              <a:ext uri="{FF2B5EF4-FFF2-40B4-BE49-F238E27FC236}">
                <a16:creationId xmlns:a16="http://schemas.microsoft.com/office/drawing/2014/main" id="{2252FEA2-EE29-B711-9973-2E2266F592F3}"/>
              </a:ext>
            </a:extLst>
          </p:cNvPr>
          <p:cNvSpPr txBox="1"/>
          <p:nvPr/>
        </p:nvSpPr>
        <p:spPr>
          <a:xfrm>
            <a:off x="7301248" y="6058774"/>
            <a:ext cx="2415608" cy="4755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develop</a:t>
            </a:r>
          </a:p>
        </p:txBody>
      </p:sp>
      <p:sp>
        <p:nvSpPr>
          <p:cNvPr id="22" name="Freeform 16">
            <a:extLst>
              <a:ext uri="{FF2B5EF4-FFF2-40B4-BE49-F238E27FC236}">
                <a16:creationId xmlns:a16="http://schemas.microsoft.com/office/drawing/2014/main" id="{15BFC24F-77BB-A115-C0F2-F3CD07EF56F8}"/>
              </a:ext>
            </a:extLst>
          </p:cNvPr>
          <p:cNvSpPr/>
          <p:nvPr/>
        </p:nvSpPr>
        <p:spPr>
          <a:xfrm>
            <a:off x="3682607" y="7538246"/>
            <a:ext cx="741226" cy="755406"/>
          </a:xfrm>
          <a:custGeom>
            <a:avLst/>
            <a:gdLst/>
            <a:ahLst/>
            <a:cxnLst/>
            <a:rect l="l" t="t" r="r" b="b"/>
            <a:pathLst>
              <a:path w="1155311" h="1155311">
                <a:moveTo>
                  <a:pt x="0" y="0"/>
                </a:moveTo>
                <a:lnTo>
                  <a:pt x="1155311" y="0"/>
                </a:lnTo>
                <a:lnTo>
                  <a:pt x="1155311" y="1155311"/>
                </a:lnTo>
                <a:lnTo>
                  <a:pt x="0" y="11553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24" name="Freeform 16">
            <a:extLst>
              <a:ext uri="{FF2B5EF4-FFF2-40B4-BE49-F238E27FC236}">
                <a16:creationId xmlns:a16="http://schemas.microsoft.com/office/drawing/2014/main" id="{59DDBA84-1330-F2EB-08DD-55FB7BC38882}"/>
              </a:ext>
            </a:extLst>
          </p:cNvPr>
          <p:cNvSpPr/>
          <p:nvPr/>
        </p:nvSpPr>
        <p:spPr>
          <a:xfrm>
            <a:off x="4965640" y="7560894"/>
            <a:ext cx="741226" cy="755406"/>
          </a:xfrm>
          <a:custGeom>
            <a:avLst/>
            <a:gdLst/>
            <a:ahLst/>
            <a:cxnLst/>
            <a:rect l="l" t="t" r="r" b="b"/>
            <a:pathLst>
              <a:path w="1155311" h="1155311">
                <a:moveTo>
                  <a:pt x="0" y="0"/>
                </a:moveTo>
                <a:lnTo>
                  <a:pt x="1155311" y="0"/>
                </a:lnTo>
                <a:lnTo>
                  <a:pt x="1155311" y="1155311"/>
                </a:lnTo>
                <a:lnTo>
                  <a:pt x="0" y="11553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25" name="Freeform 25">
            <a:extLst>
              <a:ext uri="{FF2B5EF4-FFF2-40B4-BE49-F238E27FC236}">
                <a16:creationId xmlns:a16="http://schemas.microsoft.com/office/drawing/2014/main" id="{DA4231F7-D3D5-B30B-33C2-6553967812C9}"/>
              </a:ext>
            </a:extLst>
          </p:cNvPr>
          <p:cNvSpPr/>
          <p:nvPr/>
        </p:nvSpPr>
        <p:spPr>
          <a:xfrm>
            <a:off x="5200285" y="5996889"/>
            <a:ext cx="711834" cy="693540"/>
          </a:xfrm>
          <a:custGeom>
            <a:avLst/>
            <a:gdLst/>
            <a:ahLst/>
            <a:cxnLst/>
            <a:rect l="l" t="t" r="r" b="b"/>
            <a:pathLst>
              <a:path w="971079" h="971079">
                <a:moveTo>
                  <a:pt x="0" y="0"/>
                </a:moveTo>
                <a:lnTo>
                  <a:pt x="971079" y="0"/>
                </a:lnTo>
                <a:lnTo>
                  <a:pt x="971079" y="971079"/>
                </a:lnTo>
                <a:lnTo>
                  <a:pt x="0" y="9710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6" name="Freeform 25">
            <a:extLst>
              <a:ext uri="{FF2B5EF4-FFF2-40B4-BE49-F238E27FC236}">
                <a16:creationId xmlns:a16="http://schemas.microsoft.com/office/drawing/2014/main" id="{2555E97C-1DB3-ED03-9E7C-DABFA77B25A3}"/>
              </a:ext>
            </a:extLst>
          </p:cNvPr>
          <p:cNvSpPr/>
          <p:nvPr/>
        </p:nvSpPr>
        <p:spPr>
          <a:xfrm>
            <a:off x="6449816" y="5956047"/>
            <a:ext cx="711834" cy="693540"/>
          </a:xfrm>
          <a:custGeom>
            <a:avLst/>
            <a:gdLst/>
            <a:ahLst/>
            <a:cxnLst/>
            <a:rect l="l" t="t" r="r" b="b"/>
            <a:pathLst>
              <a:path w="971079" h="971079">
                <a:moveTo>
                  <a:pt x="0" y="0"/>
                </a:moveTo>
                <a:lnTo>
                  <a:pt x="971079" y="0"/>
                </a:lnTo>
                <a:lnTo>
                  <a:pt x="971079" y="971079"/>
                </a:lnTo>
                <a:lnTo>
                  <a:pt x="0" y="9710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63" name="TextBox 35">
            <a:extLst>
              <a:ext uri="{FF2B5EF4-FFF2-40B4-BE49-F238E27FC236}">
                <a16:creationId xmlns:a16="http://schemas.microsoft.com/office/drawing/2014/main" id="{8C352916-9765-D815-9376-5A8F190B8708}"/>
              </a:ext>
            </a:extLst>
          </p:cNvPr>
          <p:cNvSpPr txBox="1"/>
          <p:nvPr/>
        </p:nvSpPr>
        <p:spPr>
          <a:xfrm>
            <a:off x="12226822" y="4646247"/>
            <a:ext cx="2773816" cy="4755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feat/mi-</a:t>
            </a:r>
            <a:r>
              <a:rPr lang="en-US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rama</a:t>
            </a:r>
            <a:endParaRPr lang="en-US" sz="2799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02" name="Grupo 101">
            <a:extLst>
              <a:ext uri="{FF2B5EF4-FFF2-40B4-BE49-F238E27FC236}">
                <a16:creationId xmlns:a16="http://schemas.microsoft.com/office/drawing/2014/main" id="{8D5EDE89-1248-EFFE-43BD-6D3B8D0FB4B6}"/>
              </a:ext>
            </a:extLst>
          </p:cNvPr>
          <p:cNvGrpSpPr/>
          <p:nvPr/>
        </p:nvGrpSpPr>
        <p:grpSpPr>
          <a:xfrm>
            <a:off x="14794461" y="4628281"/>
            <a:ext cx="2094107" cy="1437109"/>
            <a:chOff x="14794461" y="4628281"/>
            <a:chExt cx="2094107" cy="143710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C1BA8112-9E6E-B728-C5A4-74D53F97A3C8}"/>
                </a:ext>
              </a:extLst>
            </p:cNvPr>
            <p:cNvSpPr/>
            <p:nvPr/>
          </p:nvSpPr>
          <p:spPr>
            <a:xfrm>
              <a:off x="14794461" y="4709336"/>
              <a:ext cx="652215" cy="630586"/>
            </a:xfrm>
            <a:custGeom>
              <a:avLst/>
              <a:gdLst/>
              <a:ahLst/>
              <a:cxnLst/>
              <a:rect l="l" t="t" r="r" b="b"/>
              <a:pathLst>
                <a:path w="971079" h="971079">
                  <a:moveTo>
                    <a:pt x="0" y="0"/>
                  </a:moveTo>
                  <a:lnTo>
                    <a:pt x="971079" y="0"/>
                  </a:lnTo>
                  <a:lnTo>
                    <a:pt x="971079" y="971079"/>
                  </a:lnTo>
                  <a:lnTo>
                    <a:pt x="0" y="971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DC66D99F-B7F9-B7D2-04C0-E5D98C2FD33D}"/>
                </a:ext>
              </a:extLst>
            </p:cNvPr>
            <p:cNvSpPr/>
            <p:nvPr/>
          </p:nvSpPr>
          <p:spPr>
            <a:xfrm>
              <a:off x="15112596" y="5089587"/>
              <a:ext cx="668160" cy="975803"/>
            </a:xfrm>
            <a:custGeom>
              <a:avLst/>
              <a:gdLst/>
              <a:ahLst/>
              <a:cxnLst/>
              <a:rect l="l" t="t" r="r" b="b"/>
              <a:pathLst>
                <a:path w="591125" h="1756857">
                  <a:moveTo>
                    <a:pt x="591125" y="1756856"/>
                  </a:moveTo>
                  <a:lnTo>
                    <a:pt x="591125" y="1107028"/>
                  </a:lnTo>
                  <a:cubicBezTo>
                    <a:pt x="591125" y="1046399"/>
                    <a:pt x="567041" y="988254"/>
                    <a:pt x="524170" y="945383"/>
                  </a:cubicBezTo>
                  <a:cubicBezTo>
                    <a:pt x="481300" y="902512"/>
                    <a:pt x="423154" y="878428"/>
                    <a:pt x="362525" y="878428"/>
                  </a:cubicBezTo>
                  <a:lnTo>
                    <a:pt x="228600" y="878428"/>
                  </a:lnTo>
                  <a:cubicBezTo>
                    <a:pt x="167971" y="878428"/>
                    <a:pt x="109826" y="854343"/>
                    <a:pt x="66956" y="811472"/>
                  </a:cubicBezTo>
                  <a:cubicBezTo>
                    <a:pt x="24085" y="768602"/>
                    <a:pt x="0" y="710457"/>
                    <a:pt x="0" y="649828"/>
                  </a:cubicBezTo>
                  <a:lnTo>
                    <a:pt x="0" y="0"/>
                  </a:lnTo>
                </a:path>
              </a:pathLst>
            </a:custGeom>
            <a:ln w="57150" cap="flat">
              <a:solidFill>
                <a:srgbClr val="8C52FF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61" name="Freeform 34">
              <a:extLst>
                <a:ext uri="{FF2B5EF4-FFF2-40B4-BE49-F238E27FC236}">
                  <a16:creationId xmlns:a16="http://schemas.microsoft.com/office/drawing/2014/main" id="{62C83B36-55C7-1C33-F06F-0F043BE2BF8A}"/>
                </a:ext>
              </a:extLst>
            </p:cNvPr>
            <p:cNvSpPr/>
            <p:nvPr/>
          </p:nvSpPr>
          <p:spPr>
            <a:xfrm flipV="1">
              <a:off x="15372117" y="4905442"/>
              <a:ext cx="1134091" cy="45719"/>
            </a:xfrm>
            <a:custGeom>
              <a:avLst/>
              <a:gdLst/>
              <a:ahLst/>
              <a:cxnLst/>
              <a:rect l="l" t="t" r="r" b="b"/>
              <a:pathLst>
                <a:path w="567046">
                  <a:moveTo>
                    <a:pt x="0" y="0"/>
                  </a:moveTo>
                  <a:lnTo>
                    <a:pt x="567046" y="0"/>
                  </a:lnTo>
                </a:path>
              </a:pathLst>
            </a:custGeom>
            <a:ln w="57150" cap="flat">
              <a:solidFill>
                <a:srgbClr val="8C52FF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62" name="Freeform 29">
              <a:extLst>
                <a:ext uri="{FF2B5EF4-FFF2-40B4-BE49-F238E27FC236}">
                  <a16:creationId xmlns:a16="http://schemas.microsoft.com/office/drawing/2014/main" id="{E4DEEC9E-D938-D217-4A96-8BEBE46803EF}"/>
                </a:ext>
              </a:extLst>
            </p:cNvPr>
            <p:cNvSpPr/>
            <p:nvPr/>
          </p:nvSpPr>
          <p:spPr>
            <a:xfrm>
              <a:off x="16236353" y="4628281"/>
              <a:ext cx="652215" cy="630586"/>
            </a:xfrm>
            <a:custGeom>
              <a:avLst/>
              <a:gdLst/>
              <a:ahLst/>
              <a:cxnLst/>
              <a:rect l="l" t="t" r="r" b="b"/>
              <a:pathLst>
                <a:path w="971079" h="971079">
                  <a:moveTo>
                    <a:pt x="0" y="0"/>
                  </a:moveTo>
                  <a:lnTo>
                    <a:pt x="971079" y="0"/>
                  </a:lnTo>
                  <a:lnTo>
                    <a:pt x="971079" y="971079"/>
                  </a:lnTo>
                  <a:lnTo>
                    <a:pt x="0" y="971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5" name="Grupo 14">
            <a:extLst>
              <a:ext uri="{FF2B5EF4-FFF2-40B4-BE49-F238E27FC236}">
                <a16:creationId xmlns:a16="http://schemas.microsoft.com/office/drawing/2014/main" id="{2458FFED-3374-AE6B-BC3B-293DD2AC1FC0}"/>
              </a:ext>
            </a:extLst>
          </p:cNvPr>
          <p:cNvGrpSpPr/>
          <p:nvPr/>
        </p:nvGrpSpPr>
        <p:grpSpPr>
          <a:xfrm>
            <a:off x="9507209" y="5911124"/>
            <a:ext cx="9179645" cy="2370687"/>
            <a:chOff x="535332" y="5924808"/>
            <a:chExt cx="9179645" cy="2370687"/>
          </a:xfrm>
        </p:grpSpPr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9ED632C2-9852-9E5B-320B-86C28E24D839}"/>
                </a:ext>
              </a:extLst>
            </p:cNvPr>
            <p:cNvSpPr/>
            <p:nvPr/>
          </p:nvSpPr>
          <p:spPr>
            <a:xfrm>
              <a:off x="2353235" y="7507007"/>
              <a:ext cx="741226" cy="755406"/>
            </a:xfrm>
            <a:custGeom>
              <a:avLst/>
              <a:gdLst/>
              <a:ahLst/>
              <a:cxnLst/>
              <a:rect l="l" t="t" r="r" b="b"/>
              <a:pathLst>
                <a:path w="1155311" h="1155311">
                  <a:moveTo>
                    <a:pt x="0" y="0"/>
                  </a:moveTo>
                  <a:lnTo>
                    <a:pt x="1155311" y="0"/>
                  </a:lnTo>
                  <a:lnTo>
                    <a:pt x="1155311" y="1155311"/>
                  </a:lnTo>
                  <a:lnTo>
                    <a:pt x="0" y="11553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AutoShape 18">
              <a:extLst>
                <a:ext uri="{FF2B5EF4-FFF2-40B4-BE49-F238E27FC236}">
                  <a16:creationId xmlns:a16="http://schemas.microsoft.com/office/drawing/2014/main" id="{B948D566-BAF6-3629-A13A-F904F4D9C70D}"/>
                </a:ext>
              </a:extLst>
            </p:cNvPr>
            <p:cNvSpPr/>
            <p:nvPr/>
          </p:nvSpPr>
          <p:spPr>
            <a:xfrm>
              <a:off x="1654386" y="7942931"/>
              <a:ext cx="3727760" cy="0"/>
            </a:xfrm>
            <a:prstGeom prst="line">
              <a:avLst/>
            </a:prstGeom>
            <a:ln w="57150" cap="flat">
              <a:solidFill>
                <a:srgbClr val="F15226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Freeform 19">
              <a:extLst>
                <a:ext uri="{FF2B5EF4-FFF2-40B4-BE49-F238E27FC236}">
                  <a16:creationId xmlns:a16="http://schemas.microsoft.com/office/drawing/2014/main" id="{6136A6FF-76A6-753D-4FD4-488E79A7C9FA}"/>
                </a:ext>
              </a:extLst>
            </p:cNvPr>
            <p:cNvSpPr/>
            <p:nvPr/>
          </p:nvSpPr>
          <p:spPr>
            <a:xfrm>
              <a:off x="535332" y="7069502"/>
              <a:ext cx="1129912" cy="1225993"/>
            </a:xfrm>
            <a:custGeom>
              <a:avLst/>
              <a:gdLst/>
              <a:ahLst/>
              <a:cxnLst/>
              <a:rect l="l" t="t" r="r" b="b"/>
              <a:pathLst>
                <a:path w="2286436" h="2286436">
                  <a:moveTo>
                    <a:pt x="0" y="0"/>
                  </a:moveTo>
                  <a:lnTo>
                    <a:pt x="2286436" y="0"/>
                  </a:lnTo>
                  <a:lnTo>
                    <a:pt x="2286436" y="2286436"/>
                  </a:lnTo>
                  <a:lnTo>
                    <a:pt x="0" y="22864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26" name="Freeform 27">
              <a:extLst>
                <a:ext uri="{FF2B5EF4-FFF2-40B4-BE49-F238E27FC236}">
                  <a16:creationId xmlns:a16="http://schemas.microsoft.com/office/drawing/2014/main" id="{D74CBC54-ED76-C18B-49EB-0CA59624D7B2}"/>
                </a:ext>
              </a:extLst>
            </p:cNvPr>
            <p:cNvSpPr/>
            <p:nvPr/>
          </p:nvSpPr>
          <p:spPr>
            <a:xfrm>
              <a:off x="5837687" y="6332896"/>
              <a:ext cx="901338" cy="47207"/>
            </a:xfrm>
            <a:custGeom>
              <a:avLst/>
              <a:gdLst/>
              <a:ahLst/>
              <a:cxnLst/>
              <a:rect l="l" t="t" r="r" b="b"/>
              <a:pathLst>
                <a:path w="832264">
                  <a:moveTo>
                    <a:pt x="832264" y="0"/>
                  </a:moveTo>
                  <a:lnTo>
                    <a:pt x="0" y="0"/>
                  </a:lnTo>
                </a:path>
              </a:pathLst>
            </a:custGeom>
            <a:ln w="57150" cap="flat">
              <a:solidFill>
                <a:srgbClr val="7ED957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31" name="Freeform 28">
              <a:extLst>
                <a:ext uri="{FF2B5EF4-FFF2-40B4-BE49-F238E27FC236}">
                  <a16:creationId xmlns:a16="http://schemas.microsoft.com/office/drawing/2014/main" id="{91D0B0F8-93ED-73BA-F31F-DE398FCDBE53}"/>
                </a:ext>
              </a:extLst>
            </p:cNvPr>
            <p:cNvSpPr/>
            <p:nvPr/>
          </p:nvSpPr>
          <p:spPr>
            <a:xfrm>
              <a:off x="5413605" y="6568831"/>
              <a:ext cx="146476" cy="1022544"/>
            </a:xfrm>
            <a:custGeom>
              <a:avLst/>
              <a:gdLst/>
              <a:ahLst/>
              <a:cxnLst/>
              <a:rect l="l" t="t" r="r" b="b"/>
              <a:pathLst>
                <a:path w="1995163" h="1353803">
                  <a:moveTo>
                    <a:pt x="0" y="1353803"/>
                  </a:moveTo>
                  <a:lnTo>
                    <a:pt x="0" y="881060"/>
                  </a:lnTo>
                  <a:cubicBezTo>
                    <a:pt x="0" y="820432"/>
                    <a:pt x="24084" y="762286"/>
                    <a:pt x="66955" y="719415"/>
                  </a:cubicBezTo>
                  <a:cubicBezTo>
                    <a:pt x="109826" y="676545"/>
                    <a:pt x="167971" y="652460"/>
                    <a:pt x="228600" y="652460"/>
                  </a:cubicBezTo>
                  <a:lnTo>
                    <a:pt x="1411680" y="652460"/>
                  </a:lnTo>
                  <a:cubicBezTo>
                    <a:pt x="1537932" y="652460"/>
                    <a:pt x="1640280" y="550112"/>
                    <a:pt x="1640280" y="423860"/>
                  </a:cubicBezTo>
                  <a:lnTo>
                    <a:pt x="1640280" y="177441"/>
                  </a:lnTo>
                  <a:cubicBezTo>
                    <a:pt x="1640280" y="130381"/>
                    <a:pt x="1658975" y="85248"/>
                    <a:pt x="1692251" y="51971"/>
                  </a:cubicBezTo>
                  <a:cubicBezTo>
                    <a:pt x="1725528" y="18694"/>
                    <a:pt x="1770661" y="0"/>
                    <a:pt x="1817722" y="0"/>
                  </a:cubicBezTo>
                  <a:lnTo>
                    <a:pt x="1995163" y="0"/>
                  </a:lnTo>
                </a:path>
              </a:pathLst>
            </a:custGeom>
            <a:ln w="57150" cap="flat">
              <a:solidFill>
                <a:srgbClr val="7ED957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32" name="TextBox 35">
              <a:extLst>
                <a:ext uri="{FF2B5EF4-FFF2-40B4-BE49-F238E27FC236}">
                  <a16:creationId xmlns:a16="http://schemas.microsoft.com/office/drawing/2014/main" id="{D460E6DE-A02B-F6B8-0F6C-791D0D3CE8F6}"/>
                </a:ext>
              </a:extLst>
            </p:cNvPr>
            <p:cNvSpPr txBox="1"/>
            <p:nvPr/>
          </p:nvSpPr>
          <p:spPr>
            <a:xfrm>
              <a:off x="5817409" y="7550132"/>
              <a:ext cx="2415608" cy="47557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1" indent="0" algn="l">
                <a:lnSpc>
                  <a:spcPts val="3919"/>
                </a:lnSpc>
              </a:pPr>
              <a:r>
                <a:rPr lang="en-US" sz="2799" spc="-75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master/main</a:t>
              </a:r>
            </a:p>
          </p:txBody>
        </p:sp>
        <p:sp>
          <p:nvSpPr>
            <p:cNvPr id="33" name="TextBox 35">
              <a:extLst>
                <a:ext uri="{FF2B5EF4-FFF2-40B4-BE49-F238E27FC236}">
                  <a16:creationId xmlns:a16="http://schemas.microsoft.com/office/drawing/2014/main" id="{0A2342BD-46D0-64FB-0F3C-F07D8FB217E3}"/>
                </a:ext>
              </a:extLst>
            </p:cNvPr>
            <p:cNvSpPr txBox="1"/>
            <p:nvPr/>
          </p:nvSpPr>
          <p:spPr>
            <a:xfrm>
              <a:off x="7299369" y="6027535"/>
              <a:ext cx="2415608" cy="47557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1" indent="0" algn="l">
                <a:lnSpc>
                  <a:spcPts val="3919"/>
                </a:lnSpc>
              </a:pPr>
              <a:r>
                <a:rPr lang="en-US" sz="2799" spc="-75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develop</a:t>
              </a:r>
            </a:p>
          </p:txBody>
        </p:sp>
        <p:sp>
          <p:nvSpPr>
            <p:cNvPr id="34" name="Freeform 16">
              <a:extLst>
                <a:ext uri="{FF2B5EF4-FFF2-40B4-BE49-F238E27FC236}">
                  <a16:creationId xmlns:a16="http://schemas.microsoft.com/office/drawing/2014/main" id="{7A437AC4-1512-7F47-AF1B-305B7795C032}"/>
                </a:ext>
              </a:extLst>
            </p:cNvPr>
            <p:cNvSpPr/>
            <p:nvPr/>
          </p:nvSpPr>
          <p:spPr>
            <a:xfrm>
              <a:off x="3680728" y="7507007"/>
              <a:ext cx="741226" cy="755406"/>
            </a:xfrm>
            <a:custGeom>
              <a:avLst/>
              <a:gdLst/>
              <a:ahLst/>
              <a:cxnLst/>
              <a:rect l="l" t="t" r="r" b="b"/>
              <a:pathLst>
                <a:path w="1155311" h="1155311">
                  <a:moveTo>
                    <a:pt x="0" y="0"/>
                  </a:moveTo>
                  <a:lnTo>
                    <a:pt x="1155311" y="0"/>
                  </a:lnTo>
                  <a:lnTo>
                    <a:pt x="1155311" y="1155311"/>
                  </a:lnTo>
                  <a:lnTo>
                    <a:pt x="0" y="11553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37" name="Freeform 16">
              <a:extLst>
                <a:ext uri="{FF2B5EF4-FFF2-40B4-BE49-F238E27FC236}">
                  <a16:creationId xmlns:a16="http://schemas.microsoft.com/office/drawing/2014/main" id="{3F80E09A-7234-8F76-A7EB-D188B52D97C0}"/>
                </a:ext>
              </a:extLst>
            </p:cNvPr>
            <p:cNvSpPr/>
            <p:nvPr/>
          </p:nvSpPr>
          <p:spPr>
            <a:xfrm>
              <a:off x="4963761" y="7529655"/>
              <a:ext cx="741226" cy="755406"/>
            </a:xfrm>
            <a:custGeom>
              <a:avLst/>
              <a:gdLst/>
              <a:ahLst/>
              <a:cxnLst/>
              <a:rect l="l" t="t" r="r" b="b"/>
              <a:pathLst>
                <a:path w="1155311" h="1155311">
                  <a:moveTo>
                    <a:pt x="0" y="0"/>
                  </a:moveTo>
                  <a:lnTo>
                    <a:pt x="1155311" y="0"/>
                  </a:lnTo>
                  <a:lnTo>
                    <a:pt x="1155311" y="1155311"/>
                  </a:lnTo>
                  <a:lnTo>
                    <a:pt x="0" y="11553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39" name="Freeform 25">
              <a:extLst>
                <a:ext uri="{FF2B5EF4-FFF2-40B4-BE49-F238E27FC236}">
                  <a16:creationId xmlns:a16="http://schemas.microsoft.com/office/drawing/2014/main" id="{9914004B-8768-80DC-6606-DE9FADB4B3CE}"/>
                </a:ext>
              </a:extLst>
            </p:cNvPr>
            <p:cNvSpPr/>
            <p:nvPr/>
          </p:nvSpPr>
          <p:spPr>
            <a:xfrm>
              <a:off x="5198406" y="5965650"/>
              <a:ext cx="711834" cy="693540"/>
            </a:xfrm>
            <a:custGeom>
              <a:avLst/>
              <a:gdLst/>
              <a:ahLst/>
              <a:cxnLst/>
              <a:rect l="l" t="t" r="r" b="b"/>
              <a:pathLst>
                <a:path w="971079" h="971079">
                  <a:moveTo>
                    <a:pt x="0" y="0"/>
                  </a:moveTo>
                  <a:lnTo>
                    <a:pt x="971079" y="0"/>
                  </a:lnTo>
                  <a:lnTo>
                    <a:pt x="971079" y="971079"/>
                  </a:lnTo>
                  <a:lnTo>
                    <a:pt x="0" y="971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41" name="Freeform 25">
              <a:extLst>
                <a:ext uri="{FF2B5EF4-FFF2-40B4-BE49-F238E27FC236}">
                  <a16:creationId xmlns:a16="http://schemas.microsoft.com/office/drawing/2014/main" id="{D0DF7CEB-627F-361A-E21C-49EE640BF076}"/>
                </a:ext>
              </a:extLst>
            </p:cNvPr>
            <p:cNvSpPr/>
            <p:nvPr/>
          </p:nvSpPr>
          <p:spPr>
            <a:xfrm>
              <a:off x="6447937" y="5924808"/>
              <a:ext cx="711834" cy="693540"/>
            </a:xfrm>
            <a:custGeom>
              <a:avLst/>
              <a:gdLst/>
              <a:ahLst/>
              <a:cxnLst/>
              <a:rect l="l" t="t" r="r" b="b"/>
              <a:pathLst>
                <a:path w="971079" h="971079">
                  <a:moveTo>
                    <a:pt x="0" y="0"/>
                  </a:moveTo>
                  <a:lnTo>
                    <a:pt x="971079" y="0"/>
                  </a:lnTo>
                  <a:lnTo>
                    <a:pt x="971079" y="971079"/>
                  </a:lnTo>
                  <a:lnTo>
                    <a:pt x="0" y="971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13" name="TextBox 35">
            <a:extLst>
              <a:ext uri="{FF2B5EF4-FFF2-40B4-BE49-F238E27FC236}">
                <a16:creationId xmlns:a16="http://schemas.microsoft.com/office/drawing/2014/main" id="{2C14EF63-1893-CE76-612C-3E9C9104333D}"/>
              </a:ext>
            </a:extLst>
          </p:cNvPr>
          <p:cNvSpPr txBox="1"/>
          <p:nvPr/>
        </p:nvSpPr>
        <p:spPr>
          <a:xfrm>
            <a:off x="13518982" y="4091570"/>
            <a:ext cx="4801545" cy="4755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>
              <a:lnSpc>
                <a:spcPts val="3919"/>
              </a:lnSpc>
            </a:pPr>
            <a:r>
              <a:rPr lang="es-MX" sz="2799" spc="-75" dirty="0" err="1">
                <a:solidFill>
                  <a:srgbClr val="FFFF00"/>
                </a:solidFill>
                <a:latin typeface="Poppins"/>
                <a:ea typeface="Poppins"/>
                <a:cs typeface="Poppins"/>
                <a:sym typeface="Poppins"/>
              </a:rPr>
              <a:t>Relizamos</a:t>
            </a:r>
            <a:r>
              <a:rPr lang="es-MX" sz="2799" spc="-75" dirty="0">
                <a:solidFill>
                  <a:srgbClr val="FFFF00"/>
                </a:solidFill>
                <a:latin typeface="Poppins"/>
                <a:ea typeface="Poppins"/>
                <a:cs typeface="Poppins"/>
                <a:sym typeface="Poppins"/>
              </a:rPr>
              <a:t> modificaciones</a:t>
            </a:r>
          </a:p>
        </p:txBody>
      </p:sp>
      <p:grpSp>
        <p:nvGrpSpPr>
          <p:cNvPr id="38" name="Group 52">
            <a:extLst>
              <a:ext uri="{FF2B5EF4-FFF2-40B4-BE49-F238E27FC236}">
                <a16:creationId xmlns:a16="http://schemas.microsoft.com/office/drawing/2014/main" id="{905BECE1-CEDD-6A03-FD07-84478FE268EB}"/>
              </a:ext>
            </a:extLst>
          </p:cNvPr>
          <p:cNvGrpSpPr/>
          <p:nvPr/>
        </p:nvGrpSpPr>
        <p:grpSpPr>
          <a:xfrm>
            <a:off x="3142833" y="2406642"/>
            <a:ext cx="11863771" cy="960554"/>
            <a:chOff x="0" y="0"/>
            <a:chExt cx="2441105" cy="197645"/>
          </a:xfrm>
        </p:grpSpPr>
        <p:sp>
          <p:nvSpPr>
            <p:cNvPr id="43" name="Freeform 53">
              <a:extLst>
                <a:ext uri="{FF2B5EF4-FFF2-40B4-BE49-F238E27FC236}">
                  <a16:creationId xmlns:a16="http://schemas.microsoft.com/office/drawing/2014/main" id="{2D1B6932-B8E3-05F2-D050-0F81D471B956}"/>
                </a:ext>
              </a:extLst>
            </p:cNvPr>
            <p:cNvSpPr/>
            <p:nvPr/>
          </p:nvSpPr>
          <p:spPr>
            <a:xfrm>
              <a:off x="0" y="0"/>
              <a:ext cx="2441105" cy="197645"/>
            </a:xfrm>
            <a:custGeom>
              <a:avLst/>
              <a:gdLst/>
              <a:ahLst/>
              <a:cxnLst/>
              <a:rect l="l" t="t" r="r" b="b"/>
              <a:pathLst>
                <a:path w="2441105" h="197645">
                  <a:moveTo>
                    <a:pt x="12745" y="0"/>
                  </a:moveTo>
                  <a:lnTo>
                    <a:pt x="2428360" y="0"/>
                  </a:lnTo>
                  <a:cubicBezTo>
                    <a:pt x="2431740" y="0"/>
                    <a:pt x="2434982" y="1343"/>
                    <a:pt x="2437372" y="3733"/>
                  </a:cubicBezTo>
                  <a:cubicBezTo>
                    <a:pt x="2439763" y="6123"/>
                    <a:pt x="2441105" y="9365"/>
                    <a:pt x="2441105" y="12745"/>
                  </a:cubicBezTo>
                  <a:lnTo>
                    <a:pt x="2441105" y="184899"/>
                  </a:lnTo>
                  <a:cubicBezTo>
                    <a:pt x="2441105" y="188280"/>
                    <a:pt x="2439763" y="191522"/>
                    <a:pt x="2437372" y="193912"/>
                  </a:cubicBezTo>
                  <a:cubicBezTo>
                    <a:pt x="2434982" y="196302"/>
                    <a:pt x="2431740" y="197645"/>
                    <a:pt x="2428360" y="197645"/>
                  </a:cubicBezTo>
                  <a:lnTo>
                    <a:pt x="12745" y="197645"/>
                  </a:lnTo>
                  <a:cubicBezTo>
                    <a:pt x="9365" y="197645"/>
                    <a:pt x="6123" y="196302"/>
                    <a:pt x="3733" y="193912"/>
                  </a:cubicBezTo>
                  <a:cubicBezTo>
                    <a:pt x="1343" y="191522"/>
                    <a:pt x="0" y="188280"/>
                    <a:pt x="0" y="184899"/>
                  </a:cubicBezTo>
                  <a:lnTo>
                    <a:pt x="0" y="12745"/>
                  </a:lnTo>
                  <a:cubicBezTo>
                    <a:pt x="0" y="9365"/>
                    <a:pt x="1343" y="6123"/>
                    <a:pt x="3733" y="3733"/>
                  </a:cubicBezTo>
                  <a:cubicBezTo>
                    <a:pt x="6123" y="1343"/>
                    <a:pt x="9365" y="0"/>
                    <a:pt x="12745" y="0"/>
                  </a:cubicBezTo>
                  <a:close/>
                </a:path>
              </a:pathLst>
            </a:custGeom>
            <a:solidFill>
              <a:srgbClr val="0F0E0E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44" name="TextBox 54">
              <a:extLst>
                <a:ext uri="{FF2B5EF4-FFF2-40B4-BE49-F238E27FC236}">
                  <a16:creationId xmlns:a16="http://schemas.microsoft.com/office/drawing/2014/main" id="{99BE0BAA-136C-CF7D-308F-7B24B643270F}"/>
                </a:ext>
              </a:extLst>
            </p:cNvPr>
            <p:cNvSpPr txBox="1"/>
            <p:nvPr/>
          </p:nvSpPr>
          <p:spPr>
            <a:xfrm>
              <a:off x="0" y="-19050"/>
              <a:ext cx="2441105" cy="2166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40" name="TextBox 55">
            <a:extLst>
              <a:ext uri="{FF2B5EF4-FFF2-40B4-BE49-F238E27FC236}">
                <a16:creationId xmlns:a16="http://schemas.microsoft.com/office/drawing/2014/main" id="{1A3C9629-646B-F33E-9F1D-320CE8401AC2}"/>
              </a:ext>
            </a:extLst>
          </p:cNvPr>
          <p:cNvSpPr txBox="1"/>
          <p:nvPr/>
        </p:nvSpPr>
        <p:spPr>
          <a:xfrm>
            <a:off x="4371640" y="2551765"/>
            <a:ext cx="8222961" cy="504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4199"/>
              </a:lnSpc>
            </a:pPr>
            <a:endParaRPr/>
          </a:p>
        </p:txBody>
      </p:sp>
      <p:sp>
        <p:nvSpPr>
          <p:cNvPr id="42" name="TextBox 56">
            <a:extLst>
              <a:ext uri="{FF2B5EF4-FFF2-40B4-BE49-F238E27FC236}">
                <a16:creationId xmlns:a16="http://schemas.microsoft.com/office/drawing/2014/main" id="{839BDBF8-FD29-073A-5DD8-19115FDFC200}"/>
              </a:ext>
            </a:extLst>
          </p:cNvPr>
          <p:cNvSpPr txBox="1"/>
          <p:nvPr/>
        </p:nvSpPr>
        <p:spPr>
          <a:xfrm>
            <a:off x="3441026" y="2657819"/>
            <a:ext cx="11267384" cy="413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359"/>
              </a:lnSpc>
            </a:pPr>
            <a:r>
              <a:rPr lang="en-US" sz="2400" spc="-6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&gt; git add .</a:t>
            </a:r>
            <a:endParaRPr lang="en-US" sz="2400" spc="-64" dirty="0">
              <a:solidFill>
                <a:srgbClr val="D9D9D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06344309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42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7FB9F0-EC96-8DCF-DD69-BD9BBE7AB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4BF45FD-1705-3EC6-8942-D81647CA938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 dirty="0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22A3B154-D785-0F0C-E906-3FC8C88FC1AD}"/>
              </a:ext>
            </a:extLst>
          </p:cNvPr>
          <p:cNvGrpSpPr/>
          <p:nvPr/>
        </p:nvGrpSpPr>
        <p:grpSpPr>
          <a:xfrm>
            <a:off x="-698849" y="9575651"/>
            <a:ext cx="19685699" cy="2666805"/>
            <a:chOff x="0" y="0"/>
            <a:chExt cx="5184711" cy="702368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4943B694-4C31-F3FD-5CBE-670072E5AD2D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 dirty="0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D52BA311-35F9-9BD1-8027-73C6AAF8E926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03CA1553-01BF-7557-7D2F-040DDBC74116}"/>
              </a:ext>
            </a:extLst>
          </p:cNvPr>
          <p:cNvGrpSpPr/>
          <p:nvPr/>
        </p:nvGrpSpPr>
        <p:grpSpPr>
          <a:xfrm>
            <a:off x="-698849" y="-1923855"/>
            <a:ext cx="19685699" cy="2666805"/>
            <a:chOff x="0" y="0"/>
            <a:chExt cx="5184711" cy="70236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30F31D0A-1E01-A984-B2D2-07CB87A15F1E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D9639D20-D206-2272-F3C5-B18CE5E65FFD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68084A4D-8995-8DF6-7088-91C159ABC699}"/>
              </a:ext>
            </a:extLst>
          </p:cNvPr>
          <p:cNvSpPr/>
          <p:nvPr/>
        </p:nvSpPr>
        <p:spPr>
          <a:xfrm>
            <a:off x="15872392" y="2091327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62697061-09D2-E563-9EEE-64DDEF798D80}"/>
              </a:ext>
            </a:extLst>
          </p:cNvPr>
          <p:cNvSpPr/>
          <p:nvPr/>
        </p:nvSpPr>
        <p:spPr>
          <a:xfrm>
            <a:off x="16901092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48356212-8BB1-481C-CBA2-D05CFC522FFE}"/>
              </a:ext>
            </a:extLst>
          </p:cNvPr>
          <p:cNvSpPr/>
          <p:nvPr/>
        </p:nvSpPr>
        <p:spPr>
          <a:xfrm flipH="1">
            <a:off x="-1389129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98311788-93E1-DE08-2064-ACC74D416500}"/>
              </a:ext>
            </a:extLst>
          </p:cNvPr>
          <p:cNvSpPr/>
          <p:nvPr/>
        </p:nvSpPr>
        <p:spPr>
          <a:xfrm flipH="1">
            <a:off x="-360429" y="2459791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66DEF64A-C4CB-39A7-71F6-5DEB2EA65631}"/>
              </a:ext>
            </a:extLst>
          </p:cNvPr>
          <p:cNvSpPr txBox="1"/>
          <p:nvPr/>
        </p:nvSpPr>
        <p:spPr>
          <a:xfrm>
            <a:off x="783615" y="758816"/>
            <a:ext cx="17197243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s-MX" sz="7500" b="1" dirty="0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UN REPASO</a:t>
            </a:r>
            <a:endParaRPr lang="en-US" sz="7500" b="1" dirty="0">
              <a:solidFill>
                <a:srgbClr val="FFFFFF"/>
              </a:solidFill>
              <a:latin typeface="Lato Bold"/>
              <a:ea typeface="Lato Bold"/>
              <a:cs typeface="Lato Bold"/>
              <a:sym typeface="Lato Bold"/>
            </a:endParaRPr>
          </a:p>
        </p:txBody>
      </p:sp>
      <p:grpSp>
        <p:nvGrpSpPr>
          <p:cNvPr id="82" name="Grupo 81">
            <a:extLst>
              <a:ext uri="{FF2B5EF4-FFF2-40B4-BE49-F238E27FC236}">
                <a16:creationId xmlns:a16="http://schemas.microsoft.com/office/drawing/2014/main" id="{48447213-EAB5-7C14-8F61-2ED042D69DE2}"/>
              </a:ext>
            </a:extLst>
          </p:cNvPr>
          <p:cNvGrpSpPr/>
          <p:nvPr/>
        </p:nvGrpSpPr>
        <p:grpSpPr>
          <a:xfrm>
            <a:off x="-228601" y="-478361"/>
            <a:ext cx="2905050" cy="1476032"/>
            <a:chOff x="-228601" y="-478361"/>
            <a:chExt cx="2905050" cy="1476032"/>
          </a:xfrm>
        </p:grpSpPr>
        <p:grpSp>
          <p:nvGrpSpPr>
            <p:cNvPr id="83" name="Group 10">
              <a:extLst>
                <a:ext uri="{FF2B5EF4-FFF2-40B4-BE49-F238E27FC236}">
                  <a16:creationId xmlns:a16="http://schemas.microsoft.com/office/drawing/2014/main" id="{6495FB60-163F-35DA-7B9F-246AADFB72CF}"/>
                </a:ext>
              </a:extLst>
            </p:cNvPr>
            <p:cNvGrpSpPr/>
            <p:nvPr/>
          </p:nvGrpSpPr>
          <p:grpSpPr>
            <a:xfrm>
              <a:off x="-228601" y="-478361"/>
              <a:ext cx="2905050" cy="1221311"/>
              <a:chOff x="0" y="0"/>
              <a:chExt cx="1355852" cy="720510"/>
            </a:xfrm>
          </p:grpSpPr>
          <p:sp>
            <p:nvSpPr>
              <p:cNvPr id="85" name="Freeform 11">
                <a:extLst>
                  <a:ext uri="{FF2B5EF4-FFF2-40B4-BE49-F238E27FC236}">
                    <a16:creationId xmlns:a16="http://schemas.microsoft.com/office/drawing/2014/main" id="{2BBF17DE-2391-444A-F6FB-FAA91A9547DF}"/>
                  </a:ext>
                </a:extLst>
              </p:cNvPr>
              <p:cNvSpPr/>
              <p:nvPr/>
            </p:nvSpPr>
            <p:spPr>
              <a:xfrm>
                <a:off x="0" y="0"/>
                <a:ext cx="1355852" cy="720510"/>
              </a:xfrm>
              <a:custGeom>
                <a:avLst/>
                <a:gdLst/>
                <a:ahLst/>
                <a:cxnLst/>
                <a:rect l="l" t="t" r="r" b="b"/>
                <a:pathLst>
                  <a:path w="1355852" h="720510">
                    <a:moveTo>
                      <a:pt x="150387" y="0"/>
                    </a:moveTo>
                    <a:lnTo>
                      <a:pt x="1205465" y="0"/>
                    </a:lnTo>
                    <a:cubicBezTo>
                      <a:pt x="1245350" y="0"/>
                      <a:pt x="1283602" y="15844"/>
                      <a:pt x="1311805" y="44047"/>
                    </a:cubicBezTo>
                    <a:cubicBezTo>
                      <a:pt x="1340008" y="72250"/>
                      <a:pt x="1355852" y="110502"/>
                      <a:pt x="1355852" y="150387"/>
                    </a:cubicBezTo>
                    <a:lnTo>
                      <a:pt x="1355852" y="570123"/>
                    </a:lnTo>
                    <a:cubicBezTo>
                      <a:pt x="1355852" y="653179"/>
                      <a:pt x="1288522" y="720510"/>
                      <a:pt x="1205465" y="720510"/>
                    </a:cubicBezTo>
                    <a:lnTo>
                      <a:pt x="150387" y="720510"/>
                    </a:lnTo>
                    <a:cubicBezTo>
                      <a:pt x="67331" y="720510"/>
                      <a:pt x="0" y="653179"/>
                      <a:pt x="0" y="570123"/>
                    </a:cubicBezTo>
                    <a:lnTo>
                      <a:pt x="0" y="150387"/>
                    </a:lnTo>
                    <a:cubicBezTo>
                      <a:pt x="0" y="67331"/>
                      <a:pt x="67331" y="0"/>
                      <a:pt x="150387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86" name="TextBox 12">
                <a:extLst>
                  <a:ext uri="{FF2B5EF4-FFF2-40B4-BE49-F238E27FC236}">
                    <a16:creationId xmlns:a16="http://schemas.microsoft.com/office/drawing/2014/main" id="{D2C78BBE-9E5C-52D1-6863-B287437B0E2D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5852" cy="739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pic>
          <p:nvPicPr>
            <p:cNvPr id="84" name="Imagen 83">
              <a:extLst>
                <a:ext uri="{FF2B5EF4-FFF2-40B4-BE49-F238E27FC236}">
                  <a16:creationId xmlns:a16="http://schemas.microsoft.com/office/drawing/2014/main" id="{1092D756-8F17-6E43-CF3E-250A701761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1" y="-375754"/>
              <a:ext cx="1373425" cy="1373425"/>
            </a:xfrm>
            <a:prstGeom prst="rect">
              <a:avLst/>
            </a:prstGeom>
          </p:spPr>
        </p:pic>
      </p:grpSp>
      <p:grpSp>
        <p:nvGrpSpPr>
          <p:cNvPr id="87" name="Group 13">
            <a:extLst>
              <a:ext uri="{FF2B5EF4-FFF2-40B4-BE49-F238E27FC236}">
                <a16:creationId xmlns:a16="http://schemas.microsoft.com/office/drawing/2014/main" id="{80E03CB9-1451-6BD9-BCD0-3AA3A98F72F6}"/>
              </a:ext>
            </a:extLst>
          </p:cNvPr>
          <p:cNvGrpSpPr/>
          <p:nvPr/>
        </p:nvGrpSpPr>
        <p:grpSpPr>
          <a:xfrm>
            <a:off x="453113" y="3841080"/>
            <a:ext cx="8545430" cy="4772643"/>
            <a:chOff x="0" y="0"/>
            <a:chExt cx="1351154" cy="731404"/>
          </a:xfrm>
        </p:grpSpPr>
        <p:sp>
          <p:nvSpPr>
            <p:cNvPr id="88" name="Freeform 14">
              <a:extLst>
                <a:ext uri="{FF2B5EF4-FFF2-40B4-BE49-F238E27FC236}">
                  <a16:creationId xmlns:a16="http://schemas.microsoft.com/office/drawing/2014/main" id="{8E7F1F99-E357-8F12-62FD-A729B40DABED}"/>
                </a:ext>
              </a:extLst>
            </p:cNvPr>
            <p:cNvSpPr/>
            <p:nvPr/>
          </p:nvSpPr>
          <p:spPr>
            <a:xfrm>
              <a:off x="0" y="0"/>
              <a:ext cx="1351154" cy="731404"/>
            </a:xfrm>
            <a:custGeom>
              <a:avLst/>
              <a:gdLst/>
              <a:ahLst/>
              <a:cxnLst/>
              <a:rect l="l" t="t" r="r" b="b"/>
              <a:pathLst>
                <a:path w="1351154" h="731404">
                  <a:moveTo>
                    <a:pt x="23027" y="0"/>
                  </a:moveTo>
                  <a:lnTo>
                    <a:pt x="1328127" y="0"/>
                  </a:lnTo>
                  <a:cubicBezTo>
                    <a:pt x="1340845" y="0"/>
                    <a:pt x="1351154" y="10310"/>
                    <a:pt x="1351154" y="23027"/>
                  </a:cubicBezTo>
                  <a:lnTo>
                    <a:pt x="1351154" y="708377"/>
                  </a:lnTo>
                  <a:cubicBezTo>
                    <a:pt x="1351154" y="721094"/>
                    <a:pt x="1340845" y="731404"/>
                    <a:pt x="1328127" y="731404"/>
                  </a:cubicBezTo>
                  <a:lnTo>
                    <a:pt x="23027" y="731404"/>
                  </a:lnTo>
                  <a:cubicBezTo>
                    <a:pt x="10310" y="731404"/>
                    <a:pt x="0" y="721094"/>
                    <a:pt x="0" y="708377"/>
                  </a:cubicBezTo>
                  <a:lnTo>
                    <a:pt x="0" y="23027"/>
                  </a:lnTo>
                  <a:cubicBezTo>
                    <a:pt x="0" y="10310"/>
                    <a:pt x="10310" y="0"/>
                    <a:pt x="23027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B4B4B4"/>
              </a:solidFill>
              <a:prstDash val="solid"/>
              <a:round/>
            </a:ln>
          </p:spPr>
          <p:txBody>
            <a:bodyPr/>
            <a:lstStyle/>
            <a:p>
              <a:endParaRPr lang="es-MX" dirty="0"/>
            </a:p>
          </p:txBody>
        </p:sp>
        <p:sp>
          <p:nvSpPr>
            <p:cNvPr id="89" name="TextBox 15">
              <a:extLst>
                <a:ext uri="{FF2B5EF4-FFF2-40B4-BE49-F238E27FC236}">
                  <a16:creationId xmlns:a16="http://schemas.microsoft.com/office/drawing/2014/main" id="{74E5EDE9-AE26-386F-F7A8-05080FF8C52A}"/>
                </a:ext>
              </a:extLst>
            </p:cNvPr>
            <p:cNvSpPr txBox="1"/>
            <p:nvPr/>
          </p:nvSpPr>
          <p:spPr>
            <a:xfrm>
              <a:off x="0" y="-19050"/>
              <a:ext cx="1351154" cy="7504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90" name="TextBox 16">
            <a:extLst>
              <a:ext uri="{FF2B5EF4-FFF2-40B4-BE49-F238E27FC236}">
                <a16:creationId xmlns:a16="http://schemas.microsoft.com/office/drawing/2014/main" id="{018C5B32-0336-0BB2-81E9-4FFC65DD112C}"/>
              </a:ext>
            </a:extLst>
          </p:cNvPr>
          <p:cNvSpPr txBox="1"/>
          <p:nvPr/>
        </p:nvSpPr>
        <p:spPr>
          <a:xfrm>
            <a:off x="742091" y="3920837"/>
            <a:ext cx="7154156" cy="5476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4479"/>
              </a:lnSpc>
            </a:pPr>
            <a:r>
              <a:rPr lang="en-US" sz="3199" spc="-86" dirty="0" err="1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Repositorio</a:t>
            </a:r>
            <a:r>
              <a:rPr lang="en-US" sz="3199" spc="-86" dirty="0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199" spc="-86" dirty="0" err="1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remoto</a:t>
            </a:r>
            <a:endParaRPr lang="en-US" sz="3199" spc="-86" dirty="0">
              <a:solidFill>
                <a:srgbClr val="FF31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91" name="Group 36">
            <a:extLst>
              <a:ext uri="{FF2B5EF4-FFF2-40B4-BE49-F238E27FC236}">
                <a16:creationId xmlns:a16="http://schemas.microsoft.com/office/drawing/2014/main" id="{FF312028-620A-8364-952A-3FAB9BA25521}"/>
              </a:ext>
            </a:extLst>
          </p:cNvPr>
          <p:cNvGrpSpPr/>
          <p:nvPr/>
        </p:nvGrpSpPr>
        <p:grpSpPr>
          <a:xfrm>
            <a:off x="9334599" y="3836833"/>
            <a:ext cx="8767116" cy="4776890"/>
            <a:chOff x="0" y="0"/>
            <a:chExt cx="1351154" cy="731404"/>
          </a:xfrm>
        </p:grpSpPr>
        <p:sp>
          <p:nvSpPr>
            <p:cNvPr id="92" name="Freeform 37">
              <a:extLst>
                <a:ext uri="{FF2B5EF4-FFF2-40B4-BE49-F238E27FC236}">
                  <a16:creationId xmlns:a16="http://schemas.microsoft.com/office/drawing/2014/main" id="{03FC3B18-AF75-B216-64A8-42F2DA4F51E2}"/>
                </a:ext>
              </a:extLst>
            </p:cNvPr>
            <p:cNvSpPr/>
            <p:nvPr/>
          </p:nvSpPr>
          <p:spPr>
            <a:xfrm>
              <a:off x="0" y="0"/>
              <a:ext cx="1351154" cy="731404"/>
            </a:xfrm>
            <a:custGeom>
              <a:avLst/>
              <a:gdLst/>
              <a:ahLst/>
              <a:cxnLst/>
              <a:rect l="l" t="t" r="r" b="b"/>
              <a:pathLst>
                <a:path w="1351154" h="731404">
                  <a:moveTo>
                    <a:pt x="23027" y="0"/>
                  </a:moveTo>
                  <a:lnTo>
                    <a:pt x="1328127" y="0"/>
                  </a:lnTo>
                  <a:cubicBezTo>
                    <a:pt x="1340845" y="0"/>
                    <a:pt x="1351154" y="10310"/>
                    <a:pt x="1351154" y="23027"/>
                  </a:cubicBezTo>
                  <a:lnTo>
                    <a:pt x="1351154" y="708377"/>
                  </a:lnTo>
                  <a:cubicBezTo>
                    <a:pt x="1351154" y="721094"/>
                    <a:pt x="1340845" y="731404"/>
                    <a:pt x="1328127" y="731404"/>
                  </a:cubicBezTo>
                  <a:lnTo>
                    <a:pt x="23027" y="731404"/>
                  </a:lnTo>
                  <a:cubicBezTo>
                    <a:pt x="10310" y="731404"/>
                    <a:pt x="0" y="721094"/>
                    <a:pt x="0" y="708377"/>
                  </a:cubicBezTo>
                  <a:lnTo>
                    <a:pt x="0" y="23027"/>
                  </a:lnTo>
                  <a:cubicBezTo>
                    <a:pt x="0" y="10310"/>
                    <a:pt x="10310" y="0"/>
                    <a:pt x="23027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B4B4B4"/>
              </a:solidFill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93" name="TextBox 38">
              <a:extLst>
                <a:ext uri="{FF2B5EF4-FFF2-40B4-BE49-F238E27FC236}">
                  <a16:creationId xmlns:a16="http://schemas.microsoft.com/office/drawing/2014/main" id="{89DBD219-70A5-A1C5-8D4A-297DAF5CC797}"/>
                </a:ext>
              </a:extLst>
            </p:cNvPr>
            <p:cNvSpPr txBox="1"/>
            <p:nvPr/>
          </p:nvSpPr>
          <p:spPr>
            <a:xfrm>
              <a:off x="0" y="-19050"/>
              <a:ext cx="1351154" cy="7504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94" name="TextBox 39">
            <a:extLst>
              <a:ext uri="{FF2B5EF4-FFF2-40B4-BE49-F238E27FC236}">
                <a16:creationId xmlns:a16="http://schemas.microsoft.com/office/drawing/2014/main" id="{27BBE529-0804-C7E7-7FC0-0B6925DFD3BE}"/>
              </a:ext>
            </a:extLst>
          </p:cNvPr>
          <p:cNvSpPr txBox="1"/>
          <p:nvPr/>
        </p:nvSpPr>
        <p:spPr>
          <a:xfrm>
            <a:off x="9514797" y="3977686"/>
            <a:ext cx="7339749" cy="5476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4479"/>
              </a:lnSpc>
            </a:pPr>
            <a:r>
              <a:rPr lang="en-US" sz="3199" spc="-86" dirty="0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Mi </a:t>
            </a:r>
            <a:r>
              <a:rPr lang="en-US" sz="3199" spc="-86" dirty="0" err="1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máquina</a:t>
            </a:r>
            <a:r>
              <a:rPr lang="en-US" sz="3199" spc="-86" dirty="0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 local</a:t>
            </a:r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B9ED7835-2F15-DB12-0214-1AA184AF065C}"/>
              </a:ext>
            </a:extLst>
          </p:cNvPr>
          <p:cNvSpPr/>
          <p:nvPr/>
        </p:nvSpPr>
        <p:spPr>
          <a:xfrm>
            <a:off x="2355114" y="7538246"/>
            <a:ext cx="741226" cy="755406"/>
          </a:xfrm>
          <a:custGeom>
            <a:avLst/>
            <a:gdLst/>
            <a:ahLst/>
            <a:cxnLst/>
            <a:rect l="l" t="t" r="r" b="b"/>
            <a:pathLst>
              <a:path w="1155311" h="1155311">
                <a:moveTo>
                  <a:pt x="0" y="0"/>
                </a:moveTo>
                <a:lnTo>
                  <a:pt x="1155311" y="0"/>
                </a:lnTo>
                <a:lnTo>
                  <a:pt x="1155311" y="1155311"/>
                </a:lnTo>
                <a:lnTo>
                  <a:pt x="0" y="11553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97D5F4FC-9945-D2D1-BC12-1EAF361276E6}"/>
              </a:ext>
            </a:extLst>
          </p:cNvPr>
          <p:cNvSpPr/>
          <p:nvPr/>
        </p:nvSpPr>
        <p:spPr>
          <a:xfrm>
            <a:off x="1656265" y="7974170"/>
            <a:ext cx="3727760" cy="0"/>
          </a:xfrm>
          <a:prstGeom prst="line">
            <a:avLst/>
          </a:prstGeom>
          <a:ln w="57150" cap="flat">
            <a:solidFill>
              <a:srgbClr val="F15226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19" name="Freeform 19">
            <a:extLst>
              <a:ext uri="{FF2B5EF4-FFF2-40B4-BE49-F238E27FC236}">
                <a16:creationId xmlns:a16="http://schemas.microsoft.com/office/drawing/2014/main" id="{0D193162-E504-EED7-F2F2-1D217931C77D}"/>
              </a:ext>
            </a:extLst>
          </p:cNvPr>
          <p:cNvSpPr/>
          <p:nvPr/>
        </p:nvSpPr>
        <p:spPr>
          <a:xfrm>
            <a:off x="537211" y="7100741"/>
            <a:ext cx="1129912" cy="1225993"/>
          </a:xfrm>
          <a:custGeom>
            <a:avLst/>
            <a:gdLst/>
            <a:ahLst/>
            <a:cxnLst/>
            <a:rect l="l" t="t" r="r" b="b"/>
            <a:pathLst>
              <a:path w="2286436" h="2286436">
                <a:moveTo>
                  <a:pt x="0" y="0"/>
                </a:moveTo>
                <a:lnTo>
                  <a:pt x="2286436" y="0"/>
                </a:lnTo>
                <a:lnTo>
                  <a:pt x="2286436" y="2286436"/>
                </a:lnTo>
                <a:lnTo>
                  <a:pt x="0" y="22864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27" name="Freeform 27">
            <a:extLst>
              <a:ext uri="{FF2B5EF4-FFF2-40B4-BE49-F238E27FC236}">
                <a16:creationId xmlns:a16="http://schemas.microsoft.com/office/drawing/2014/main" id="{D27A16B5-1A3C-DFB3-D896-75EFFEF93B71}"/>
              </a:ext>
            </a:extLst>
          </p:cNvPr>
          <p:cNvSpPr/>
          <p:nvPr/>
        </p:nvSpPr>
        <p:spPr>
          <a:xfrm>
            <a:off x="5839566" y="6364135"/>
            <a:ext cx="901338" cy="47207"/>
          </a:xfrm>
          <a:custGeom>
            <a:avLst/>
            <a:gdLst/>
            <a:ahLst/>
            <a:cxnLst/>
            <a:rect l="l" t="t" r="r" b="b"/>
            <a:pathLst>
              <a:path w="832264">
                <a:moveTo>
                  <a:pt x="832264" y="0"/>
                </a:moveTo>
                <a:lnTo>
                  <a:pt x="0" y="0"/>
                </a:lnTo>
              </a:path>
            </a:pathLst>
          </a:custGeom>
          <a:ln w="57150" cap="flat">
            <a:solidFill>
              <a:srgbClr val="7ED957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28" name="Freeform 28">
            <a:extLst>
              <a:ext uri="{FF2B5EF4-FFF2-40B4-BE49-F238E27FC236}">
                <a16:creationId xmlns:a16="http://schemas.microsoft.com/office/drawing/2014/main" id="{B8EF9A46-F8B4-6B82-E028-F80FE01DECC4}"/>
              </a:ext>
            </a:extLst>
          </p:cNvPr>
          <p:cNvSpPr/>
          <p:nvPr/>
        </p:nvSpPr>
        <p:spPr>
          <a:xfrm>
            <a:off x="5415484" y="6600070"/>
            <a:ext cx="146476" cy="1022544"/>
          </a:xfrm>
          <a:custGeom>
            <a:avLst/>
            <a:gdLst/>
            <a:ahLst/>
            <a:cxnLst/>
            <a:rect l="l" t="t" r="r" b="b"/>
            <a:pathLst>
              <a:path w="1995163" h="1353803">
                <a:moveTo>
                  <a:pt x="0" y="1353803"/>
                </a:moveTo>
                <a:lnTo>
                  <a:pt x="0" y="881060"/>
                </a:lnTo>
                <a:cubicBezTo>
                  <a:pt x="0" y="820432"/>
                  <a:pt x="24084" y="762286"/>
                  <a:pt x="66955" y="719415"/>
                </a:cubicBezTo>
                <a:cubicBezTo>
                  <a:pt x="109826" y="676545"/>
                  <a:pt x="167971" y="652460"/>
                  <a:pt x="228600" y="652460"/>
                </a:cubicBezTo>
                <a:lnTo>
                  <a:pt x="1411680" y="652460"/>
                </a:lnTo>
                <a:cubicBezTo>
                  <a:pt x="1537932" y="652460"/>
                  <a:pt x="1640280" y="550112"/>
                  <a:pt x="1640280" y="423860"/>
                </a:cubicBezTo>
                <a:lnTo>
                  <a:pt x="1640280" y="177441"/>
                </a:lnTo>
                <a:cubicBezTo>
                  <a:pt x="1640280" y="130381"/>
                  <a:pt x="1658975" y="85248"/>
                  <a:pt x="1692251" y="51971"/>
                </a:cubicBezTo>
                <a:cubicBezTo>
                  <a:pt x="1725528" y="18694"/>
                  <a:pt x="1770661" y="0"/>
                  <a:pt x="1817722" y="0"/>
                </a:cubicBezTo>
                <a:lnTo>
                  <a:pt x="1995163" y="0"/>
                </a:lnTo>
              </a:path>
            </a:pathLst>
          </a:custGeom>
          <a:ln w="57150" cap="flat">
            <a:solidFill>
              <a:srgbClr val="7ED957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A9BC75CB-A334-DE10-EF48-F5EBB576DA11}"/>
              </a:ext>
            </a:extLst>
          </p:cNvPr>
          <p:cNvSpPr txBox="1"/>
          <p:nvPr/>
        </p:nvSpPr>
        <p:spPr>
          <a:xfrm>
            <a:off x="5819288" y="7581371"/>
            <a:ext cx="2415608" cy="4755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master/main</a:t>
            </a:r>
          </a:p>
        </p:txBody>
      </p:sp>
      <p:sp>
        <p:nvSpPr>
          <p:cNvPr id="56" name="TextBox 35">
            <a:extLst>
              <a:ext uri="{FF2B5EF4-FFF2-40B4-BE49-F238E27FC236}">
                <a16:creationId xmlns:a16="http://schemas.microsoft.com/office/drawing/2014/main" id="{D6A0BBC7-B5B0-E769-729D-05373B91A632}"/>
              </a:ext>
            </a:extLst>
          </p:cNvPr>
          <p:cNvSpPr txBox="1"/>
          <p:nvPr/>
        </p:nvSpPr>
        <p:spPr>
          <a:xfrm>
            <a:off x="7301248" y="6058774"/>
            <a:ext cx="2415608" cy="4755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develop</a:t>
            </a:r>
          </a:p>
        </p:txBody>
      </p:sp>
      <p:sp>
        <p:nvSpPr>
          <p:cNvPr id="22" name="Freeform 16">
            <a:extLst>
              <a:ext uri="{FF2B5EF4-FFF2-40B4-BE49-F238E27FC236}">
                <a16:creationId xmlns:a16="http://schemas.microsoft.com/office/drawing/2014/main" id="{8DDDAA84-133E-B0A2-082B-C10F43531607}"/>
              </a:ext>
            </a:extLst>
          </p:cNvPr>
          <p:cNvSpPr/>
          <p:nvPr/>
        </p:nvSpPr>
        <p:spPr>
          <a:xfrm>
            <a:off x="3682607" y="7538246"/>
            <a:ext cx="741226" cy="755406"/>
          </a:xfrm>
          <a:custGeom>
            <a:avLst/>
            <a:gdLst/>
            <a:ahLst/>
            <a:cxnLst/>
            <a:rect l="l" t="t" r="r" b="b"/>
            <a:pathLst>
              <a:path w="1155311" h="1155311">
                <a:moveTo>
                  <a:pt x="0" y="0"/>
                </a:moveTo>
                <a:lnTo>
                  <a:pt x="1155311" y="0"/>
                </a:lnTo>
                <a:lnTo>
                  <a:pt x="1155311" y="1155311"/>
                </a:lnTo>
                <a:lnTo>
                  <a:pt x="0" y="11553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24" name="Freeform 16">
            <a:extLst>
              <a:ext uri="{FF2B5EF4-FFF2-40B4-BE49-F238E27FC236}">
                <a16:creationId xmlns:a16="http://schemas.microsoft.com/office/drawing/2014/main" id="{AC4C8A2C-0FA4-30CA-2994-54613C85399D}"/>
              </a:ext>
            </a:extLst>
          </p:cNvPr>
          <p:cNvSpPr/>
          <p:nvPr/>
        </p:nvSpPr>
        <p:spPr>
          <a:xfrm>
            <a:off x="4965640" y="7560894"/>
            <a:ext cx="741226" cy="755406"/>
          </a:xfrm>
          <a:custGeom>
            <a:avLst/>
            <a:gdLst/>
            <a:ahLst/>
            <a:cxnLst/>
            <a:rect l="l" t="t" r="r" b="b"/>
            <a:pathLst>
              <a:path w="1155311" h="1155311">
                <a:moveTo>
                  <a:pt x="0" y="0"/>
                </a:moveTo>
                <a:lnTo>
                  <a:pt x="1155311" y="0"/>
                </a:lnTo>
                <a:lnTo>
                  <a:pt x="1155311" y="1155311"/>
                </a:lnTo>
                <a:lnTo>
                  <a:pt x="0" y="11553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25" name="Freeform 25">
            <a:extLst>
              <a:ext uri="{FF2B5EF4-FFF2-40B4-BE49-F238E27FC236}">
                <a16:creationId xmlns:a16="http://schemas.microsoft.com/office/drawing/2014/main" id="{96ABDF41-0CE5-BCDE-1965-AFAD29891BE9}"/>
              </a:ext>
            </a:extLst>
          </p:cNvPr>
          <p:cNvSpPr/>
          <p:nvPr/>
        </p:nvSpPr>
        <p:spPr>
          <a:xfrm>
            <a:off x="5200285" y="5996889"/>
            <a:ext cx="711834" cy="693540"/>
          </a:xfrm>
          <a:custGeom>
            <a:avLst/>
            <a:gdLst/>
            <a:ahLst/>
            <a:cxnLst/>
            <a:rect l="l" t="t" r="r" b="b"/>
            <a:pathLst>
              <a:path w="971079" h="971079">
                <a:moveTo>
                  <a:pt x="0" y="0"/>
                </a:moveTo>
                <a:lnTo>
                  <a:pt x="971079" y="0"/>
                </a:lnTo>
                <a:lnTo>
                  <a:pt x="971079" y="971079"/>
                </a:lnTo>
                <a:lnTo>
                  <a:pt x="0" y="9710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6" name="Freeform 25">
            <a:extLst>
              <a:ext uri="{FF2B5EF4-FFF2-40B4-BE49-F238E27FC236}">
                <a16:creationId xmlns:a16="http://schemas.microsoft.com/office/drawing/2014/main" id="{8DE62CC7-EA07-5578-4DB4-41C90DD94977}"/>
              </a:ext>
            </a:extLst>
          </p:cNvPr>
          <p:cNvSpPr/>
          <p:nvPr/>
        </p:nvSpPr>
        <p:spPr>
          <a:xfrm>
            <a:off x="6449816" y="5956047"/>
            <a:ext cx="711834" cy="693540"/>
          </a:xfrm>
          <a:custGeom>
            <a:avLst/>
            <a:gdLst/>
            <a:ahLst/>
            <a:cxnLst/>
            <a:rect l="l" t="t" r="r" b="b"/>
            <a:pathLst>
              <a:path w="971079" h="971079">
                <a:moveTo>
                  <a:pt x="0" y="0"/>
                </a:moveTo>
                <a:lnTo>
                  <a:pt x="971079" y="0"/>
                </a:lnTo>
                <a:lnTo>
                  <a:pt x="971079" y="971079"/>
                </a:lnTo>
                <a:lnTo>
                  <a:pt x="0" y="9710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63" name="TextBox 35">
            <a:extLst>
              <a:ext uri="{FF2B5EF4-FFF2-40B4-BE49-F238E27FC236}">
                <a16:creationId xmlns:a16="http://schemas.microsoft.com/office/drawing/2014/main" id="{4886DF64-8562-85B9-4DEB-D678311E8129}"/>
              </a:ext>
            </a:extLst>
          </p:cNvPr>
          <p:cNvSpPr txBox="1"/>
          <p:nvPr/>
        </p:nvSpPr>
        <p:spPr>
          <a:xfrm>
            <a:off x="12226822" y="4646247"/>
            <a:ext cx="2773816" cy="4755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feat/mi-</a:t>
            </a:r>
            <a:r>
              <a:rPr lang="en-US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rama</a:t>
            </a:r>
            <a:endParaRPr lang="en-US" sz="2799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02" name="Grupo 101">
            <a:extLst>
              <a:ext uri="{FF2B5EF4-FFF2-40B4-BE49-F238E27FC236}">
                <a16:creationId xmlns:a16="http://schemas.microsoft.com/office/drawing/2014/main" id="{16AA5426-DE93-A3B8-7D6C-54D338BBF684}"/>
              </a:ext>
            </a:extLst>
          </p:cNvPr>
          <p:cNvGrpSpPr/>
          <p:nvPr/>
        </p:nvGrpSpPr>
        <p:grpSpPr>
          <a:xfrm>
            <a:off x="14794461" y="4628281"/>
            <a:ext cx="2094107" cy="1437109"/>
            <a:chOff x="14794461" y="4628281"/>
            <a:chExt cx="2094107" cy="143710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A0611812-39F8-D027-7486-D0879256A831}"/>
                </a:ext>
              </a:extLst>
            </p:cNvPr>
            <p:cNvSpPr/>
            <p:nvPr/>
          </p:nvSpPr>
          <p:spPr>
            <a:xfrm>
              <a:off x="14794461" y="4709336"/>
              <a:ext cx="652215" cy="630586"/>
            </a:xfrm>
            <a:custGeom>
              <a:avLst/>
              <a:gdLst/>
              <a:ahLst/>
              <a:cxnLst/>
              <a:rect l="l" t="t" r="r" b="b"/>
              <a:pathLst>
                <a:path w="971079" h="971079">
                  <a:moveTo>
                    <a:pt x="0" y="0"/>
                  </a:moveTo>
                  <a:lnTo>
                    <a:pt x="971079" y="0"/>
                  </a:lnTo>
                  <a:lnTo>
                    <a:pt x="971079" y="971079"/>
                  </a:lnTo>
                  <a:lnTo>
                    <a:pt x="0" y="971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3429BCEB-5D16-0CEF-13A6-69F7F16DA3A4}"/>
                </a:ext>
              </a:extLst>
            </p:cNvPr>
            <p:cNvSpPr/>
            <p:nvPr/>
          </p:nvSpPr>
          <p:spPr>
            <a:xfrm>
              <a:off x="15112596" y="5089587"/>
              <a:ext cx="668160" cy="975803"/>
            </a:xfrm>
            <a:custGeom>
              <a:avLst/>
              <a:gdLst/>
              <a:ahLst/>
              <a:cxnLst/>
              <a:rect l="l" t="t" r="r" b="b"/>
              <a:pathLst>
                <a:path w="591125" h="1756857">
                  <a:moveTo>
                    <a:pt x="591125" y="1756856"/>
                  </a:moveTo>
                  <a:lnTo>
                    <a:pt x="591125" y="1107028"/>
                  </a:lnTo>
                  <a:cubicBezTo>
                    <a:pt x="591125" y="1046399"/>
                    <a:pt x="567041" y="988254"/>
                    <a:pt x="524170" y="945383"/>
                  </a:cubicBezTo>
                  <a:cubicBezTo>
                    <a:pt x="481300" y="902512"/>
                    <a:pt x="423154" y="878428"/>
                    <a:pt x="362525" y="878428"/>
                  </a:cubicBezTo>
                  <a:lnTo>
                    <a:pt x="228600" y="878428"/>
                  </a:lnTo>
                  <a:cubicBezTo>
                    <a:pt x="167971" y="878428"/>
                    <a:pt x="109826" y="854343"/>
                    <a:pt x="66956" y="811472"/>
                  </a:cubicBezTo>
                  <a:cubicBezTo>
                    <a:pt x="24085" y="768602"/>
                    <a:pt x="0" y="710457"/>
                    <a:pt x="0" y="649828"/>
                  </a:cubicBezTo>
                  <a:lnTo>
                    <a:pt x="0" y="0"/>
                  </a:lnTo>
                </a:path>
              </a:pathLst>
            </a:custGeom>
            <a:ln w="57150" cap="flat">
              <a:solidFill>
                <a:srgbClr val="8C52FF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61" name="Freeform 34">
              <a:extLst>
                <a:ext uri="{FF2B5EF4-FFF2-40B4-BE49-F238E27FC236}">
                  <a16:creationId xmlns:a16="http://schemas.microsoft.com/office/drawing/2014/main" id="{07CBD284-A8CF-6B8B-E17E-0B8242E3D9C1}"/>
                </a:ext>
              </a:extLst>
            </p:cNvPr>
            <p:cNvSpPr/>
            <p:nvPr/>
          </p:nvSpPr>
          <p:spPr>
            <a:xfrm flipV="1">
              <a:off x="15372117" y="4905442"/>
              <a:ext cx="1134091" cy="45719"/>
            </a:xfrm>
            <a:custGeom>
              <a:avLst/>
              <a:gdLst/>
              <a:ahLst/>
              <a:cxnLst/>
              <a:rect l="l" t="t" r="r" b="b"/>
              <a:pathLst>
                <a:path w="567046">
                  <a:moveTo>
                    <a:pt x="0" y="0"/>
                  </a:moveTo>
                  <a:lnTo>
                    <a:pt x="567046" y="0"/>
                  </a:lnTo>
                </a:path>
              </a:pathLst>
            </a:custGeom>
            <a:ln w="57150" cap="flat">
              <a:solidFill>
                <a:srgbClr val="8C52FF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62" name="Freeform 29">
              <a:extLst>
                <a:ext uri="{FF2B5EF4-FFF2-40B4-BE49-F238E27FC236}">
                  <a16:creationId xmlns:a16="http://schemas.microsoft.com/office/drawing/2014/main" id="{92EE9CD5-483B-B5B2-8186-AB87A7A57F62}"/>
                </a:ext>
              </a:extLst>
            </p:cNvPr>
            <p:cNvSpPr/>
            <p:nvPr/>
          </p:nvSpPr>
          <p:spPr>
            <a:xfrm>
              <a:off x="16236353" y="4628281"/>
              <a:ext cx="652215" cy="630586"/>
            </a:xfrm>
            <a:custGeom>
              <a:avLst/>
              <a:gdLst/>
              <a:ahLst/>
              <a:cxnLst/>
              <a:rect l="l" t="t" r="r" b="b"/>
              <a:pathLst>
                <a:path w="971079" h="971079">
                  <a:moveTo>
                    <a:pt x="0" y="0"/>
                  </a:moveTo>
                  <a:lnTo>
                    <a:pt x="971079" y="0"/>
                  </a:lnTo>
                  <a:lnTo>
                    <a:pt x="971079" y="971079"/>
                  </a:lnTo>
                  <a:lnTo>
                    <a:pt x="0" y="971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5" name="Grupo 14">
            <a:extLst>
              <a:ext uri="{FF2B5EF4-FFF2-40B4-BE49-F238E27FC236}">
                <a16:creationId xmlns:a16="http://schemas.microsoft.com/office/drawing/2014/main" id="{B32DE2D8-A245-4B68-B454-F26CF5BEF6E8}"/>
              </a:ext>
            </a:extLst>
          </p:cNvPr>
          <p:cNvGrpSpPr/>
          <p:nvPr/>
        </p:nvGrpSpPr>
        <p:grpSpPr>
          <a:xfrm>
            <a:off x="9507209" y="5911124"/>
            <a:ext cx="9179645" cy="2370687"/>
            <a:chOff x="535332" y="5924808"/>
            <a:chExt cx="9179645" cy="2370687"/>
          </a:xfrm>
        </p:grpSpPr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A7A8E114-3A15-AB29-9647-8F8133F089C2}"/>
                </a:ext>
              </a:extLst>
            </p:cNvPr>
            <p:cNvSpPr/>
            <p:nvPr/>
          </p:nvSpPr>
          <p:spPr>
            <a:xfrm>
              <a:off x="2353235" y="7507007"/>
              <a:ext cx="741226" cy="755406"/>
            </a:xfrm>
            <a:custGeom>
              <a:avLst/>
              <a:gdLst/>
              <a:ahLst/>
              <a:cxnLst/>
              <a:rect l="l" t="t" r="r" b="b"/>
              <a:pathLst>
                <a:path w="1155311" h="1155311">
                  <a:moveTo>
                    <a:pt x="0" y="0"/>
                  </a:moveTo>
                  <a:lnTo>
                    <a:pt x="1155311" y="0"/>
                  </a:lnTo>
                  <a:lnTo>
                    <a:pt x="1155311" y="1155311"/>
                  </a:lnTo>
                  <a:lnTo>
                    <a:pt x="0" y="11553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AutoShape 18">
              <a:extLst>
                <a:ext uri="{FF2B5EF4-FFF2-40B4-BE49-F238E27FC236}">
                  <a16:creationId xmlns:a16="http://schemas.microsoft.com/office/drawing/2014/main" id="{28537767-85D0-D53A-F86D-17822D7B9017}"/>
                </a:ext>
              </a:extLst>
            </p:cNvPr>
            <p:cNvSpPr/>
            <p:nvPr/>
          </p:nvSpPr>
          <p:spPr>
            <a:xfrm>
              <a:off x="1654386" y="7942931"/>
              <a:ext cx="3727760" cy="0"/>
            </a:xfrm>
            <a:prstGeom prst="line">
              <a:avLst/>
            </a:prstGeom>
            <a:ln w="57150" cap="flat">
              <a:solidFill>
                <a:srgbClr val="F15226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Freeform 19">
              <a:extLst>
                <a:ext uri="{FF2B5EF4-FFF2-40B4-BE49-F238E27FC236}">
                  <a16:creationId xmlns:a16="http://schemas.microsoft.com/office/drawing/2014/main" id="{E1563033-D259-DA44-8AA9-E41CFA720C45}"/>
                </a:ext>
              </a:extLst>
            </p:cNvPr>
            <p:cNvSpPr/>
            <p:nvPr/>
          </p:nvSpPr>
          <p:spPr>
            <a:xfrm>
              <a:off x="535332" y="7069502"/>
              <a:ext cx="1129912" cy="1225993"/>
            </a:xfrm>
            <a:custGeom>
              <a:avLst/>
              <a:gdLst/>
              <a:ahLst/>
              <a:cxnLst/>
              <a:rect l="l" t="t" r="r" b="b"/>
              <a:pathLst>
                <a:path w="2286436" h="2286436">
                  <a:moveTo>
                    <a:pt x="0" y="0"/>
                  </a:moveTo>
                  <a:lnTo>
                    <a:pt x="2286436" y="0"/>
                  </a:lnTo>
                  <a:lnTo>
                    <a:pt x="2286436" y="2286436"/>
                  </a:lnTo>
                  <a:lnTo>
                    <a:pt x="0" y="22864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26" name="Freeform 27">
              <a:extLst>
                <a:ext uri="{FF2B5EF4-FFF2-40B4-BE49-F238E27FC236}">
                  <a16:creationId xmlns:a16="http://schemas.microsoft.com/office/drawing/2014/main" id="{A2BAF71D-9459-D68A-6558-76F057492844}"/>
                </a:ext>
              </a:extLst>
            </p:cNvPr>
            <p:cNvSpPr/>
            <p:nvPr/>
          </p:nvSpPr>
          <p:spPr>
            <a:xfrm>
              <a:off x="5837687" y="6332896"/>
              <a:ext cx="901338" cy="47207"/>
            </a:xfrm>
            <a:custGeom>
              <a:avLst/>
              <a:gdLst/>
              <a:ahLst/>
              <a:cxnLst/>
              <a:rect l="l" t="t" r="r" b="b"/>
              <a:pathLst>
                <a:path w="832264">
                  <a:moveTo>
                    <a:pt x="832264" y="0"/>
                  </a:moveTo>
                  <a:lnTo>
                    <a:pt x="0" y="0"/>
                  </a:lnTo>
                </a:path>
              </a:pathLst>
            </a:custGeom>
            <a:ln w="57150" cap="flat">
              <a:solidFill>
                <a:srgbClr val="7ED957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31" name="Freeform 28">
              <a:extLst>
                <a:ext uri="{FF2B5EF4-FFF2-40B4-BE49-F238E27FC236}">
                  <a16:creationId xmlns:a16="http://schemas.microsoft.com/office/drawing/2014/main" id="{5B796C88-3789-483F-D4B6-4E4AA49E9F52}"/>
                </a:ext>
              </a:extLst>
            </p:cNvPr>
            <p:cNvSpPr/>
            <p:nvPr/>
          </p:nvSpPr>
          <p:spPr>
            <a:xfrm>
              <a:off x="5413605" y="6568831"/>
              <a:ext cx="146476" cy="1022544"/>
            </a:xfrm>
            <a:custGeom>
              <a:avLst/>
              <a:gdLst/>
              <a:ahLst/>
              <a:cxnLst/>
              <a:rect l="l" t="t" r="r" b="b"/>
              <a:pathLst>
                <a:path w="1995163" h="1353803">
                  <a:moveTo>
                    <a:pt x="0" y="1353803"/>
                  </a:moveTo>
                  <a:lnTo>
                    <a:pt x="0" y="881060"/>
                  </a:lnTo>
                  <a:cubicBezTo>
                    <a:pt x="0" y="820432"/>
                    <a:pt x="24084" y="762286"/>
                    <a:pt x="66955" y="719415"/>
                  </a:cubicBezTo>
                  <a:cubicBezTo>
                    <a:pt x="109826" y="676545"/>
                    <a:pt x="167971" y="652460"/>
                    <a:pt x="228600" y="652460"/>
                  </a:cubicBezTo>
                  <a:lnTo>
                    <a:pt x="1411680" y="652460"/>
                  </a:lnTo>
                  <a:cubicBezTo>
                    <a:pt x="1537932" y="652460"/>
                    <a:pt x="1640280" y="550112"/>
                    <a:pt x="1640280" y="423860"/>
                  </a:cubicBezTo>
                  <a:lnTo>
                    <a:pt x="1640280" y="177441"/>
                  </a:lnTo>
                  <a:cubicBezTo>
                    <a:pt x="1640280" y="130381"/>
                    <a:pt x="1658975" y="85248"/>
                    <a:pt x="1692251" y="51971"/>
                  </a:cubicBezTo>
                  <a:cubicBezTo>
                    <a:pt x="1725528" y="18694"/>
                    <a:pt x="1770661" y="0"/>
                    <a:pt x="1817722" y="0"/>
                  </a:cubicBezTo>
                  <a:lnTo>
                    <a:pt x="1995163" y="0"/>
                  </a:lnTo>
                </a:path>
              </a:pathLst>
            </a:custGeom>
            <a:ln w="57150" cap="flat">
              <a:solidFill>
                <a:srgbClr val="7ED957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32" name="TextBox 35">
              <a:extLst>
                <a:ext uri="{FF2B5EF4-FFF2-40B4-BE49-F238E27FC236}">
                  <a16:creationId xmlns:a16="http://schemas.microsoft.com/office/drawing/2014/main" id="{02F9D22D-8860-9C4C-455C-AF500AB4F001}"/>
                </a:ext>
              </a:extLst>
            </p:cNvPr>
            <p:cNvSpPr txBox="1"/>
            <p:nvPr/>
          </p:nvSpPr>
          <p:spPr>
            <a:xfrm>
              <a:off x="5817409" y="7550132"/>
              <a:ext cx="2415608" cy="47557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1" indent="0" algn="l">
                <a:lnSpc>
                  <a:spcPts val="3919"/>
                </a:lnSpc>
              </a:pPr>
              <a:r>
                <a:rPr lang="en-US" sz="2799" spc="-75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master/main</a:t>
              </a:r>
            </a:p>
          </p:txBody>
        </p:sp>
        <p:sp>
          <p:nvSpPr>
            <p:cNvPr id="33" name="TextBox 35">
              <a:extLst>
                <a:ext uri="{FF2B5EF4-FFF2-40B4-BE49-F238E27FC236}">
                  <a16:creationId xmlns:a16="http://schemas.microsoft.com/office/drawing/2014/main" id="{830E2662-3309-7C7F-87B4-70FFA865B416}"/>
                </a:ext>
              </a:extLst>
            </p:cNvPr>
            <p:cNvSpPr txBox="1"/>
            <p:nvPr/>
          </p:nvSpPr>
          <p:spPr>
            <a:xfrm>
              <a:off x="7299369" y="6027535"/>
              <a:ext cx="2415608" cy="47557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1" indent="0" algn="l">
                <a:lnSpc>
                  <a:spcPts val="3919"/>
                </a:lnSpc>
              </a:pPr>
              <a:r>
                <a:rPr lang="en-US" sz="2799" spc="-75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develop</a:t>
              </a:r>
            </a:p>
          </p:txBody>
        </p:sp>
        <p:sp>
          <p:nvSpPr>
            <p:cNvPr id="34" name="Freeform 16">
              <a:extLst>
                <a:ext uri="{FF2B5EF4-FFF2-40B4-BE49-F238E27FC236}">
                  <a16:creationId xmlns:a16="http://schemas.microsoft.com/office/drawing/2014/main" id="{73CD33BA-3E1E-482C-BBC7-6B5235D139D5}"/>
                </a:ext>
              </a:extLst>
            </p:cNvPr>
            <p:cNvSpPr/>
            <p:nvPr/>
          </p:nvSpPr>
          <p:spPr>
            <a:xfrm>
              <a:off x="3680728" y="7507007"/>
              <a:ext cx="741226" cy="755406"/>
            </a:xfrm>
            <a:custGeom>
              <a:avLst/>
              <a:gdLst/>
              <a:ahLst/>
              <a:cxnLst/>
              <a:rect l="l" t="t" r="r" b="b"/>
              <a:pathLst>
                <a:path w="1155311" h="1155311">
                  <a:moveTo>
                    <a:pt x="0" y="0"/>
                  </a:moveTo>
                  <a:lnTo>
                    <a:pt x="1155311" y="0"/>
                  </a:lnTo>
                  <a:lnTo>
                    <a:pt x="1155311" y="1155311"/>
                  </a:lnTo>
                  <a:lnTo>
                    <a:pt x="0" y="11553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37" name="Freeform 16">
              <a:extLst>
                <a:ext uri="{FF2B5EF4-FFF2-40B4-BE49-F238E27FC236}">
                  <a16:creationId xmlns:a16="http://schemas.microsoft.com/office/drawing/2014/main" id="{E02E26B0-1A7C-3713-1F0E-BCE48D0FEBF5}"/>
                </a:ext>
              </a:extLst>
            </p:cNvPr>
            <p:cNvSpPr/>
            <p:nvPr/>
          </p:nvSpPr>
          <p:spPr>
            <a:xfrm>
              <a:off x="4963761" y="7529655"/>
              <a:ext cx="741226" cy="755406"/>
            </a:xfrm>
            <a:custGeom>
              <a:avLst/>
              <a:gdLst/>
              <a:ahLst/>
              <a:cxnLst/>
              <a:rect l="l" t="t" r="r" b="b"/>
              <a:pathLst>
                <a:path w="1155311" h="1155311">
                  <a:moveTo>
                    <a:pt x="0" y="0"/>
                  </a:moveTo>
                  <a:lnTo>
                    <a:pt x="1155311" y="0"/>
                  </a:lnTo>
                  <a:lnTo>
                    <a:pt x="1155311" y="1155311"/>
                  </a:lnTo>
                  <a:lnTo>
                    <a:pt x="0" y="11553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39" name="Freeform 25">
              <a:extLst>
                <a:ext uri="{FF2B5EF4-FFF2-40B4-BE49-F238E27FC236}">
                  <a16:creationId xmlns:a16="http://schemas.microsoft.com/office/drawing/2014/main" id="{13C89B1A-4312-55A0-5FB0-763BEAB2CE07}"/>
                </a:ext>
              </a:extLst>
            </p:cNvPr>
            <p:cNvSpPr/>
            <p:nvPr/>
          </p:nvSpPr>
          <p:spPr>
            <a:xfrm>
              <a:off x="5198406" y="5965650"/>
              <a:ext cx="711834" cy="693540"/>
            </a:xfrm>
            <a:custGeom>
              <a:avLst/>
              <a:gdLst/>
              <a:ahLst/>
              <a:cxnLst/>
              <a:rect l="l" t="t" r="r" b="b"/>
              <a:pathLst>
                <a:path w="971079" h="971079">
                  <a:moveTo>
                    <a:pt x="0" y="0"/>
                  </a:moveTo>
                  <a:lnTo>
                    <a:pt x="971079" y="0"/>
                  </a:lnTo>
                  <a:lnTo>
                    <a:pt x="971079" y="971079"/>
                  </a:lnTo>
                  <a:lnTo>
                    <a:pt x="0" y="971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41" name="Freeform 25">
              <a:extLst>
                <a:ext uri="{FF2B5EF4-FFF2-40B4-BE49-F238E27FC236}">
                  <a16:creationId xmlns:a16="http://schemas.microsoft.com/office/drawing/2014/main" id="{CEDD08B6-6E2A-CB7C-2A2F-FE749CAD836C}"/>
                </a:ext>
              </a:extLst>
            </p:cNvPr>
            <p:cNvSpPr/>
            <p:nvPr/>
          </p:nvSpPr>
          <p:spPr>
            <a:xfrm>
              <a:off x="6447937" y="5924808"/>
              <a:ext cx="711834" cy="693540"/>
            </a:xfrm>
            <a:custGeom>
              <a:avLst/>
              <a:gdLst/>
              <a:ahLst/>
              <a:cxnLst/>
              <a:rect l="l" t="t" r="r" b="b"/>
              <a:pathLst>
                <a:path w="971079" h="971079">
                  <a:moveTo>
                    <a:pt x="0" y="0"/>
                  </a:moveTo>
                  <a:lnTo>
                    <a:pt x="971079" y="0"/>
                  </a:lnTo>
                  <a:lnTo>
                    <a:pt x="971079" y="971079"/>
                  </a:lnTo>
                  <a:lnTo>
                    <a:pt x="0" y="971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13" name="TextBox 35">
            <a:extLst>
              <a:ext uri="{FF2B5EF4-FFF2-40B4-BE49-F238E27FC236}">
                <a16:creationId xmlns:a16="http://schemas.microsoft.com/office/drawing/2014/main" id="{2A809FA3-1459-C86E-133A-1A9490F08B9A}"/>
              </a:ext>
            </a:extLst>
          </p:cNvPr>
          <p:cNvSpPr txBox="1"/>
          <p:nvPr/>
        </p:nvSpPr>
        <p:spPr>
          <a:xfrm>
            <a:off x="13518982" y="4091570"/>
            <a:ext cx="4801545" cy="4755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>
              <a:lnSpc>
                <a:spcPts val="3919"/>
              </a:lnSpc>
            </a:pPr>
            <a:r>
              <a:rPr lang="es-MX" sz="2799" spc="-75" dirty="0">
                <a:solidFill>
                  <a:srgbClr val="FFFF00"/>
                </a:solidFill>
                <a:latin typeface="Poppins"/>
                <a:ea typeface="Poppins"/>
                <a:cs typeface="Poppins"/>
                <a:sym typeface="Poppins"/>
              </a:rPr>
              <a:t>Preparamos los cambios</a:t>
            </a:r>
          </a:p>
        </p:txBody>
      </p:sp>
      <p:grpSp>
        <p:nvGrpSpPr>
          <p:cNvPr id="38" name="Group 52">
            <a:extLst>
              <a:ext uri="{FF2B5EF4-FFF2-40B4-BE49-F238E27FC236}">
                <a16:creationId xmlns:a16="http://schemas.microsoft.com/office/drawing/2014/main" id="{9EF629A5-55C8-366C-E12C-8B6D242618F8}"/>
              </a:ext>
            </a:extLst>
          </p:cNvPr>
          <p:cNvGrpSpPr/>
          <p:nvPr/>
        </p:nvGrpSpPr>
        <p:grpSpPr>
          <a:xfrm>
            <a:off x="3142833" y="2406642"/>
            <a:ext cx="11863771" cy="960554"/>
            <a:chOff x="0" y="0"/>
            <a:chExt cx="2441105" cy="197645"/>
          </a:xfrm>
        </p:grpSpPr>
        <p:sp>
          <p:nvSpPr>
            <p:cNvPr id="43" name="Freeform 53">
              <a:extLst>
                <a:ext uri="{FF2B5EF4-FFF2-40B4-BE49-F238E27FC236}">
                  <a16:creationId xmlns:a16="http://schemas.microsoft.com/office/drawing/2014/main" id="{1BF9A66D-DAE8-E808-FCA6-EFF152D06D0B}"/>
                </a:ext>
              </a:extLst>
            </p:cNvPr>
            <p:cNvSpPr/>
            <p:nvPr/>
          </p:nvSpPr>
          <p:spPr>
            <a:xfrm>
              <a:off x="0" y="0"/>
              <a:ext cx="2441105" cy="197645"/>
            </a:xfrm>
            <a:custGeom>
              <a:avLst/>
              <a:gdLst/>
              <a:ahLst/>
              <a:cxnLst/>
              <a:rect l="l" t="t" r="r" b="b"/>
              <a:pathLst>
                <a:path w="2441105" h="197645">
                  <a:moveTo>
                    <a:pt x="12745" y="0"/>
                  </a:moveTo>
                  <a:lnTo>
                    <a:pt x="2428360" y="0"/>
                  </a:lnTo>
                  <a:cubicBezTo>
                    <a:pt x="2431740" y="0"/>
                    <a:pt x="2434982" y="1343"/>
                    <a:pt x="2437372" y="3733"/>
                  </a:cubicBezTo>
                  <a:cubicBezTo>
                    <a:pt x="2439763" y="6123"/>
                    <a:pt x="2441105" y="9365"/>
                    <a:pt x="2441105" y="12745"/>
                  </a:cubicBezTo>
                  <a:lnTo>
                    <a:pt x="2441105" y="184899"/>
                  </a:lnTo>
                  <a:cubicBezTo>
                    <a:pt x="2441105" y="188280"/>
                    <a:pt x="2439763" y="191522"/>
                    <a:pt x="2437372" y="193912"/>
                  </a:cubicBezTo>
                  <a:cubicBezTo>
                    <a:pt x="2434982" y="196302"/>
                    <a:pt x="2431740" y="197645"/>
                    <a:pt x="2428360" y="197645"/>
                  </a:cubicBezTo>
                  <a:lnTo>
                    <a:pt x="12745" y="197645"/>
                  </a:lnTo>
                  <a:cubicBezTo>
                    <a:pt x="9365" y="197645"/>
                    <a:pt x="6123" y="196302"/>
                    <a:pt x="3733" y="193912"/>
                  </a:cubicBezTo>
                  <a:cubicBezTo>
                    <a:pt x="1343" y="191522"/>
                    <a:pt x="0" y="188280"/>
                    <a:pt x="0" y="184899"/>
                  </a:cubicBezTo>
                  <a:lnTo>
                    <a:pt x="0" y="12745"/>
                  </a:lnTo>
                  <a:cubicBezTo>
                    <a:pt x="0" y="9365"/>
                    <a:pt x="1343" y="6123"/>
                    <a:pt x="3733" y="3733"/>
                  </a:cubicBezTo>
                  <a:cubicBezTo>
                    <a:pt x="6123" y="1343"/>
                    <a:pt x="9365" y="0"/>
                    <a:pt x="12745" y="0"/>
                  </a:cubicBezTo>
                  <a:close/>
                </a:path>
              </a:pathLst>
            </a:custGeom>
            <a:solidFill>
              <a:srgbClr val="0F0E0E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44" name="TextBox 54">
              <a:extLst>
                <a:ext uri="{FF2B5EF4-FFF2-40B4-BE49-F238E27FC236}">
                  <a16:creationId xmlns:a16="http://schemas.microsoft.com/office/drawing/2014/main" id="{12390503-7E94-0AEC-B320-7CBF73DE12F5}"/>
                </a:ext>
              </a:extLst>
            </p:cNvPr>
            <p:cNvSpPr txBox="1"/>
            <p:nvPr/>
          </p:nvSpPr>
          <p:spPr>
            <a:xfrm>
              <a:off x="0" y="-19050"/>
              <a:ext cx="2441105" cy="2166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40" name="TextBox 55">
            <a:extLst>
              <a:ext uri="{FF2B5EF4-FFF2-40B4-BE49-F238E27FC236}">
                <a16:creationId xmlns:a16="http://schemas.microsoft.com/office/drawing/2014/main" id="{8D43A52A-2095-7713-8CBC-3B68B2C913AB}"/>
              </a:ext>
            </a:extLst>
          </p:cNvPr>
          <p:cNvSpPr txBox="1"/>
          <p:nvPr/>
        </p:nvSpPr>
        <p:spPr>
          <a:xfrm>
            <a:off x="4371640" y="2551765"/>
            <a:ext cx="8222961" cy="504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4199"/>
              </a:lnSpc>
            </a:pPr>
            <a:endParaRPr/>
          </a:p>
        </p:txBody>
      </p:sp>
      <p:sp>
        <p:nvSpPr>
          <p:cNvPr id="42" name="TextBox 56">
            <a:extLst>
              <a:ext uri="{FF2B5EF4-FFF2-40B4-BE49-F238E27FC236}">
                <a16:creationId xmlns:a16="http://schemas.microsoft.com/office/drawing/2014/main" id="{C147FAE2-87B1-A8EF-3E2D-5AFCAED42BEA}"/>
              </a:ext>
            </a:extLst>
          </p:cNvPr>
          <p:cNvSpPr txBox="1"/>
          <p:nvPr/>
        </p:nvSpPr>
        <p:spPr>
          <a:xfrm>
            <a:off x="3441026" y="2657819"/>
            <a:ext cx="11267384" cy="413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359"/>
              </a:lnSpc>
            </a:pPr>
            <a:r>
              <a:rPr lang="en-US" sz="2400" spc="-6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&gt; git add .</a:t>
            </a:r>
            <a:endParaRPr lang="en-US" sz="2400" spc="-64" dirty="0">
              <a:solidFill>
                <a:srgbClr val="D9D9D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02844388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A167F8-2668-111C-8853-37C7A9DDC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63C1255-043C-1C6B-1EEF-18AC42B42A5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 dirty="0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2A7D3EB9-08CE-671C-9B90-FC027E1928FE}"/>
              </a:ext>
            </a:extLst>
          </p:cNvPr>
          <p:cNvGrpSpPr/>
          <p:nvPr/>
        </p:nvGrpSpPr>
        <p:grpSpPr>
          <a:xfrm>
            <a:off x="-698849" y="9575651"/>
            <a:ext cx="19685699" cy="2666805"/>
            <a:chOff x="0" y="0"/>
            <a:chExt cx="5184711" cy="702368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D613BA4E-AF8E-4D64-FC39-E5A0E6D60F42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 dirty="0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4108BA02-619B-0050-213A-CC5615FDB202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56D2F33F-55D8-6BB5-DDA7-7201051612F3}"/>
              </a:ext>
            </a:extLst>
          </p:cNvPr>
          <p:cNvGrpSpPr/>
          <p:nvPr/>
        </p:nvGrpSpPr>
        <p:grpSpPr>
          <a:xfrm>
            <a:off x="-698849" y="-1923855"/>
            <a:ext cx="19685699" cy="2666805"/>
            <a:chOff x="0" y="0"/>
            <a:chExt cx="5184711" cy="70236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693CE085-464A-100F-A438-65866C234B6B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5AF23555-BD42-7332-B0E5-5EA1AEA71594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936F5A64-52F2-9F5C-B474-47CC820CD0F0}"/>
              </a:ext>
            </a:extLst>
          </p:cNvPr>
          <p:cNvSpPr/>
          <p:nvPr/>
        </p:nvSpPr>
        <p:spPr>
          <a:xfrm>
            <a:off x="15872392" y="2091327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2E78F402-19C2-1508-BA23-D13B42402697}"/>
              </a:ext>
            </a:extLst>
          </p:cNvPr>
          <p:cNvSpPr/>
          <p:nvPr/>
        </p:nvSpPr>
        <p:spPr>
          <a:xfrm>
            <a:off x="16901092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5679ED42-EC9F-0BF0-8981-CB76C9A6E847}"/>
              </a:ext>
            </a:extLst>
          </p:cNvPr>
          <p:cNvSpPr/>
          <p:nvPr/>
        </p:nvSpPr>
        <p:spPr>
          <a:xfrm flipH="1">
            <a:off x="-1389129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39CFDA0E-4BFB-6B53-0DE8-48AFF4A882ED}"/>
              </a:ext>
            </a:extLst>
          </p:cNvPr>
          <p:cNvSpPr/>
          <p:nvPr/>
        </p:nvSpPr>
        <p:spPr>
          <a:xfrm flipH="1">
            <a:off x="-360429" y="2459791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DE447D81-217D-95EF-87C8-3723A28D685D}"/>
              </a:ext>
            </a:extLst>
          </p:cNvPr>
          <p:cNvSpPr txBox="1"/>
          <p:nvPr/>
        </p:nvSpPr>
        <p:spPr>
          <a:xfrm>
            <a:off x="783615" y="758816"/>
            <a:ext cx="17197243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s-MX" sz="7500" b="1" dirty="0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UN REPASO</a:t>
            </a:r>
            <a:endParaRPr lang="en-US" sz="7500" b="1" dirty="0">
              <a:solidFill>
                <a:srgbClr val="FFFFFF"/>
              </a:solidFill>
              <a:latin typeface="Lato Bold"/>
              <a:ea typeface="Lato Bold"/>
              <a:cs typeface="Lato Bold"/>
              <a:sym typeface="Lato Bold"/>
            </a:endParaRPr>
          </a:p>
        </p:txBody>
      </p:sp>
      <p:grpSp>
        <p:nvGrpSpPr>
          <p:cNvPr id="82" name="Grupo 81">
            <a:extLst>
              <a:ext uri="{FF2B5EF4-FFF2-40B4-BE49-F238E27FC236}">
                <a16:creationId xmlns:a16="http://schemas.microsoft.com/office/drawing/2014/main" id="{0F81FE79-2C23-589B-CC50-2A1FD304AED2}"/>
              </a:ext>
            </a:extLst>
          </p:cNvPr>
          <p:cNvGrpSpPr/>
          <p:nvPr/>
        </p:nvGrpSpPr>
        <p:grpSpPr>
          <a:xfrm>
            <a:off x="-228601" y="-478361"/>
            <a:ext cx="2905050" cy="1476032"/>
            <a:chOff x="-228601" y="-478361"/>
            <a:chExt cx="2905050" cy="1476032"/>
          </a:xfrm>
        </p:grpSpPr>
        <p:grpSp>
          <p:nvGrpSpPr>
            <p:cNvPr id="83" name="Group 10">
              <a:extLst>
                <a:ext uri="{FF2B5EF4-FFF2-40B4-BE49-F238E27FC236}">
                  <a16:creationId xmlns:a16="http://schemas.microsoft.com/office/drawing/2014/main" id="{6B4871B4-2BD1-5F17-7696-0D7A458FE8EB}"/>
                </a:ext>
              </a:extLst>
            </p:cNvPr>
            <p:cNvGrpSpPr/>
            <p:nvPr/>
          </p:nvGrpSpPr>
          <p:grpSpPr>
            <a:xfrm>
              <a:off x="-228601" y="-478361"/>
              <a:ext cx="2905050" cy="1221311"/>
              <a:chOff x="0" y="0"/>
              <a:chExt cx="1355852" cy="720510"/>
            </a:xfrm>
          </p:grpSpPr>
          <p:sp>
            <p:nvSpPr>
              <p:cNvPr id="85" name="Freeform 11">
                <a:extLst>
                  <a:ext uri="{FF2B5EF4-FFF2-40B4-BE49-F238E27FC236}">
                    <a16:creationId xmlns:a16="http://schemas.microsoft.com/office/drawing/2014/main" id="{A12D90B8-118C-0136-F033-A1406091EDB3}"/>
                  </a:ext>
                </a:extLst>
              </p:cNvPr>
              <p:cNvSpPr/>
              <p:nvPr/>
            </p:nvSpPr>
            <p:spPr>
              <a:xfrm>
                <a:off x="0" y="0"/>
                <a:ext cx="1355852" cy="720510"/>
              </a:xfrm>
              <a:custGeom>
                <a:avLst/>
                <a:gdLst/>
                <a:ahLst/>
                <a:cxnLst/>
                <a:rect l="l" t="t" r="r" b="b"/>
                <a:pathLst>
                  <a:path w="1355852" h="720510">
                    <a:moveTo>
                      <a:pt x="150387" y="0"/>
                    </a:moveTo>
                    <a:lnTo>
                      <a:pt x="1205465" y="0"/>
                    </a:lnTo>
                    <a:cubicBezTo>
                      <a:pt x="1245350" y="0"/>
                      <a:pt x="1283602" y="15844"/>
                      <a:pt x="1311805" y="44047"/>
                    </a:cubicBezTo>
                    <a:cubicBezTo>
                      <a:pt x="1340008" y="72250"/>
                      <a:pt x="1355852" y="110502"/>
                      <a:pt x="1355852" y="150387"/>
                    </a:cubicBezTo>
                    <a:lnTo>
                      <a:pt x="1355852" y="570123"/>
                    </a:lnTo>
                    <a:cubicBezTo>
                      <a:pt x="1355852" y="653179"/>
                      <a:pt x="1288522" y="720510"/>
                      <a:pt x="1205465" y="720510"/>
                    </a:cubicBezTo>
                    <a:lnTo>
                      <a:pt x="150387" y="720510"/>
                    </a:lnTo>
                    <a:cubicBezTo>
                      <a:pt x="67331" y="720510"/>
                      <a:pt x="0" y="653179"/>
                      <a:pt x="0" y="570123"/>
                    </a:cubicBezTo>
                    <a:lnTo>
                      <a:pt x="0" y="150387"/>
                    </a:lnTo>
                    <a:cubicBezTo>
                      <a:pt x="0" y="67331"/>
                      <a:pt x="67331" y="0"/>
                      <a:pt x="150387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86" name="TextBox 12">
                <a:extLst>
                  <a:ext uri="{FF2B5EF4-FFF2-40B4-BE49-F238E27FC236}">
                    <a16:creationId xmlns:a16="http://schemas.microsoft.com/office/drawing/2014/main" id="{F621BD05-BB3E-01EE-C11E-A0BAA8AD01A0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5852" cy="739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pic>
          <p:nvPicPr>
            <p:cNvPr id="84" name="Imagen 83">
              <a:extLst>
                <a:ext uri="{FF2B5EF4-FFF2-40B4-BE49-F238E27FC236}">
                  <a16:creationId xmlns:a16="http://schemas.microsoft.com/office/drawing/2014/main" id="{2E7EEE7D-2A11-DFC7-8EA0-582F3B52B72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1" y="-375754"/>
              <a:ext cx="1373425" cy="1373425"/>
            </a:xfrm>
            <a:prstGeom prst="rect">
              <a:avLst/>
            </a:prstGeom>
          </p:spPr>
        </p:pic>
      </p:grpSp>
      <p:grpSp>
        <p:nvGrpSpPr>
          <p:cNvPr id="87" name="Group 13">
            <a:extLst>
              <a:ext uri="{FF2B5EF4-FFF2-40B4-BE49-F238E27FC236}">
                <a16:creationId xmlns:a16="http://schemas.microsoft.com/office/drawing/2014/main" id="{E9476EA3-5FEC-2551-1120-C81F66FA6FBD}"/>
              </a:ext>
            </a:extLst>
          </p:cNvPr>
          <p:cNvGrpSpPr/>
          <p:nvPr/>
        </p:nvGrpSpPr>
        <p:grpSpPr>
          <a:xfrm>
            <a:off x="453113" y="3841080"/>
            <a:ext cx="8545430" cy="4772643"/>
            <a:chOff x="0" y="0"/>
            <a:chExt cx="1351154" cy="731404"/>
          </a:xfrm>
        </p:grpSpPr>
        <p:sp>
          <p:nvSpPr>
            <p:cNvPr id="88" name="Freeform 14">
              <a:extLst>
                <a:ext uri="{FF2B5EF4-FFF2-40B4-BE49-F238E27FC236}">
                  <a16:creationId xmlns:a16="http://schemas.microsoft.com/office/drawing/2014/main" id="{C9CF26DD-5684-4855-52DA-6FB3BB1FF8B1}"/>
                </a:ext>
              </a:extLst>
            </p:cNvPr>
            <p:cNvSpPr/>
            <p:nvPr/>
          </p:nvSpPr>
          <p:spPr>
            <a:xfrm>
              <a:off x="0" y="0"/>
              <a:ext cx="1351154" cy="731404"/>
            </a:xfrm>
            <a:custGeom>
              <a:avLst/>
              <a:gdLst/>
              <a:ahLst/>
              <a:cxnLst/>
              <a:rect l="l" t="t" r="r" b="b"/>
              <a:pathLst>
                <a:path w="1351154" h="731404">
                  <a:moveTo>
                    <a:pt x="23027" y="0"/>
                  </a:moveTo>
                  <a:lnTo>
                    <a:pt x="1328127" y="0"/>
                  </a:lnTo>
                  <a:cubicBezTo>
                    <a:pt x="1340845" y="0"/>
                    <a:pt x="1351154" y="10310"/>
                    <a:pt x="1351154" y="23027"/>
                  </a:cubicBezTo>
                  <a:lnTo>
                    <a:pt x="1351154" y="708377"/>
                  </a:lnTo>
                  <a:cubicBezTo>
                    <a:pt x="1351154" y="721094"/>
                    <a:pt x="1340845" y="731404"/>
                    <a:pt x="1328127" y="731404"/>
                  </a:cubicBezTo>
                  <a:lnTo>
                    <a:pt x="23027" y="731404"/>
                  </a:lnTo>
                  <a:cubicBezTo>
                    <a:pt x="10310" y="731404"/>
                    <a:pt x="0" y="721094"/>
                    <a:pt x="0" y="708377"/>
                  </a:cubicBezTo>
                  <a:lnTo>
                    <a:pt x="0" y="23027"/>
                  </a:lnTo>
                  <a:cubicBezTo>
                    <a:pt x="0" y="10310"/>
                    <a:pt x="10310" y="0"/>
                    <a:pt x="23027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B4B4B4"/>
              </a:solidFill>
              <a:prstDash val="solid"/>
              <a:round/>
            </a:ln>
          </p:spPr>
          <p:txBody>
            <a:bodyPr/>
            <a:lstStyle/>
            <a:p>
              <a:endParaRPr lang="es-MX" dirty="0"/>
            </a:p>
          </p:txBody>
        </p:sp>
        <p:sp>
          <p:nvSpPr>
            <p:cNvPr id="89" name="TextBox 15">
              <a:extLst>
                <a:ext uri="{FF2B5EF4-FFF2-40B4-BE49-F238E27FC236}">
                  <a16:creationId xmlns:a16="http://schemas.microsoft.com/office/drawing/2014/main" id="{F16FDB0C-DABD-F8D9-57A1-1848B2B1F518}"/>
                </a:ext>
              </a:extLst>
            </p:cNvPr>
            <p:cNvSpPr txBox="1"/>
            <p:nvPr/>
          </p:nvSpPr>
          <p:spPr>
            <a:xfrm>
              <a:off x="0" y="-19050"/>
              <a:ext cx="1351154" cy="7504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90" name="TextBox 16">
            <a:extLst>
              <a:ext uri="{FF2B5EF4-FFF2-40B4-BE49-F238E27FC236}">
                <a16:creationId xmlns:a16="http://schemas.microsoft.com/office/drawing/2014/main" id="{4F04D444-9496-8A0B-06E3-378B03092B8E}"/>
              </a:ext>
            </a:extLst>
          </p:cNvPr>
          <p:cNvSpPr txBox="1"/>
          <p:nvPr/>
        </p:nvSpPr>
        <p:spPr>
          <a:xfrm>
            <a:off x="742091" y="3920837"/>
            <a:ext cx="7154156" cy="5476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4479"/>
              </a:lnSpc>
            </a:pPr>
            <a:r>
              <a:rPr lang="en-US" sz="3199" spc="-86" dirty="0" err="1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Repositorio</a:t>
            </a:r>
            <a:r>
              <a:rPr lang="en-US" sz="3199" spc="-86" dirty="0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199" spc="-86" dirty="0" err="1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remoto</a:t>
            </a:r>
            <a:endParaRPr lang="en-US" sz="3199" spc="-86" dirty="0">
              <a:solidFill>
                <a:srgbClr val="FF31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91" name="Group 36">
            <a:extLst>
              <a:ext uri="{FF2B5EF4-FFF2-40B4-BE49-F238E27FC236}">
                <a16:creationId xmlns:a16="http://schemas.microsoft.com/office/drawing/2014/main" id="{85AAFA90-52A3-1E9B-5EA4-36775E9EDFB4}"/>
              </a:ext>
            </a:extLst>
          </p:cNvPr>
          <p:cNvGrpSpPr/>
          <p:nvPr/>
        </p:nvGrpSpPr>
        <p:grpSpPr>
          <a:xfrm>
            <a:off x="9334599" y="3836833"/>
            <a:ext cx="8767116" cy="4776890"/>
            <a:chOff x="0" y="0"/>
            <a:chExt cx="1351154" cy="731404"/>
          </a:xfrm>
        </p:grpSpPr>
        <p:sp>
          <p:nvSpPr>
            <p:cNvPr id="92" name="Freeform 37">
              <a:extLst>
                <a:ext uri="{FF2B5EF4-FFF2-40B4-BE49-F238E27FC236}">
                  <a16:creationId xmlns:a16="http://schemas.microsoft.com/office/drawing/2014/main" id="{E7A2A9B5-0927-A60D-E2DD-16F8777E1FAB}"/>
                </a:ext>
              </a:extLst>
            </p:cNvPr>
            <p:cNvSpPr/>
            <p:nvPr/>
          </p:nvSpPr>
          <p:spPr>
            <a:xfrm>
              <a:off x="0" y="0"/>
              <a:ext cx="1351154" cy="731404"/>
            </a:xfrm>
            <a:custGeom>
              <a:avLst/>
              <a:gdLst/>
              <a:ahLst/>
              <a:cxnLst/>
              <a:rect l="l" t="t" r="r" b="b"/>
              <a:pathLst>
                <a:path w="1351154" h="731404">
                  <a:moveTo>
                    <a:pt x="23027" y="0"/>
                  </a:moveTo>
                  <a:lnTo>
                    <a:pt x="1328127" y="0"/>
                  </a:lnTo>
                  <a:cubicBezTo>
                    <a:pt x="1340845" y="0"/>
                    <a:pt x="1351154" y="10310"/>
                    <a:pt x="1351154" y="23027"/>
                  </a:cubicBezTo>
                  <a:lnTo>
                    <a:pt x="1351154" y="708377"/>
                  </a:lnTo>
                  <a:cubicBezTo>
                    <a:pt x="1351154" y="721094"/>
                    <a:pt x="1340845" y="731404"/>
                    <a:pt x="1328127" y="731404"/>
                  </a:cubicBezTo>
                  <a:lnTo>
                    <a:pt x="23027" y="731404"/>
                  </a:lnTo>
                  <a:cubicBezTo>
                    <a:pt x="10310" y="731404"/>
                    <a:pt x="0" y="721094"/>
                    <a:pt x="0" y="708377"/>
                  </a:cubicBezTo>
                  <a:lnTo>
                    <a:pt x="0" y="23027"/>
                  </a:lnTo>
                  <a:cubicBezTo>
                    <a:pt x="0" y="10310"/>
                    <a:pt x="10310" y="0"/>
                    <a:pt x="23027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B4B4B4"/>
              </a:solidFill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93" name="TextBox 38">
              <a:extLst>
                <a:ext uri="{FF2B5EF4-FFF2-40B4-BE49-F238E27FC236}">
                  <a16:creationId xmlns:a16="http://schemas.microsoft.com/office/drawing/2014/main" id="{D990AE3C-C84D-5480-DDFC-81E4407B599E}"/>
                </a:ext>
              </a:extLst>
            </p:cNvPr>
            <p:cNvSpPr txBox="1"/>
            <p:nvPr/>
          </p:nvSpPr>
          <p:spPr>
            <a:xfrm>
              <a:off x="0" y="-19050"/>
              <a:ext cx="1351154" cy="7504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94" name="TextBox 39">
            <a:extLst>
              <a:ext uri="{FF2B5EF4-FFF2-40B4-BE49-F238E27FC236}">
                <a16:creationId xmlns:a16="http://schemas.microsoft.com/office/drawing/2014/main" id="{5094895E-BC9A-93EC-759A-F8FC0CAD2C20}"/>
              </a:ext>
            </a:extLst>
          </p:cNvPr>
          <p:cNvSpPr txBox="1"/>
          <p:nvPr/>
        </p:nvSpPr>
        <p:spPr>
          <a:xfrm>
            <a:off x="9514797" y="3977686"/>
            <a:ext cx="7339749" cy="5476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4479"/>
              </a:lnSpc>
            </a:pPr>
            <a:r>
              <a:rPr lang="en-US" sz="3199" spc="-86" dirty="0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Mi </a:t>
            </a:r>
            <a:r>
              <a:rPr lang="en-US" sz="3199" spc="-86" dirty="0" err="1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máquina</a:t>
            </a:r>
            <a:r>
              <a:rPr lang="en-US" sz="3199" spc="-86" dirty="0">
                <a:solidFill>
                  <a:srgbClr val="FF3131"/>
                </a:solidFill>
                <a:latin typeface="Poppins"/>
                <a:ea typeface="Poppins"/>
                <a:cs typeface="Poppins"/>
                <a:sym typeface="Poppins"/>
              </a:rPr>
              <a:t> local</a:t>
            </a:r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4CF5AF2F-CEB0-424A-2D1D-D2834AFB7B85}"/>
              </a:ext>
            </a:extLst>
          </p:cNvPr>
          <p:cNvSpPr/>
          <p:nvPr/>
        </p:nvSpPr>
        <p:spPr>
          <a:xfrm>
            <a:off x="2355114" y="7538246"/>
            <a:ext cx="741226" cy="755406"/>
          </a:xfrm>
          <a:custGeom>
            <a:avLst/>
            <a:gdLst/>
            <a:ahLst/>
            <a:cxnLst/>
            <a:rect l="l" t="t" r="r" b="b"/>
            <a:pathLst>
              <a:path w="1155311" h="1155311">
                <a:moveTo>
                  <a:pt x="0" y="0"/>
                </a:moveTo>
                <a:lnTo>
                  <a:pt x="1155311" y="0"/>
                </a:lnTo>
                <a:lnTo>
                  <a:pt x="1155311" y="1155311"/>
                </a:lnTo>
                <a:lnTo>
                  <a:pt x="0" y="11553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684D10A1-CCCF-89C1-1874-AC2CBC38E369}"/>
              </a:ext>
            </a:extLst>
          </p:cNvPr>
          <p:cNvSpPr/>
          <p:nvPr/>
        </p:nvSpPr>
        <p:spPr>
          <a:xfrm>
            <a:off x="1656265" y="7974170"/>
            <a:ext cx="3727760" cy="0"/>
          </a:xfrm>
          <a:prstGeom prst="line">
            <a:avLst/>
          </a:prstGeom>
          <a:ln w="57150" cap="flat">
            <a:solidFill>
              <a:srgbClr val="F15226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19" name="Freeform 19">
            <a:extLst>
              <a:ext uri="{FF2B5EF4-FFF2-40B4-BE49-F238E27FC236}">
                <a16:creationId xmlns:a16="http://schemas.microsoft.com/office/drawing/2014/main" id="{A429EADF-9AED-3FB1-7881-E1EB1C06560B}"/>
              </a:ext>
            </a:extLst>
          </p:cNvPr>
          <p:cNvSpPr/>
          <p:nvPr/>
        </p:nvSpPr>
        <p:spPr>
          <a:xfrm>
            <a:off x="537211" y="7100741"/>
            <a:ext cx="1129912" cy="1225993"/>
          </a:xfrm>
          <a:custGeom>
            <a:avLst/>
            <a:gdLst/>
            <a:ahLst/>
            <a:cxnLst/>
            <a:rect l="l" t="t" r="r" b="b"/>
            <a:pathLst>
              <a:path w="2286436" h="2286436">
                <a:moveTo>
                  <a:pt x="0" y="0"/>
                </a:moveTo>
                <a:lnTo>
                  <a:pt x="2286436" y="0"/>
                </a:lnTo>
                <a:lnTo>
                  <a:pt x="2286436" y="2286436"/>
                </a:lnTo>
                <a:lnTo>
                  <a:pt x="0" y="22864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27" name="Freeform 27">
            <a:extLst>
              <a:ext uri="{FF2B5EF4-FFF2-40B4-BE49-F238E27FC236}">
                <a16:creationId xmlns:a16="http://schemas.microsoft.com/office/drawing/2014/main" id="{D997DB8E-0DD6-5864-5156-F375454EE74E}"/>
              </a:ext>
            </a:extLst>
          </p:cNvPr>
          <p:cNvSpPr/>
          <p:nvPr/>
        </p:nvSpPr>
        <p:spPr>
          <a:xfrm>
            <a:off x="5839566" y="6364135"/>
            <a:ext cx="901338" cy="47207"/>
          </a:xfrm>
          <a:custGeom>
            <a:avLst/>
            <a:gdLst/>
            <a:ahLst/>
            <a:cxnLst/>
            <a:rect l="l" t="t" r="r" b="b"/>
            <a:pathLst>
              <a:path w="832264">
                <a:moveTo>
                  <a:pt x="832264" y="0"/>
                </a:moveTo>
                <a:lnTo>
                  <a:pt x="0" y="0"/>
                </a:lnTo>
              </a:path>
            </a:pathLst>
          </a:custGeom>
          <a:ln w="57150" cap="flat">
            <a:solidFill>
              <a:srgbClr val="7ED957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28" name="Freeform 28">
            <a:extLst>
              <a:ext uri="{FF2B5EF4-FFF2-40B4-BE49-F238E27FC236}">
                <a16:creationId xmlns:a16="http://schemas.microsoft.com/office/drawing/2014/main" id="{E8AD196C-4A87-DA18-5F36-B3067029EB17}"/>
              </a:ext>
            </a:extLst>
          </p:cNvPr>
          <p:cNvSpPr/>
          <p:nvPr/>
        </p:nvSpPr>
        <p:spPr>
          <a:xfrm>
            <a:off x="5415484" y="6600070"/>
            <a:ext cx="146476" cy="1022544"/>
          </a:xfrm>
          <a:custGeom>
            <a:avLst/>
            <a:gdLst/>
            <a:ahLst/>
            <a:cxnLst/>
            <a:rect l="l" t="t" r="r" b="b"/>
            <a:pathLst>
              <a:path w="1995163" h="1353803">
                <a:moveTo>
                  <a:pt x="0" y="1353803"/>
                </a:moveTo>
                <a:lnTo>
                  <a:pt x="0" y="881060"/>
                </a:lnTo>
                <a:cubicBezTo>
                  <a:pt x="0" y="820432"/>
                  <a:pt x="24084" y="762286"/>
                  <a:pt x="66955" y="719415"/>
                </a:cubicBezTo>
                <a:cubicBezTo>
                  <a:pt x="109826" y="676545"/>
                  <a:pt x="167971" y="652460"/>
                  <a:pt x="228600" y="652460"/>
                </a:cubicBezTo>
                <a:lnTo>
                  <a:pt x="1411680" y="652460"/>
                </a:lnTo>
                <a:cubicBezTo>
                  <a:pt x="1537932" y="652460"/>
                  <a:pt x="1640280" y="550112"/>
                  <a:pt x="1640280" y="423860"/>
                </a:cubicBezTo>
                <a:lnTo>
                  <a:pt x="1640280" y="177441"/>
                </a:lnTo>
                <a:cubicBezTo>
                  <a:pt x="1640280" y="130381"/>
                  <a:pt x="1658975" y="85248"/>
                  <a:pt x="1692251" y="51971"/>
                </a:cubicBezTo>
                <a:cubicBezTo>
                  <a:pt x="1725528" y="18694"/>
                  <a:pt x="1770661" y="0"/>
                  <a:pt x="1817722" y="0"/>
                </a:cubicBezTo>
                <a:lnTo>
                  <a:pt x="1995163" y="0"/>
                </a:lnTo>
              </a:path>
            </a:pathLst>
          </a:custGeom>
          <a:ln w="57150" cap="flat">
            <a:solidFill>
              <a:srgbClr val="7ED957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C54B11F4-57E5-64D4-1DCE-9F730FC4D5FF}"/>
              </a:ext>
            </a:extLst>
          </p:cNvPr>
          <p:cNvSpPr txBox="1"/>
          <p:nvPr/>
        </p:nvSpPr>
        <p:spPr>
          <a:xfrm>
            <a:off x="5819288" y="7581371"/>
            <a:ext cx="2415608" cy="4755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master/main</a:t>
            </a:r>
          </a:p>
        </p:txBody>
      </p:sp>
      <p:sp>
        <p:nvSpPr>
          <p:cNvPr id="56" name="TextBox 35">
            <a:extLst>
              <a:ext uri="{FF2B5EF4-FFF2-40B4-BE49-F238E27FC236}">
                <a16:creationId xmlns:a16="http://schemas.microsoft.com/office/drawing/2014/main" id="{5FDD0156-B987-26AF-5688-2328D752223E}"/>
              </a:ext>
            </a:extLst>
          </p:cNvPr>
          <p:cNvSpPr txBox="1"/>
          <p:nvPr/>
        </p:nvSpPr>
        <p:spPr>
          <a:xfrm>
            <a:off x="7301248" y="6058774"/>
            <a:ext cx="2415608" cy="4755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develop</a:t>
            </a:r>
          </a:p>
        </p:txBody>
      </p:sp>
      <p:sp>
        <p:nvSpPr>
          <p:cNvPr id="22" name="Freeform 16">
            <a:extLst>
              <a:ext uri="{FF2B5EF4-FFF2-40B4-BE49-F238E27FC236}">
                <a16:creationId xmlns:a16="http://schemas.microsoft.com/office/drawing/2014/main" id="{5AEC11B2-8CAA-6102-A6C4-96C9751870A0}"/>
              </a:ext>
            </a:extLst>
          </p:cNvPr>
          <p:cNvSpPr/>
          <p:nvPr/>
        </p:nvSpPr>
        <p:spPr>
          <a:xfrm>
            <a:off x="3682607" y="7538246"/>
            <a:ext cx="741226" cy="755406"/>
          </a:xfrm>
          <a:custGeom>
            <a:avLst/>
            <a:gdLst/>
            <a:ahLst/>
            <a:cxnLst/>
            <a:rect l="l" t="t" r="r" b="b"/>
            <a:pathLst>
              <a:path w="1155311" h="1155311">
                <a:moveTo>
                  <a:pt x="0" y="0"/>
                </a:moveTo>
                <a:lnTo>
                  <a:pt x="1155311" y="0"/>
                </a:lnTo>
                <a:lnTo>
                  <a:pt x="1155311" y="1155311"/>
                </a:lnTo>
                <a:lnTo>
                  <a:pt x="0" y="11553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24" name="Freeform 16">
            <a:extLst>
              <a:ext uri="{FF2B5EF4-FFF2-40B4-BE49-F238E27FC236}">
                <a16:creationId xmlns:a16="http://schemas.microsoft.com/office/drawing/2014/main" id="{1392856F-8162-6E00-8671-2B1A6497C4A8}"/>
              </a:ext>
            </a:extLst>
          </p:cNvPr>
          <p:cNvSpPr/>
          <p:nvPr/>
        </p:nvSpPr>
        <p:spPr>
          <a:xfrm>
            <a:off x="4965640" y="7560894"/>
            <a:ext cx="741226" cy="755406"/>
          </a:xfrm>
          <a:custGeom>
            <a:avLst/>
            <a:gdLst/>
            <a:ahLst/>
            <a:cxnLst/>
            <a:rect l="l" t="t" r="r" b="b"/>
            <a:pathLst>
              <a:path w="1155311" h="1155311">
                <a:moveTo>
                  <a:pt x="0" y="0"/>
                </a:moveTo>
                <a:lnTo>
                  <a:pt x="1155311" y="0"/>
                </a:lnTo>
                <a:lnTo>
                  <a:pt x="1155311" y="1155311"/>
                </a:lnTo>
                <a:lnTo>
                  <a:pt x="0" y="11553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25" name="Freeform 25">
            <a:extLst>
              <a:ext uri="{FF2B5EF4-FFF2-40B4-BE49-F238E27FC236}">
                <a16:creationId xmlns:a16="http://schemas.microsoft.com/office/drawing/2014/main" id="{2C6119F1-F21D-E3C6-AD56-C3AFBF6F4EEC}"/>
              </a:ext>
            </a:extLst>
          </p:cNvPr>
          <p:cNvSpPr/>
          <p:nvPr/>
        </p:nvSpPr>
        <p:spPr>
          <a:xfrm>
            <a:off x="5200285" y="5996889"/>
            <a:ext cx="711834" cy="693540"/>
          </a:xfrm>
          <a:custGeom>
            <a:avLst/>
            <a:gdLst/>
            <a:ahLst/>
            <a:cxnLst/>
            <a:rect l="l" t="t" r="r" b="b"/>
            <a:pathLst>
              <a:path w="971079" h="971079">
                <a:moveTo>
                  <a:pt x="0" y="0"/>
                </a:moveTo>
                <a:lnTo>
                  <a:pt x="971079" y="0"/>
                </a:lnTo>
                <a:lnTo>
                  <a:pt x="971079" y="971079"/>
                </a:lnTo>
                <a:lnTo>
                  <a:pt x="0" y="9710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6" name="Freeform 25">
            <a:extLst>
              <a:ext uri="{FF2B5EF4-FFF2-40B4-BE49-F238E27FC236}">
                <a16:creationId xmlns:a16="http://schemas.microsoft.com/office/drawing/2014/main" id="{B6D9DFDA-229F-7E2A-3F76-5D3B3B81E2B1}"/>
              </a:ext>
            </a:extLst>
          </p:cNvPr>
          <p:cNvSpPr/>
          <p:nvPr/>
        </p:nvSpPr>
        <p:spPr>
          <a:xfrm>
            <a:off x="6449816" y="5956047"/>
            <a:ext cx="711834" cy="693540"/>
          </a:xfrm>
          <a:custGeom>
            <a:avLst/>
            <a:gdLst/>
            <a:ahLst/>
            <a:cxnLst/>
            <a:rect l="l" t="t" r="r" b="b"/>
            <a:pathLst>
              <a:path w="971079" h="971079">
                <a:moveTo>
                  <a:pt x="0" y="0"/>
                </a:moveTo>
                <a:lnTo>
                  <a:pt x="971079" y="0"/>
                </a:lnTo>
                <a:lnTo>
                  <a:pt x="971079" y="971079"/>
                </a:lnTo>
                <a:lnTo>
                  <a:pt x="0" y="9710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63" name="TextBox 35">
            <a:extLst>
              <a:ext uri="{FF2B5EF4-FFF2-40B4-BE49-F238E27FC236}">
                <a16:creationId xmlns:a16="http://schemas.microsoft.com/office/drawing/2014/main" id="{7C4D8C8C-101E-725A-39DF-1D09D90FF779}"/>
              </a:ext>
            </a:extLst>
          </p:cNvPr>
          <p:cNvSpPr txBox="1"/>
          <p:nvPr/>
        </p:nvSpPr>
        <p:spPr>
          <a:xfrm>
            <a:off x="12226822" y="4646247"/>
            <a:ext cx="2773816" cy="4755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n-US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feat/mi-</a:t>
            </a:r>
            <a:r>
              <a:rPr lang="en-US" sz="2799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rama</a:t>
            </a:r>
            <a:endParaRPr lang="en-US" sz="2799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02" name="Grupo 101">
            <a:extLst>
              <a:ext uri="{FF2B5EF4-FFF2-40B4-BE49-F238E27FC236}">
                <a16:creationId xmlns:a16="http://schemas.microsoft.com/office/drawing/2014/main" id="{294A2FBC-2F52-0DCA-D177-BFEC25CC6C7F}"/>
              </a:ext>
            </a:extLst>
          </p:cNvPr>
          <p:cNvGrpSpPr/>
          <p:nvPr/>
        </p:nvGrpSpPr>
        <p:grpSpPr>
          <a:xfrm>
            <a:off x="14794461" y="4628281"/>
            <a:ext cx="2094107" cy="1437109"/>
            <a:chOff x="14794461" y="4628281"/>
            <a:chExt cx="2094107" cy="143710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95638156-F6D0-C159-FF02-BD1DEF9FCE54}"/>
                </a:ext>
              </a:extLst>
            </p:cNvPr>
            <p:cNvSpPr/>
            <p:nvPr/>
          </p:nvSpPr>
          <p:spPr>
            <a:xfrm>
              <a:off x="14794461" y="4709336"/>
              <a:ext cx="652215" cy="630586"/>
            </a:xfrm>
            <a:custGeom>
              <a:avLst/>
              <a:gdLst/>
              <a:ahLst/>
              <a:cxnLst/>
              <a:rect l="l" t="t" r="r" b="b"/>
              <a:pathLst>
                <a:path w="971079" h="971079">
                  <a:moveTo>
                    <a:pt x="0" y="0"/>
                  </a:moveTo>
                  <a:lnTo>
                    <a:pt x="971079" y="0"/>
                  </a:lnTo>
                  <a:lnTo>
                    <a:pt x="971079" y="971079"/>
                  </a:lnTo>
                  <a:lnTo>
                    <a:pt x="0" y="971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40427A0D-BCD3-DAE3-90DB-B46924D7F468}"/>
                </a:ext>
              </a:extLst>
            </p:cNvPr>
            <p:cNvSpPr/>
            <p:nvPr/>
          </p:nvSpPr>
          <p:spPr>
            <a:xfrm>
              <a:off x="15112596" y="5089587"/>
              <a:ext cx="668160" cy="975803"/>
            </a:xfrm>
            <a:custGeom>
              <a:avLst/>
              <a:gdLst/>
              <a:ahLst/>
              <a:cxnLst/>
              <a:rect l="l" t="t" r="r" b="b"/>
              <a:pathLst>
                <a:path w="591125" h="1756857">
                  <a:moveTo>
                    <a:pt x="591125" y="1756856"/>
                  </a:moveTo>
                  <a:lnTo>
                    <a:pt x="591125" y="1107028"/>
                  </a:lnTo>
                  <a:cubicBezTo>
                    <a:pt x="591125" y="1046399"/>
                    <a:pt x="567041" y="988254"/>
                    <a:pt x="524170" y="945383"/>
                  </a:cubicBezTo>
                  <a:cubicBezTo>
                    <a:pt x="481300" y="902512"/>
                    <a:pt x="423154" y="878428"/>
                    <a:pt x="362525" y="878428"/>
                  </a:cubicBezTo>
                  <a:lnTo>
                    <a:pt x="228600" y="878428"/>
                  </a:lnTo>
                  <a:cubicBezTo>
                    <a:pt x="167971" y="878428"/>
                    <a:pt x="109826" y="854343"/>
                    <a:pt x="66956" y="811472"/>
                  </a:cubicBezTo>
                  <a:cubicBezTo>
                    <a:pt x="24085" y="768602"/>
                    <a:pt x="0" y="710457"/>
                    <a:pt x="0" y="649828"/>
                  </a:cubicBezTo>
                  <a:lnTo>
                    <a:pt x="0" y="0"/>
                  </a:lnTo>
                </a:path>
              </a:pathLst>
            </a:custGeom>
            <a:ln w="57150" cap="flat">
              <a:solidFill>
                <a:srgbClr val="8C52FF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61" name="Freeform 34">
              <a:extLst>
                <a:ext uri="{FF2B5EF4-FFF2-40B4-BE49-F238E27FC236}">
                  <a16:creationId xmlns:a16="http://schemas.microsoft.com/office/drawing/2014/main" id="{CF6ADA0B-D449-1386-FE04-0D4E6879140D}"/>
                </a:ext>
              </a:extLst>
            </p:cNvPr>
            <p:cNvSpPr/>
            <p:nvPr/>
          </p:nvSpPr>
          <p:spPr>
            <a:xfrm flipV="1">
              <a:off x="15372117" y="4905442"/>
              <a:ext cx="1134091" cy="45719"/>
            </a:xfrm>
            <a:custGeom>
              <a:avLst/>
              <a:gdLst/>
              <a:ahLst/>
              <a:cxnLst/>
              <a:rect l="l" t="t" r="r" b="b"/>
              <a:pathLst>
                <a:path w="567046">
                  <a:moveTo>
                    <a:pt x="0" y="0"/>
                  </a:moveTo>
                  <a:lnTo>
                    <a:pt x="567046" y="0"/>
                  </a:lnTo>
                </a:path>
              </a:pathLst>
            </a:custGeom>
            <a:ln w="57150" cap="flat">
              <a:solidFill>
                <a:srgbClr val="8C52FF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62" name="Freeform 29">
              <a:extLst>
                <a:ext uri="{FF2B5EF4-FFF2-40B4-BE49-F238E27FC236}">
                  <a16:creationId xmlns:a16="http://schemas.microsoft.com/office/drawing/2014/main" id="{A744503F-6B56-16AF-4E8E-0D3D9E623EA5}"/>
                </a:ext>
              </a:extLst>
            </p:cNvPr>
            <p:cNvSpPr/>
            <p:nvPr/>
          </p:nvSpPr>
          <p:spPr>
            <a:xfrm>
              <a:off x="16236353" y="4628281"/>
              <a:ext cx="652215" cy="630586"/>
            </a:xfrm>
            <a:custGeom>
              <a:avLst/>
              <a:gdLst/>
              <a:ahLst/>
              <a:cxnLst/>
              <a:rect l="l" t="t" r="r" b="b"/>
              <a:pathLst>
                <a:path w="971079" h="971079">
                  <a:moveTo>
                    <a:pt x="0" y="0"/>
                  </a:moveTo>
                  <a:lnTo>
                    <a:pt x="971079" y="0"/>
                  </a:lnTo>
                  <a:lnTo>
                    <a:pt x="971079" y="971079"/>
                  </a:lnTo>
                  <a:lnTo>
                    <a:pt x="0" y="971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5" name="Grupo 14">
            <a:extLst>
              <a:ext uri="{FF2B5EF4-FFF2-40B4-BE49-F238E27FC236}">
                <a16:creationId xmlns:a16="http://schemas.microsoft.com/office/drawing/2014/main" id="{568DD6F8-C673-2DDB-1ABE-918809C472BB}"/>
              </a:ext>
            </a:extLst>
          </p:cNvPr>
          <p:cNvGrpSpPr/>
          <p:nvPr/>
        </p:nvGrpSpPr>
        <p:grpSpPr>
          <a:xfrm>
            <a:off x="9507209" y="5911124"/>
            <a:ext cx="9179645" cy="2370687"/>
            <a:chOff x="535332" y="5924808"/>
            <a:chExt cx="9179645" cy="2370687"/>
          </a:xfrm>
        </p:grpSpPr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9DE9995D-95D8-E544-E0C5-5A99570A1495}"/>
                </a:ext>
              </a:extLst>
            </p:cNvPr>
            <p:cNvSpPr/>
            <p:nvPr/>
          </p:nvSpPr>
          <p:spPr>
            <a:xfrm>
              <a:off x="2353235" y="7507007"/>
              <a:ext cx="741226" cy="755406"/>
            </a:xfrm>
            <a:custGeom>
              <a:avLst/>
              <a:gdLst/>
              <a:ahLst/>
              <a:cxnLst/>
              <a:rect l="l" t="t" r="r" b="b"/>
              <a:pathLst>
                <a:path w="1155311" h="1155311">
                  <a:moveTo>
                    <a:pt x="0" y="0"/>
                  </a:moveTo>
                  <a:lnTo>
                    <a:pt x="1155311" y="0"/>
                  </a:lnTo>
                  <a:lnTo>
                    <a:pt x="1155311" y="1155311"/>
                  </a:lnTo>
                  <a:lnTo>
                    <a:pt x="0" y="11553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AutoShape 18">
              <a:extLst>
                <a:ext uri="{FF2B5EF4-FFF2-40B4-BE49-F238E27FC236}">
                  <a16:creationId xmlns:a16="http://schemas.microsoft.com/office/drawing/2014/main" id="{46115BFC-2A98-3E7E-C96F-E749A4BD2947}"/>
                </a:ext>
              </a:extLst>
            </p:cNvPr>
            <p:cNvSpPr/>
            <p:nvPr/>
          </p:nvSpPr>
          <p:spPr>
            <a:xfrm>
              <a:off x="1654386" y="7942931"/>
              <a:ext cx="3727760" cy="0"/>
            </a:xfrm>
            <a:prstGeom prst="line">
              <a:avLst/>
            </a:prstGeom>
            <a:ln w="57150" cap="flat">
              <a:solidFill>
                <a:srgbClr val="F15226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Freeform 19">
              <a:extLst>
                <a:ext uri="{FF2B5EF4-FFF2-40B4-BE49-F238E27FC236}">
                  <a16:creationId xmlns:a16="http://schemas.microsoft.com/office/drawing/2014/main" id="{A552834A-561E-F2A6-6784-8605EFDBFDC1}"/>
                </a:ext>
              </a:extLst>
            </p:cNvPr>
            <p:cNvSpPr/>
            <p:nvPr/>
          </p:nvSpPr>
          <p:spPr>
            <a:xfrm>
              <a:off x="535332" y="7069502"/>
              <a:ext cx="1129912" cy="1225993"/>
            </a:xfrm>
            <a:custGeom>
              <a:avLst/>
              <a:gdLst/>
              <a:ahLst/>
              <a:cxnLst/>
              <a:rect l="l" t="t" r="r" b="b"/>
              <a:pathLst>
                <a:path w="2286436" h="2286436">
                  <a:moveTo>
                    <a:pt x="0" y="0"/>
                  </a:moveTo>
                  <a:lnTo>
                    <a:pt x="2286436" y="0"/>
                  </a:lnTo>
                  <a:lnTo>
                    <a:pt x="2286436" y="2286436"/>
                  </a:lnTo>
                  <a:lnTo>
                    <a:pt x="0" y="22864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26" name="Freeform 27">
              <a:extLst>
                <a:ext uri="{FF2B5EF4-FFF2-40B4-BE49-F238E27FC236}">
                  <a16:creationId xmlns:a16="http://schemas.microsoft.com/office/drawing/2014/main" id="{CE9D9A80-CE6B-EF19-9C09-F6DBC705D8CA}"/>
                </a:ext>
              </a:extLst>
            </p:cNvPr>
            <p:cNvSpPr/>
            <p:nvPr/>
          </p:nvSpPr>
          <p:spPr>
            <a:xfrm>
              <a:off x="5837687" y="6332896"/>
              <a:ext cx="901338" cy="47207"/>
            </a:xfrm>
            <a:custGeom>
              <a:avLst/>
              <a:gdLst/>
              <a:ahLst/>
              <a:cxnLst/>
              <a:rect l="l" t="t" r="r" b="b"/>
              <a:pathLst>
                <a:path w="832264">
                  <a:moveTo>
                    <a:pt x="832264" y="0"/>
                  </a:moveTo>
                  <a:lnTo>
                    <a:pt x="0" y="0"/>
                  </a:lnTo>
                </a:path>
              </a:pathLst>
            </a:custGeom>
            <a:ln w="57150" cap="flat">
              <a:solidFill>
                <a:srgbClr val="7ED957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31" name="Freeform 28">
              <a:extLst>
                <a:ext uri="{FF2B5EF4-FFF2-40B4-BE49-F238E27FC236}">
                  <a16:creationId xmlns:a16="http://schemas.microsoft.com/office/drawing/2014/main" id="{D9B4D746-5A3F-1AA8-246E-A6260A54CD27}"/>
                </a:ext>
              </a:extLst>
            </p:cNvPr>
            <p:cNvSpPr/>
            <p:nvPr/>
          </p:nvSpPr>
          <p:spPr>
            <a:xfrm>
              <a:off x="5413605" y="6568831"/>
              <a:ext cx="146476" cy="1022544"/>
            </a:xfrm>
            <a:custGeom>
              <a:avLst/>
              <a:gdLst/>
              <a:ahLst/>
              <a:cxnLst/>
              <a:rect l="l" t="t" r="r" b="b"/>
              <a:pathLst>
                <a:path w="1995163" h="1353803">
                  <a:moveTo>
                    <a:pt x="0" y="1353803"/>
                  </a:moveTo>
                  <a:lnTo>
                    <a:pt x="0" y="881060"/>
                  </a:lnTo>
                  <a:cubicBezTo>
                    <a:pt x="0" y="820432"/>
                    <a:pt x="24084" y="762286"/>
                    <a:pt x="66955" y="719415"/>
                  </a:cubicBezTo>
                  <a:cubicBezTo>
                    <a:pt x="109826" y="676545"/>
                    <a:pt x="167971" y="652460"/>
                    <a:pt x="228600" y="652460"/>
                  </a:cubicBezTo>
                  <a:lnTo>
                    <a:pt x="1411680" y="652460"/>
                  </a:lnTo>
                  <a:cubicBezTo>
                    <a:pt x="1537932" y="652460"/>
                    <a:pt x="1640280" y="550112"/>
                    <a:pt x="1640280" y="423860"/>
                  </a:cubicBezTo>
                  <a:lnTo>
                    <a:pt x="1640280" y="177441"/>
                  </a:lnTo>
                  <a:cubicBezTo>
                    <a:pt x="1640280" y="130381"/>
                    <a:pt x="1658975" y="85248"/>
                    <a:pt x="1692251" y="51971"/>
                  </a:cubicBezTo>
                  <a:cubicBezTo>
                    <a:pt x="1725528" y="18694"/>
                    <a:pt x="1770661" y="0"/>
                    <a:pt x="1817722" y="0"/>
                  </a:cubicBezTo>
                  <a:lnTo>
                    <a:pt x="1995163" y="0"/>
                  </a:lnTo>
                </a:path>
              </a:pathLst>
            </a:custGeom>
            <a:ln w="57150" cap="flat">
              <a:solidFill>
                <a:srgbClr val="7ED957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32" name="TextBox 35">
              <a:extLst>
                <a:ext uri="{FF2B5EF4-FFF2-40B4-BE49-F238E27FC236}">
                  <a16:creationId xmlns:a16="http://schemas.microsoft.com/office/drawing/2014/main" id="{41AC0363-FD82-4542-2CF4-59A39D7FCDFB}"/>
                </a:ext>
              </a:extLst>
            </p:cNvPr>
            <p:cNvSpPr txBox="1"/>
            <p:nvPr/>
          </p:nvSpPr>
          <p:spPr>
            <a:xfrm>
              <a:off x="5817409" y="7550132"/>
              <a:ext cx="2415608" cy="47557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1" indent="0" algn="l">
                <a:lnSpc>
                  <a:spcPts val="3919"/>
                </a:lnSpc>
              </a:pPr>
              <a:r>
                <a:rPr lang="en-US" sz="2799" spc="-75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master/main</a:t>
              </a:r>
            </a:p>
          </p:txBody>
        </p:sp>
        <p:sp>
          <p:nvSpPr>
            <p:cNvPr id="33" name="TextBox 35">
              <a:extLst>
                <a:ext uri="{FF2B5EF4-FFF2-40B4-BE49-F238E27FC236}">
                  <a16:creationId xmlns:a16="http://schemas.microsoft.com/office/drawing/2014/main" id="{CE5C320C-6DA3-A192-4A98-4069CB0D9F92}"/>
                </a:ext>
              </a:extLst>
            </p:cNvPr>
            <p:cNvSpPr txBox="1"/>
            <p:nvPr/>
          </p:nvSpPr>
          <p:spPr>
            <a:xfrm>
              <a:off x="7299369" y="6027535"/>
              <a:ext cx="2415608" cy="47557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1" indent="0" algn="l">
                <a:lnSpc>
                  <a:spcPts val="3919"/>
                </a:lnSpc>
              </a:pPr>
              <a:r>
                <a:rPr lang="en-US" sz="2799" spc="-75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develop</a:t>
              </a:r>
            </a:p>
          </p:txBody>
        </p:sp>
        <p:sp>
          <p:nvSpPr>
            <p:cNvPr id="34" name="Freeform 16">
              <a:extLst>
                <a:ext uri="{FF2B5EF4-FFF2-40B4-BE49-F238E27FC236}">
                  <a16:creationId xmlns:a16="http://schemas.microsoft.com/office/drawing/2014/main" id="{3C66A89D-FFE7-0FA9-1931-FC492AB8CBC9}"/>
                </a:ext>
              </a:extLst>
            </p:cNvPr>
            <p:cNvSpPr/>
            <p:nvPr/>
          </p:nvSpPr>
          <p:spPr>
            <a:xfrm>
              <a:off x="3680728" y="7507007"/>
              <a:ext cx="741226" cy="755406"/>
            </a:xfrm>
            <a:custGeom>
              <a:avLst/>
              <a:gdLst/>
              <a:ahLst/>
              <a:cxnLst/>
              <a:rect l="l" t="t" r="r" b="b"/>
              <a:pathLst>
                <a:path w="1155311" h="1155311">
                  <a:moveTo>
                    <a:pt x="0" y="0"/>
                  </a:moveTo>
                  <a:lnTo>
                    <a:pt x="1155311" y="0"/>
                  </a:lnTo>
                  <a:lnTo>
                    <a:pt x="1155311" y="1155311"/>
                  </a:lnTo>
                  <a:lnTo>
                    <a:pt x="0" y="11553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37" name="Freeform 16">
              <a:extLst>
                <a:ext uri="{FF2B5EF4-FFF2-40B4-BE49-F238E27FC236}">
                  <a16:creationId xmlns:a16="http://schemas.microsoft.com/office/drawing/2014/main" id="{6BF4DFDE-0621-D973-1643-DCDFC7545178}"/>
                </a:ext>
              </a:extLst>
            </p:cNvPr>
            <p:cNvSpPr/>
            <p:nvPr/>
          </p:nvSpPr>
          <p:spPr>
            <a:xfrm>
              <a:off x="4963761" y="7529655"/>
              <a:ext cx="741226" cy="755406"/>
            </a:xfrm>
            <a:custGeom>
              <a:avLst/>
              <a:gdLst/>
              <a:ahLst/>
              <a:cxnLst/>
              <a:rect l="l" t="t" r="r" b="b"/>
              <a:pathLst>
                <a:path w="1155311" h="1155311">
                  <a:moveTo>
                    <a:pt x="0" y="0"/>
                  </a:moveTo>
                  <a:lnTo>
                    <a:pt x="1155311" y="0"/>
                  </a:lnTo>
                  <a:lnTo>
                    <a:pt x="1155311" y="1155311"/>
                  </a:lnTo>
                  <a:lnTo>
                    <a:pt x="0" y="11553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39" name="Freeform 25">
              <a:extLst>
                <a:ext uri="{FF2B5EF4-FFF2-40B4-BE49-F238E27FC236}">
                  <a16:creationId xmlns:a16="http://schemas.microsoft.com/office/drawing/2014/main" id="{9E41AD58-7834-24B2-259B-0AECFEAC880E}"/>
                </a:ext>
              </a:extLst>
            </p:cNvPr>
            <p:cNvSpPr/>
            <p:nvPr/>
          </p:nvSpPr>
          <p:spPr>
            <a:xfrm>
              <a:off x="5198406" y="5965650"/>
              <a:ext cx="711834" cy="693540"/>
            </a:xfrm>
            <a:custGeom>
              <a:avLst/>
              <a:gdLst/>
              <a:ahLst/>
              <a:cxnLst/>
              <a:rect l="l" t="t" r="r" b="b"/>
              <a:pathLst>
                <a:path w="971079" h="971079">
                  <a:moveTo>
                    <a:pt x="0" y="0"/>
                  </a:moveTo>
                  <a:lnTo>
                    <a:pt x="971079" y="0"/>
                  </a:lnTo>
                  <a:lnTo>
                    <a:pt x="971079" y="971079"/>
                  </a:lnTo>
                  <a:lnTo>
                    <a:pt x="0" y="971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41" name="Freeform 25">
              <a:extLst>
                <a:ext uri="{FF2B5EF4-FFF2-40B4-BE49-F238E27FC236}">
                  <a16:creationId xmlns:a16="http://schemas.microsoft.com/office/drawing/2014/main" id="{43F37BE2-3068-8422-02B6-BB3EFEA5D3AA}"/>
                </a:ext>
              </a:extLst>
            </p:cNvPr>
            <p:cNvSpPr/>
            <p:nvPr/>
          </p:nvSpPr>
          <p:spPr>
            <a:xfrm>
              <a:off x="6447937" y="5924808"/>
              <a:ext cx="711834" cy="693540"/>
            </a:xfrm>
            <a:custGeom>
              <a:avLst/>
              <a:gdLst/>
              <a:ahLst/>
              <a:cxnLst/>
              <a:rect l="l" t="t" r="r" b="b"/>
              <a:pathLst>
                <a:path w="971079" h="971079">
                  <a:moveTo>
                    <a:pt x="0" y="0"/>
                  </a:moveTo>
                  <a:lnTo>
                    <a:pt x="971079" y="0"/>
                  </a:lnTo>
                  <a:lnTo>
                    <a:pt x="971079" y="971079"/>
                  </a:lnTo>
                  <a:lnTo>
                    <a:pt x="0" y="971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13" name="TextBox 35">
            <a:extLst>
              <a:ext uri="{FF2B5EF4-FFF2-40B4-BE49-F238E27FC236}">
                <a16:creationId xmlns:a16="http://schemas.microsoft.com/office/drawing/2014/main" id="{8E4814EE-CC42-19CD-6497-9B04CD97E178}"/>
              </a:ext>
            </a:extLst>
          </p:cNvPr>
          <p:cNvSpPr txBox="1"/>
          <p:nvPr/>
        </p:nvSpPr>
        <p:spPr>
          <a:xfrm>
            <a:off x="13518982" y="4091570"/>
            <a:ext cx="4801545" cy="4755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>
              <a:lnSpc>
                <a:spcPts val="3919"/>
              </a:lnSpc>
            </a:pPr>
            <a:r>
              <a:rPr lang="es-MX" sz="2799" spc="-75" dirty="0">
                <a:solidFill>
                  <a:srgbClr val="FFFF00"/>
                </a:solidFill>
                <a:latin typeface="Poppins"/>
                <a:ea typeface="Poppins"/>
                <a:cs typeface="Poppins"/>
                <a:sym typeface="Poppins"/>
              </a:rPr>
              <a:t>Guardamos los cambios</a:t>
            </a:r>
          </a:p>
        </p:txBody>
      </p:sp>
      <p:grpSp>
        <p:nvGrpSpPr>
          <p:cNvPr id="38" name="Group 52">
            <a:extLst>
              <a:ext uri="{FF2B5EF4-FFF2-40B4-BE49-F238E27FC236}">
                <a16:creationId xmlns:a16="http://schemas.microsoft.com/office/drawing/2014/main" id="{C6FC105D-6D4D-AA31-A92F-074835D47DAA}"/>
              </a:ext>
            </a:extLst>
          </p:cNvPr>
          <p:cNvGrpSpPr/>
          <p:nvPr/>
        </p:nvGrpSpPr>
        <p:grpSpPr>
          <a:xfrm>
            <a:off x="3142833" y="2406642"/>
            <a:ext cx="11863771" cy="960554"/>
            <a:chOff x="0" y="0"/>
            <a:chExt cx="2441105" cy="197645"/>
          </a:xfrm>
        </p:grpSpPr>
        <p:sp>
          <p:nvSpPr>
            <p:cNvPr id="43" name="Freeform 53">
              <a:extLst>
                <a:ext uri="{FF2B5EF4-FFF2-40B4-BE49-F238E27FC236}">
                  <a16:creationId xmlns:a16="http://schemas.microsoft.com/office/drawing/2014/main" id="{5F7BED35-1AF0-A943-685B-A6FDA47ADCEA}"/>
                </a:ext>
              </a:extLst>
            </p:cNvPr>
            <p:cNvSpPr/>
            <p:nvPr/>
          </p:nvSpPr>
          <p:spPr>
            <a:xfrm>
              <a:off x="0" y="0"/>
              <a:ext cx="2441105" cy="197645"/>
            </a:xfrm>
            <a:custGeom>
              <a:avLst/>
              <a:gdLst/>
              <a:ahLst/>
              <a:cxnLst/>
              <a:rect l="l" t="t" r="r" b="b"/>
              <a:pathLst>
                <a:path w="2441105" h="197645">
                  <a:moveTo>
                    <a:pt x="12745" y="0"/>
                  </a:moveTo>
                  <a:lnTo>
                    <a:pt x="2428360" y="0"/>
                  </a:lnTo>
                  <a:cubicBezTo>
                    <a:pt x="2431740" y="0"/>
                    <a:pt x="2434982" y="1343"/>
                    <a:pt x="2437372" y="3733"/>
                  </a:cubicBezTo>
                  <a:cubicBezTo>
                    <a:pt x="2439763" y="6123"/>
                    <a:pt x="2441105" y="9365"/>
                    <a:pt x="2441105" y="12745"/>
                  </a:cubicBezTo>
                  <a:lnTo>
                    <a:pt x="2441105" y="184899"/>
                  </a:lnTo>
                  <a:cubicBezTo>
                    <a:pt x="2441105" y="188280"/>
                    <a:pt x="2439763" y="191522"/>
                    <a:pt x="2437372" y="193912"/>
                  </a:cubicBezTo>
                  <a:cubicBezTo>
                    <a:pt x="2434982" y="196302"/>
                    <a:pt x="2431740" y="197645"/>
                    <a:pt x="2428360" y="197645"/>
                  </a:cubicBezTo>
                  <a:lnTo>
                    <a:pt x="12745" y="197645"/>
                  </a:lnTo>
                  <a:cubicBezTo>
                    <a:pt x="9365" y="197645"/>
                    <a:pt x="6123" y="196302"/>
                    <a:pt x="3733" y="193912"/>
                  </a:cubicBezTo>
                  <a:cubicBezTo>
                    <a:pt x="1343" y="191522"/>
                    <a:pt x="0" y="188280"/>
                    <a:pt x="0" y="184899"/>
                  </a:cubicBezTo>
                  <a:lnTo>
                    <a:pt x="0" y="12745"/>
                  </a:lnTo>
                  <a:cubicBezTo>
                    <a:pt x="0" y="9365"/>
                    <a:pt x="1343" y="6123"/>
                    <a:pt x="3733" y="3733"/>
                  </a:cubicBezTo>
                  <a:cubicBezTo>
                    <a:pt x="6123" y="1343"/>
                    <a:pt x="9365" y="0"/>
                    <a:pt x="12745" y="0"/>
                  </a:cubicBezTo>
                  <a:close/>
                </a:path>
              </a:pathLst>
            </a:custGeom>
            <a:solidFill>
              <a:srgbClr val="0F0E0E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44" name="TextBox 54">
              <a:extLst>
                <a:ext uri="{FF2B5EF4-FFF2-40B4-BE49-F238E27FC236}">
                  <a16:creationId xmlns:a16="http://schemas.microsoft.com/office/drawing/2014/main" id="{E1C80DED-7A17-D039-EC0D-C2A1289D2BD5}"/>
                </a:ext>
              </a:extLst>
            </p:cNvPr>
            <p:cNvSpPr txBox="1"/>
            <p:nvPr/>
          </p:nvSpPr>
          <p:spPr>
            <a:xfrm>
              <a:off x="0" y="-19050"/>
              <a:ext cx="2441105" cy="2166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40" name="TextBox 55">
            <a:extLst>
              <a:ext uri="{FF2B5EF4-FFF2-40B4-BE49-F238E27FC236}">
                <a16:creationId xmlns:a16="http://schemas.microsoft.com/office/drawing/2014/main" id="{BB794EA1-97E3-4209-6E40-56B9DC98B7B6}"/>
              </a:ext>
            </a:extLst>
          </p:cNvPr>
          <p:cNvSpPr txBox="1"/>
          <p:nvPr/>
        </p:nvSpPr>
        <p:spPr>
          <a:xfrm>
            <a:off x="4371640" y="2551765"/>
            <a:ext cx="8222961" cy="504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4199"/>
              </a:lnSpc>
            </a:pPr>
            <a:endParaRPr/>
          </a:p>
        </p:txBody>
      </p:sp>
      <p:sp>
        <p:nvSpPr>
          <p:cNvPr id="42" name="TextBox 56">
            <a:extLst>
              <a:ext uri="{FF2B5EF4-FFF2-40B4-BE49-F238E27FC236}">
                <a16:creationId xmlns:a16="http://schemas.microsoft.com/office/drawing/2014/main" id="{ECDE451E-03DF-415E-C490-DA190BC4B3CE}"/>
              </a:ext>
            </a:extLst>
          </p:cNvPr>
          <p:cNvSpPr txBox="1"/>
          <p:nvPr/>
        </p:nvSpPr>
        <p:spPr>
          <a:xfrm>
            <a:off x="3441026" y="2657819"/>
            <a:ext cx="11267384" cy="413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359"/>
              </a:lnSpc>
            </a:pPr>
            <a:r>
              <a:rPr lang="en-US" sz="2400" spc="-6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&gt; git commit –m “feat: mi primer commit”</a:t>
            </a:r>
            <a:endParaRPr lang="en-US" sz="2400" spc="-64" dirty="0">
              <a:solidFill>
                <a:srgbClr val="D9D9D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91324464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42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84A863-D1F1-D437-DA04-33FF8A553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6CB17B3-DBF4-71CA-640C-4F97A85C9BC5}"/>
              </a:ext>
            </a:extLst>
          </p:cNvPr>
          <p:cNvSpPr/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462E5556-BADE-A98E-4223-8D99E6F9B4CF}"/>
              </a:ext>
            </a:extLst>
          </p:cNvPr>
          <p:cNvGrpSpPr/>
          <p:nvPr/>
        </p:nvGrpSpPr>
        <p:grpSpPr>
          <a:xfrm>
            <a:off x="-698849" y="9575651"/>
            <a:ext cx="19685699" cy="2666805"/>
            <a:chOff x="0" y="0"/>
            <a:chExt cx="5184711" cy="702368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37CEA9C1-1D1E-0420-0630-E3AEB6BBBE31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C6849A52-23F0-F2F8-E687-7157093E345C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09BBC10A-8A12-2746-CCEC-18A2CD5E1D60}"/>
              </a:ext>
            </a:extLst>
          </p:cNvPr>
          <p:cNvGrpSpPr/>
          <p:nvPr/>
        </p:nvGrpSpPr>
        <p:grpSpPr>
          <a:xfrm>
            <a:off x="-698849" y="-1923855"/>
            <a:ext cx="19685699" cy="2666805"/>
            <a:chOff x="0" y="0"/>
            <a:chExt cx="5184711" cy="70236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E51C252A-AAEF-A2FF-3502-B6682B611F03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61F3EBC9-C084-CF06-DC10-8E3122D07802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9F9D00E8-AF00-9AC1-D9FE-80D03DE0BC83}"/>
              </a:ext>
            </a:extLst>
          </p:cNvPr>
          <p:cNvSpPr/>
          <p:nvPr/>
        </p:nvSpPr>
        <p:spPr>
          <a:xfrm>
            <a:off x="15872392" y="2091327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B73E4B7F-FC28-4CAF-A0A0-091A4CE35DE4}"/>
              </a:ext>
            </a:extLst>
          </p:cNvPr>
          <p:cNvSpPr/>
          <p:nvPr/>
        </p:nvSpPr>
        <p:spPr>
          <a:xfrm>
            <a:off x="16901092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08E28524-770B-FD2B-098A-B96E9DAA97D8}"/>
              </a:ext>
            </a:extLst>
          </p:cNvPr>
          <p:cNvSpPr/>
          <p:nvPr/>
        </p:nvSpPr>
        <p:spPr>
          <a:xfrm flipH="1">
            <a:off x="-1389129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1BACCD8F-97DE-9D8B-F518-9F0F2E8EA39E}"/>
              </a:ext>
            </a:extLst>
          </p:cNvPr>
          <p:cNvSpPr/>
          <p:nvPr/>
        </p:nvSpPr>
        <p:spPr>
          <a:xfrm flipH="1">
            <a:off x="-360429" y="2459791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FD1FC351-F8AD-15B5-D316-534C8AB3ABD4}"/>
              </a:ext>
            </a:extLst>
          </p:cNvPr>
          <p:cNvSpPr txBox="1"/>
          <p:nvPr/>
        </p:nvSpPr>
        <p:spPr>
          <a:xfrm>
            <a:off x="7590543" y="3795156"/>
            <a:ext cx="8185257" cy="24761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Nos gustaría recibir tus comentarios para poder seguir mejorando nuestro contenido y logística.</a:t>
            </a:r>
          </a:p>
          <a:p>
            <a:pPr marL="0" lvl="1" indent="0" algn="l">
              <a:lnSpc>
                <a:spcPts val="3919"/>
              </a:lnSpc>
            </a:pPr>
            <a:endParaRPr lang="es-MX" sz="2799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1" indent="0" algn="l">
              <a:lnSpc>
                <a:spcPts val="3919"/>
              </a:lnSpc>
            </a:pPr>
            <a:r>
              <a:rPr lang="es-MX" sz="2799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Llena este formulario rápido y comparte tus opiniones con nosotros.</a:t>
            </a:r>
            <a:endParaRPr lang="en-US" sz="2799" b="1" spc="-75" dirty="0">
              <a:solidFill>
                <a:srgbClr val="0CC0DF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26" name="TextBox 21">
            <a:extLst>
              <a:ext uri="{FF2B5EF4-FFF2-40B4-BE49-F238E27FC236}">
                <a16:creationId xmlns:a16="http://schemas.microsoft.com/office/drawing/2014/main" id="{1E399F02-EE6A-BBC5-2779-784A790A8056}"/>
              </a:ext>
            </a:extLst>
          </p:cNvPr>
          <p:cNvSpPr txBox="1"/>
          <p:nvPr/>
        </p:nvSpPr>
        <p:spPr>
          <a:xfrm>
            <a:off x="4801099" y="1222167"/>
            <a:ext cx="12940412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s-MX" sz="7500" b="1" dirty="0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¡GRACIAS POR ASISTIR!</a:t>
            </a:r>
            <a:endParaRPr lang="en-US" sz="7500" b="1" dirty="0">
              <a:solidFill>
                <a:srgbClr val="FFFFFF"/>
              </a:solidFill>
              <a:latin typeface="Lato Bold"/>
              <a:ea typeface="Lato Bold"/>
              <a:cs typeface="Lato Bold"/>
              <a:sym typeface="Lato Bold"/>
            </a:endParaRPr>
          </a:p>
        </p:txBody>
      </p:sp>
      <p:pic>
        <p:nvPicPr>
          <p:cNvPr id="28" name="Imagen 27">
            <a:extLst>
              <a:ext uri="{FF2B5EF4-FFF2-40B4-BE49-F238E27FC236}">
                <a16:creationId xmlns:a16="http://schemas.microsoft.com/office/drawing/2014/main" id="{D74A0511-111A-4BC0-0E31-3FFC975155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3488" y="3545884"/>
            <a:ext cx="4619601" cy="4691595"/>
          </a:xfrm>
          <a:prstGeom prst="rect">
            <a:avLst/>
          </a:prstGeom>
        </p:spPr>
      </p:pic>
      <p:sp>
        <p:nvSpPr>
          <p:cNvPr id="30" name="TextBox 24">
            <a:extLst>
              <a:ext uri="{FF2B5EF4-FFF2-40B4-BE49-F238E27FC236}">
                <a16:creationId xmlns:a16="http://schemas.microsoft.com/office/drawing/2014/main" id="{C3176BD0-08DA-DE57-886B-46ACAB91C93A}"/>
              </a:ext>
            </a:extLst>
          </p:cNvPr>
          <p:cNvSpPr txBox="1"/>
          <p:nvPr/>
        </p:nvSpPr>
        <p:spPr>
          <a:xfrm>
            <a:off x="7576127" y="6700386"/>
            <a:ext cx="8185257" cy="4755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s-MX" sz="2799" spc="-7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https://forms.gle/7UScrwTwCwN1wkGZ7</a:t>
            </a:r>
            <a:endParaRPr lang="en-US" sz="2799" b="1" spc="-75" dirty="0">
              <a:solidFill>
                <a:schemeClr val="bg1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33" name="TextBox 24">
            <a:extLst>
              <a:ext uri="{FF2B5EF4-FFF2-40B4-BE49-F238E27FC236}">
                <a16:creationId xmlns:a16="http://schemas.microsoft.com/office/drawing/2014/main" id="{D54B2958-8593-32A4-18B4-F5D5D8D81943}"/>
              </a:ext>
            </a:extLst>
          </p:cNvPr>
          <p:cNvSpPr txBox="1"/>
          <p:nvPr/>
        </p:nvSpPr>
        <p:spPr>
          <a:xfrm>
            <a:off x="2808788" y="8407856"/>
            <a:ext cx="3428999" cy="4755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ctr">
              <a:lnSpc>
                <a:spcPts val="3919"/>
              </a:lnSpc>
            </a:pPr>
            <a:r>
              <a:rPr lang="es-MX" sz="2799" spc="-75" dirty="0" err="1">
                <a:solidFill>
                  <a:srgbClr val="FFFFFF"/>
                </a:solidFill>
                <a:latin typeface="Poppins"/>
                <a:ea typeface="Poppins Bold"/>
                <a:cs typeface="Poppins"/>
                <a:sym typeface="Poppins"/>
              </a:rPr>
              <a:t>Feedback</a:t>
            </a:r>
            <a:r>
              <a:rPr lang="es-MX" sz="2799" spc="-75" dirty="0">
                <a:solidFill>
                  <a:srgbClr val="FFFFFF"/>
                </a:solidFill>
                <a:latin typeface="Poppins"/>
                <a:ea typeface="Poppins Bold"/>
                <a:cs typeface="Poppins"/>
                <a:sym typeface="Poppins"/>
              </a:rPr>
              <a:t> día 1</a:t>
            </a:r>
            <a:endParaRPr lang="en-US" sz="2799" spc="-75" dirty="0">
              <a:solidFill>
                <a:srgbClr val="0CC0DF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grpSp>
        <p:nvGrpSpPr>
          <p:cNvPr id="34" name="Group 10">
            <a:extLst>
              <a:ext uri="{FF2B5EF4-FFF2-40B4-BE49-F238E27FC236}">
                <a16:creationId xmlns:a16="http://schemas.microsoft.com/office/drawing/2014/main" id="{69EE528A-5BFA-4376-97C5-031EAEF2D2DE}"/>
              </a:ext>
            </a:extLst>
          </p:cNvPr>
          <p:cNvGrpSpPr/>
          <p:nvPr/>
        </p:nvGrpSpPr>
        <p:grpSpPr>
          <a:xfrm>
            <a:off x="-2221" y="927183"/>
            <a:ext cx="4706728" cy="1723876"/>
            <a:chOff x="0" y="-26737"/>
            <a:chExt cx="1239632" cy="454025"/>
          </a:xfrm>
        </p:grpSpPr>
        <p:sp>
          <p:nvSpPr>
            <p:cNvPr id="35" name="Freeform 11">
              <a:extLst>
                <a:ext uri="{FF2B5EF4-FFF2-40B4-BE49-F238E27FC236}">
                  <a16:creationId xmlns:a16="http://schemas.microsoft.com/office/drawing/2014/main" id="{39413694-8CB8-71EE-410D-93533F18D2BA}"/>
                </a:ext>
              </a:extLst>
            </p:cNvPr>
            <p:cNvSpPr/>
            <p:nvPr/>
          </p:nvSpPr>
          <p:spPr>
            <a:xfrm>
              <a:off x="0" y="0"/>
              <a:ext cx="1239632" cy="406400"/>
            </a:xfrm>
            <a:custGeom>
              <a:avLst/>
              <a:gdLst/>
              <a:ahLst/>
              <a:cxnLst/>
              <a:rect l="l" t="t" r="r" b="b"/>
              <a:pathLst>
                <a:path w="1239632" h="406400">
                  <a:moveTo>
                    <a:pt x="1036432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1036432" y="406400"/>
                  </a:lnTo>
                  <a:lnTo>
                    <a:pt x="1239632" y="203200"/>
                  </a:lnTo>
                  <a:lnTo>
                    <a:pt x="1036432" y="0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36" name="TextBox 12">
              <a:extLst>
                <a:ext uri="{FF2B5EF4-FFF2-40B4-BE49-F238E27FC236}">
                  <a16:creationId xmlns:a16="http://schemas.microsoft.com/office/drawing/2014/main" id="{FCD69CB8-484A-3EB5-8AFE-4E3518349D8A}"/>
                </a:ext>
              </a:extLst>
            </p:cNvPr>
            <p:cNvSpPr txBox="1"/>
            <p:nvPr/>
          </p:nvSpPr>
          <p:spPr>
            <a:xfrm>
              <a:off x="0" y="-26737"/>
              <a:ext cx="1125332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418"/>
                </a:lnSpc>
              </a:pPr>
              <a:r>
                <a:rPr lang="en-US" sz="4200" spc="-231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Día 1</a:t>
              </a:r>
            </a:p>
          </p:txBody>
        </p:sp>
      </p:grpSp>
      <p:grpSp>
        <p:nvGrpSpPr>
          <p:cNvPr id="37" name="Grupo 36">
            <a:extLst>
              <a:ext uri="{FF2B5EF4-FFF2-40B4-BE49-F238E27FC236}">
                <a16:creationId xmlns:a16="http://schemas.microsoft.com/office/drawing/2014/main" id="{019E236D-E389-49B0-A5AB-895BF513E814}"/>
              </a:ext>
            </a:extLst>
          </p:cNvPr>
          <p:cNvGrpSpPr/>
          <p:nvPr/>
        </p:nvGrpSpPr>
        <p:grpSpPr>
          <a:xfrm>
            <a:off x="-228601" y="-478361"/>
            <a:ext cx="2905050" cy="1476032"/>
            <a:chOff x="-228601" y="-478361"/>
            <a:chExt cx="2905050" cy="1476032"/>
          </a:xfrm>
        </p:grpSpPr>
        <p:grpSp>
          <p:nvGrpSpPr>
            <p:cNvPr id="38" name="Group 10">
              <a:extLst>
                <a:ext uri="{FF2B5EF4-FFF2-40B4-BE49-F238E27FC236}">
                  <a16:creationId xmlns:a16="http://schemas.microsoft.com/office/drawing/2014/main" id="{193C7258-019C-95CF-793C-86552F7FB48B}"/>
                </a:ext>
              </a:extLst>
            </p:cNvPr>
            <p:cNvGrpSpPr/>
            <p:nvPr/>
          </p:nvGrpSpPr>
          <p:grpSpPr>
            <a:xfrm>
              <a:off x="-228601" y="-478361"/>
              <a:ext cx="2905050" cy="1221311"/>
              <a:chOff x="0" y="0"/>
              <a:chExt cx="1355852" cy="720510"/>
            </a:xfrm>
          </p:grpSpPr>
          <p:sp>
            <p:nvSpPr>
              <p:cNvPr id="40" name="Freeform 11">
                <a:extLst>
                  <a:ext uri="{FF2B5EF4-FFF2-40B4-BE49-F238E27FC236}">
                    <a16:creationId xmlns:a16="http://schemas.microsoft.com/office/drawing/2014/main" id="{DB2A760E-06CB-82AB-A06B-2D51A466219F}"/>
                  </a:ext>
                </a:extLst>
              </p:cNvPr>
              <p:cNvSpPr/>
              <p:nvPr/>
            </p:nvSpPr>
            <p:spPr>
              <a:xfrm>
                <a:off x="0" y="0"/>
                <a:ext cx="1355852" cy="720510"/>
              </a:xfrm>
              <a:custGeom>
                <a:avLst/>
                <a:gdLst/>
                <a:ahLst/>
                <a:cxnLst/>
                <a:rect l="l" t="t" r="r" b="b"/>
                <a:pathLst>
                  <a:path w="1355852" h="720510">
                    <a:moveTo>
                      <a:pt x="150387" y="0"/>
                    </a:moveTo>
                    <a:lnTo>
                      <a:pt x="1205465" y="0"/>
                    </a:lnTo>
                    <a:cubicBezTo>
                      <a:pt x="1245350" y="0"/>
                      <a:pt x="1283602" y="15844"/>
                      <a:pt x="1311805" y="44047"/>
                    </a:cubicBezTo>
                    <a:cubicBezTo>
                      <a:pt x="1340008" y="72250"/>
                      <a:pt x="1355852" y="110502"/>
                      <a:pt x="1355852" y="150387"/>
                    </a:cubicBezTo>
                    <a:lnTo>
                      <a:pt x="1355852" y="570123"/>
                    </a:lnTo>
                    <a:cubicBezTo>
                      <a:pt x="1355852" y="653179"/>
                      <a:pt x="1288522" y="720510"/>
                      <a:pt x="1205465" y="720510"/>
                    </a:cubicBezTo>
                    <a:lnTo>
                      <a:pt x="150387" y="720510"/>
                    </a:lnTo>
                    <a:cubicBezTo>
                      <a:pt x="67331" y="720510"/>
                      <a:pt x="0" y="653179"/>
                      <a:pt x="0" y="570123"/>
                    </a:cubicBezTo>
                    <a:lnTo>
                      <a:pt x="0" y="150387"/>
                    </a:lnTo>
                    <a:cubicBezTo>
                      <a:pt x="0" y="67331"/>
                      <a:pt x="67331" y="0"/>
                      <a:pt x="150387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txBody>
              <a:bodyPr/>
              <a:lstStyle/>
              <a:p>
                <a:endParaRPr lang="es-MX" dirty="0"/>
              </a:p>
            </p:txBody>
          </p:sp>
          <p:sp>
            <p:nvSpPr>
              <p:cNvPr id="41" name="TextBox 12">
                <a:extLst>
                  <a:ext uri="{FF2B5EF4-FFF2-40B4-BE49-F238E27FC236}">
                    <a16:creationId xmlns:a16="http://schemas.microsoft.com/office/drawing/2014/main" id="{9FCC28EF-9F02-2CDD-0D15-E0F25C5FE2DB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355852" cy="739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74"/>
                  </a:lnSpc>
                </a:pPr>
                <a:endParaRPr/>
              </a:p>
            </p:txBody>
          </p:sp>
        </p:grpSp>
        <p:pic>
          <p:nvPicPr>
            <p:cNvPr id="39" name="Imagen 38">
              <a:extLst>
                <a:ext uri="{FF2B5EF4-FFF2-40B4-BE49-F238E27FC236}">
                  <a16:creationId xmlns:a16="http://schemas.microsoft.com/office/drawing/2014/main" id="{9C977818-B819-C6C2-FF0B-D43523063E6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11" y="-375754"/>
              <a:ext cx="1373425" cy="13734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73254980"/>
      </p:ext>
    </p:extLst>
  </p:cSld>
  <p:clrMapOvr>
    <a:masterClrMapping/>
  </p:clrMapOvr>
  <p:transition>
    <p:fade/>
  </p:transition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666" b="-4666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" name="TextBox 3"/>
          <p:cNvSpPr txBox="1"/>
          <p:nvPr/>
        </p:nvSpPr>
        <p:spPr>
          <a:xfrm>
            <a:off x="1028700" y="2968022"/>
            <a:ext cx="7714827" cy="64011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39"/>
              </a:lnSpc>
            </a:pPr>
            <a:r>
              <a:rPr lang="en-US" sz="2599" b="1" spc="-70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Bloque 1: </a:t>
            </a:r>
            <a:r>
              <a:rPr lang="en-US" sz="2599" b="1" spc="-70" dirty="0" err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Preparando</a:t>
            </a:r>
            <a:r>
              <a:rPr lang="en-US" sz="2599" b="1" spc="-70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el </a:t>
            </a:r>
            <a:r>
              <a:rPr lang="en-US" sz="2599" b="1" spc="-70" dirty="0" err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Terreno</a:t>
            </a:r>
            <a:endParaRPr lang="en-US" sz="2599" b="1" spc="-70" dirty="0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marL="561337" lvl="1" indent="-280669" algn="l">
              <a:lnSpc>
                <a:spcPts val="3639"/>
              </a:lnSpc>
              <a:buAutoNum type="arabicPeriod"/>
            </a:pPr>
            <a:r>
              <a:rPr lang="en-US" sz="2599" spc="-7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2599" u="none" strike="noStrike" spc="-7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ntroducción</a:t>
            </a:r>
            <a:r>
              <a:rPr lang="en-US" sz="2599" u="none" strike="noStrike" spc="-7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a la terminal: Breve </a:t>
            </a:r>
            <a:r>
              <a:rPr lang="en-US" sz="2599" u="none" strike="noStrike" spc="-7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repaso</a:t>
            </a:r>
            <a:r>
              <a:rPr lang="en-US" sz="2599" u="none" strike="noStrike" spc="-7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marL="561337" lvl="1" indent="-280669" algn="l">
              <a:lnSpc>
                <a:spcPts val="3639"/>
              </a:lnSpc>
              <a:buAutoNum type="arabicPeriod"/>
            </a:pPr>
            <a:r>
              <a:rPr lang="en-US" sz="2599" u="none" strike="noStrike" spc="-7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Introducción</a:t>
            </a:r>
            <a:r>
              <a:rPr lang="en-US" sz="2599" u="none" strike="noStrike" spc="-7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a Git y </a:t>
            </a:r>
            <a:r>
              <a:rPr lang="en-US" sz="2599" u="none" strike="noStrike" spc="-7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servicios</a:t>
            </a:r>
            <a:r>
              <a:rPr lang="en-US" sz="2599" u="none" strike="noStrike" spc="-7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2599" u="none" strike="noStrike" spc="-7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almacenamiento</a:t>
            </a:r>
            <a:r>
              <a:rPr lang="en-US" sz="2599" u="none" strike="noStrike" spc="-7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: ¿</a:t>
            </a:r>
            <a:r>
              <a:rPr lang="en-US" sz="2599" u="none" strike="noStrike" spc="-7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Qué</a:t>
            </a:r>
            <a:r>
              <a:rPr lang="en-US" sz="2599" u="none" strike="noStrike" spc="-7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son y </a:t>
            </a:r>
            <a:r>
              <a:rPr lang="en-US" sz="2599" u="none" strike="noStrike" spc="-7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cuál</a:t>
            </a:r>
            <a:r>
              <a:rPr lang="en-US" sz="2599" u="none" strike="noStrike" spc="-7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es la </a:t>
            </a:r>
            <a:r>
              <a:rPr lang="en-US" sz="2599" u="none" strike="noStrike" spc="-7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diferencia</a:t>
            </a:r>
            <a:r>
              <a:rPr lang="en-US" sz="2599" u="none" strike="noStrike" spc="-7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?</a:t>
            </a:r>
          </a:p>
          <a:p>
            <a:pPr marL="561337" lvl="1" indent="-280669" algn="l">
              <a:lnSpc>
                <a:spcPts val="3639"/>
              </a:lnSpc>
              <a:buAutoNum type="arabicPeriod"/>
            </a:pPr>
            <a:r>
              <a:rPr lang="en-US" sz="2599" u="none" strike="noStrike" spc="-7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Configuración</a:t>
            </a:r>
            <a:r>
              <a:rPr lang="en-US" sz="2599" u="none" strike="noStrike" spc="-7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u="none" strike="noStrike" spc="-7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inicial</a:t>
            </a:r>
            <a:r>
              <a:rPr lang="en-US" sz="2599" u="none" strike="noStrike" spc="-7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n-US" sz="2599" u="none" strike="noStrike" spc="-7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Creación</a:t>
            </a:r>
            <a:r>
              <a:rPr lang="en-US" sz="2599" u="none" strike="noStrike" spc="-7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de Token y </a:t>
            </a:r>
            <a:r>
              <a:rPr lang="en-US" sz="2599" u="none" strike="noStrike" spc="-7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conexión</a:t>
            </a:r>
            <a:r>
              <a:rPr lang="en-US" sz="2599" u="none" strike="noStrike" spc="-7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.</a:t>
            </a:r>
          </a:p>
          <a:p>
            <a:pPr algn="just">
              <a:lnSpc>
                <a:spcPts val="3639"/>
              </a:lnSpc>
            </a:pPr>
            <a:endParaRPr lang="en-US" sz="2599" u="none" strike="noStrike" spc="-70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3639"/>
              </a:lnSpc>
            </a:pPr>
            <a:r>
              <a:rPr lang="en-US" sz="2599" b="1" u="none" strike="noStrike" spc="-70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Bloque 2: </a:t>
            </a:r>
            <a:r>
              <a:rPr lang="en-US" sz="2599" b="1" u="none" strike="noStrike" spc="-70" dirty="0" err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Flujo</a:t>
            </a:r>
            <a:r>
              <a:rPr lang="en-US" sz="2599" b="1" u="none" strike="noStrike" spc="-70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de </a:t>
            </a:r>
            <a:r>
              <a:rPr lang="en-US" sz="2599" b="1" u="none" strike="noStrike" spc="-70" dirty="0" err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Trabajo</a:t>
            </a:r>
            <a:r>
              <a:rPr lang="en-US" sz="2599" b="1" u="none" strike="noStrike" spc="-70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Real (</a:t>
            </a:r>
            <a:r>
              <a:rPr lang="en-US" sz="2599" b="1" u="none" strike="noStrike" spc="-70" dirty="0" err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Clonar</a:t>
            </a:r>
            <a:r>
              <a:rPr lang="en-US" sz="2599" b="1" u="none" strike="noStrike" spc="-70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y </a:t>
            </a:r>
            <a:r>
              <a:rPr lang="en-US" sz="2599" b="1" u="none" strike="noStrike" spc="-70" dirty="0" err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Ramificar</a:t>
            </a:r>
            <a:r>
              <a:rPr lang="en-US" sz="2599" b="1" u="none" strike="noStrike" spc="-70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)</a:t>
            </a:r>
          </a:p>
          <a:p>
            <a:pPr marL="561337" lvl="1" indent="-280669" algn="l">
              <a:lnSpc>
                <a:spcPts val="3639"/>
              </a:lnSpc>
              <a:buAutoNum type="arabicPeriod"/>
            </a:pPr>
            <a:r>
              <a:rPr lang="en-US" sz="2599" u="none" strike="noStrike" spc="-7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git clone: </a:t>
            </a:r>
            <a:r>
              <a:rPr lang="en-US" sz="2599" u="none" strike="noStrike" spc="-7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Trayendo</a:t>
            </a:r>
            <a:r>
              <a:rPr lang="en-US" sz="2599" u="none" strike="noStrike" spc="-7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el </a:t>
            </a:r>
            <a:r>
              <a:rPr lang="en-US" sz="2599" u="none" strike="noStrike" spc="-7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proyecto</a:t>
            </a:r>
            <a:r>
              <a:rPr lang="en-US" sz="2599" u="none" strike="noStrike" spc="-7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a mi </a:t>
            </a:r>
            <a:r>
              <a:rPr lang="en-US" sz="2599" u="none" strike="noStrike" spc="-7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computadora</a:t>
            </a:r>
            <a:r>
              <a:rPr lang="en-US" sz="2599" u="none" strike="noStrike" spc="-7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marL="561337" lvl="1" indent="-280669" algn="l">
              <a:lnSpc>
                <a:spcPts val="3639"/>
              </a:lnSpc>
              <a:buAutoNum type="arabicPeriod"/>
            </a:pPr>
            <a:r>
              <a:rPr lang="en-US" sz="2599" u="none" strike="noStrike" spc="-7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El </a:t>
            </a:r>
            <a:r>
              <a:rPr lang="en-US" sz="2599" u="none" strike="noStrike" spc="-7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concepto</a:t>
            </a:r>
            <a:r>
              <a:rPr lang="en-US" sz="2599" u="none" strike="noStrike" spc="-7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de Ramas</a:t>
            </a:r>
          </a:p>
          <a:p>
            <a:pPr marL="561337" lvl="1" indent="-280669" algn="l">
              <a:lnSpc>
                <a:spcPts val="3639"/>
              </a:lnSpc>
              <a:buAutoNum type="arabicPeriod"/>
            </a:pPr>
            <a:r>
              <a:rPr lang="en-US" sz="2599" u="none" strike="noStrike" spc="-7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git branch &amp; git switch</a:t>
            </a:r>
          </a:p>
        </p:txBody>
      </p:sp>
      <p:sp>
        <p:nvSpPr>
          <p:cNvPr id="4" name="Freeform 4"/>
          <p:cNvSpPr/>
          <p:nvPr/>
        </p:nvSpPr>
        <p:spPr>
          <a:xfrm>
            <a:off x="16591623" y="7540808"/>
            <a:ext cx="1743088" cy="2896370"/>
          </a:xfrm>
          <a:custGeom>
            <a:avLst/>
            <a:gdLst/>
            <a:ahLst/>
            <a:cxnLst/>
            <a:rect l="l" t="t" r="r" b="b"/>
            <a:pathLst>
              <a:path w="1743088" h="2896370">
                <a:moveTo>
                  <a:pt x="0" y="0"/>
                </a:moveTo>
                <a:lnTo>
                  <a:pt x="1743088" y="0"/>
                </a:lnTo>
                <a:lnTo>
                  <a:pt x="1743088" y="2896369"/>
                </a:lnTo>
                <a:lnTo>
                  <a:pt x="0" y="289636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5" name="Freeform 5"/>
          <p:cNvSpPr/>
          <p:nvPr/>
        </p:nvSpPr>
        <p:spPr>
          <a:xfrm>
            <a:off x="16591623" y="8263135"/>
            <a:ext cx="1743088" cy="2896370"/>
          </a:xfrm>
          <a:custGeom>
            <a:avLst/>
            <a:gdLst/>
            <a:ahLst/>
            <a:cxnLst/>
            <a:rect l="l" t="t" r="r" b="b"/>
            <a:pathLst>
              <a:path w="1743088" h="2896370">
                <a:moveTo>
                  <a:pt x="0" y="0"/>
                </a:moveTo>
                <a:lnTo>
                  <a:pt x="1743088" y="0"/>
                </a:lnTo>
                <a:lnTo>
                  <a:pt x="1743088" y="2896369"/>
                </a:lnTo>
                <a:lnTo>
                  <a:pt x="0" y="289636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6" name="TextBox 6"/>
          <p:cNvSpPr txBox="1"/>
          <p:nvPr/>
        </p:nvSpPr>
        <p:spPr>
          <a:xfrm>
            <a:off x="1028700" y="1059713"/>
            <a:ext cx="6412882" cy="15675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824"/>
              </a:lnSpc>
            </a:pPr>
            <a:r>
              <a:rPr lang="en-US" sz="9160" b="1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TEMARIO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118970" y="2968022"/>
            <a:ext cx="8140330" cy="73154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39"/>
              </a:lnSpc>
            </a:pPr>
            <a:r>
              <a:rPr lang="en-US" sz="2599" u="none" strike="noStrike" spc="-7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</a:t>
            </a:r>
            <a:r>
              <a:rPr lang="en-US" sz="2599" b="1" u="none" strike="noStrike" spc="-70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loque 3: El Ciclo de Vida del Código (</a:t>
            </a:r>
            <a:r>
              <a:rPr lang="en-US" sz="2599" b="1" u="none" strike="noStrike" spc="-70" dirty="0" err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Guardar</a:t>
            </a:r>
            <a:r>
              <a:rPr lang="en-US" sz="2599" b="1" u="none" strike="noStrike" spc="-70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y Subir)</a:t>
            </a:r>
          </a:p>
          <a:p>
            <a:pPr marL="561337" lvl="1" indent="-280669" algn="l">
              <a:lnSpc>
                <a:spcPts val="3639"/>
              </a:lnSpc>
              <a:buAutoNum type="arabicPeriod"/>
            </a:pPr>
            <a:r>
              <a:rPr lang="en-US" sz="2599" u="none" strike="noStrike" spc="-7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git status: 3 </a:t>
            </a:r>
            <a:r>
              <a:rPr lang="en-US" sz="2599" u="none" strike="noStrike" spc="-7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estados</a:t>
            </a:r>
            <a:r>
              <a:rPr lang="en-US" sz="2599" u="none" strike="noStrike" spc="-7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n-US" sz="2599" u="none" strike="noStrike" spc="-7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modificado</a:t>
            </a:r>
            <a:r>
              <a:rPr lang="en-US" sz="2599" u="none" strike="noStrike" spc="-7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599" u="none" strike="noStrike" spc="-7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preparado</a:t>
            </a:r>
            <a:r>
              <a:rPr lang="en-US" sz="2599" u="none" strike="noStrike" spc="-7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599" u="none" strike="noStrike" spc="-7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guardado</a:t>
            </a:r>
            <a:r>
              <a:rPr lang="en-US" sz="2599" u="none" strike="noStrike" spc="-7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marL="561337" lvl="1" indent="-280669" algn="l">
              <a:lnSpc>
                <a:spcPts val="3639"/>
              </a:lnSpc>
              <a:buAutoNum type="arabicPeriod"/>
            </a:pPr>
            <a:r>
              <a:rPr lang="en-US" sz="2599" u="none" strike="noStrike" spc="-7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git add: </a:t>
            </a:r>
            <a:r>
              <a:rPr lang="en-US" sz="2599" u="none" strike="noStrike" spc="-7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Preparando</a:t>
            </a:r>
            <a:r>
              <a:rPr lang="en-US" sz="2599" u="none" strike="noStrike" spc="-7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u="none" strike="noStrike" spc="-7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los</a:t>
            </a:r>
            <a:r>
              <a:rPr lang="en-US" sz="2599" u="none" strike="noStrike" spc="-7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u="none" strike="noStrike" spc="-7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cambios</a:t>
            </a:r>
            <a:r>
              <a:rPr lang="en-US" sz="2599" u="none" strike="noStrike" spc="-7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marL="561337" lvl="1" indent="-280669" algn="l">
              <a:lnSpc>
                <a:spcPts val="3639"/>
              </a:lnSpc>
              <a:buAutoNum type="arabicPeriod"/>
            </a:pPr>
            <a:r>
              <a:rPr lang="en-US" sz="2599" u="none" strike="noStrike" spc="-7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git commit -m " "</a:t>
            </a:r>
          </a:p>
          <a:p>
            <a:pPr marL="561337" lvl="1" indent="-280669" algn="l">
              <a:lnSpc>
                <a:spcPts val="3639"/>
              </a:lnSpc>
              <a:buAutoNum type="arabicPeriod"/>
            </a:pPr>
            <a:r>
              <a:rPr lang="en-US" sz="2599" u="none" strike="noStrike" spc="-7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Buenas</a:t>
            </a:r>
            <a:r>
              <a:rPr lang="en-US" sz="2599" u="none" strike="noStrike" spc="-7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u="none" strike="noStrike" spc="-7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prácticas</a:t>
            </a:r>
            <a:r>
              <a:rPr lang="en-US" sz="2599" u="none" strike="noStrike" spc="-7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de Commits</a:t>
            </a:r>
          </a:p>
          <a:p>
            <a:pPr marL="561337" lvl="1" indent="-280669" algn="l">
              <a:lnSpc>
                <a:spcPts val="3639"/>
              </a:lnSpc>
              <a:buAutoNum type="arabicPeriod"/>
            </a:pPr>
            <a:r>
              <a:rPr lang="en-US" sz="2599" u="none" strike="noStrike" spc="-7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git push vs git push --set-upstream</a:t>
            </a:r>
          </a:p>
          <a:p>
            <a:pPr algn="just">
              <a:lnSpc>
                <a:spcPts val="3639"/>
              </a:lnSpc>
            </a:pPr>
            <a:endParaRPr lang="en-US" sz="2599" u="none" strike="noStrike" spc="-70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3639"/>
              </a:lnSpc>
            </a:pPr>
            <a:r>
              <a:rPr lang="en-US" sz="2599" b="1" u="none" strike="noStrike" spc="-70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Bloque 4: </a:t>
            </a:r>
            <a:r>
              <a:rPr lang="en-US" sz="2599" b="1" u="none" strike="noStrike" spc="-70" dirty="0" err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Sincronización</a:t>
            </a:r>
            <a:r>
              <a:rPr lang="en-US" sz="2599" b="1" u="none" strike="noStrike" spc="-70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y Equipo</a:t>
            </a:r>
          </a:p>
          <a:p>
            <a:pPr marL="561337" lvl="1" indent="-280669" algn="l">
              <a:lnSpc>
                <a:spcPts val="3639"/>
              </a:lnSpc>
              <a:buAutoNum type="arabicPeriod"/>
            </a:pPr>
            <a:r>
              <a:rPr lang="en-US" sz="2599" u="none" strike="noStrike" spc="-7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git fetch vs git pull</a:t>
            </a:r>
          </a:p>
          <a:p>
            <a:pPr marL="561337" lvl="1" indent="-280669" algn="l">
              <a:lnSpc>
                <a:spcPts val="3639"/>
              </a:lnSpc>
              <a:buAutoNum type="arabicPeriod"/>
            </a:pPr>
            <a:r>
              <a:rPr lang="en-US" sz="2599" u="none" strike="noStrike" spc="-7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git merge: </a:t>
            </a:r>
            <a:r>
              <a:rPr lang="en-US" sz="2599" u="none" strike="noStrike" spc="-7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Juntando</a:t>
            </a:r>
            <a:r>
              <a:rPr lang="en-US" sz="2599" u="none" strike="noStrike" spc="-7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el </a:t>
            </a:r>
            <a:r>
              <a:rPr lang="en-US" sz="2599" u="none" strike="noStrike" spc="-7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trabajo</a:t>
            </a:r>
            <a:r>
              <a:rPr lang="en-US" sz="2599" u="none" strike="noStrike" spc="-7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2599" u="none" strike="noStrike" spc="-7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una</a:t>
            </a:r>
            <a:r>
              <a:rPr lang="en-US" sz="2599" u="none" strike="noStrike" spc="-7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u="none" strike="noStrike" spc="-7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rama</a:t>
            </a:r>
            <a:r>
              <a:rPr lang="en-US" sz="2599" u="none" strike="noStrike" spc="-7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con </a:t>
            </a:r>
            <a:r>
              <a:rPr lang="en-US" sz="2599" u="none" strike="noStrike" spc="-7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otra</a:t>
            </a:r>
            <a:r>
              <a:rPr lang="en-US" sz="2599" u="none" strike="noStrike" spc="-7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marL="561337" lvl="1" indent="-280669" algn="l">
              <a:lnSpc>
                <a:spcPts val="3639"/>
              </a:lnSpc>
              <a:buAutoNum type="arabicPeriod"/>
            </a:pPr>
            <a:r>
              <a:rPr lang="en-US" sz="2599" u="none" strike="noStrike" spc="-7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git log: </a:t>
            </a:r>
            <a:r>
              <a:rPr lang="en-US" sz="2599" u="none" strike="noStrike" spc="-7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Cómo</a:t>
            </a:r>
            <a:r>
              <a:rPr lang="en-US" sz="2599" u="none" strike="noStrike" spc="-7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u="none" strike="noStrike" spc="-7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ver</a:t>
            </a:r>
            <a:r>
              <a:rPr lang="en-US" sz="2599" u="none" strike="noStrike" spc="-7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el </a:t>
            </a:r>
            <a:r>
              <a:rPr lang="en-US" sz="2599" u="none" strike="noStrike" spc="-7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historial</a:t>
            </a:r>
            <a:r>
              <a:rPr lang="en-US" sz="2599" u="none" strike="noStrike" spc="-7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2599" u="none" strike="noStrike" spc="-7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todo</a:t>
            </a:r>
            <a:r>
              <a:rPr lang="en-US" sz="2599" u="none" strike="noStrike" spc="-7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lo </a:t>
            </a:r>
            <a:r>
              <a:rPr lang="en-US" sz="2599" u="none" strike="noStrike" spc="-7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que</a:t>
            </a:r>
            <a:r>
              <a:rPr lang="en-US" sz="2599" u="none" strike="noStrike" spc="-7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u="none" strike="noStrike" spc="-7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hemos</a:t>
            </a:r>
            <a:r>
              <a:rPr lang="en-US" sz="2599" u="none" strike="noStrike" spc="-7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99" u="none" strike="noStrike" spc="-7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hecho</a:t>
            </a:r>
            <a:r>
              <a:rPr lang="en-US" sz="2599" u="none" strike="noStrike" spc="-7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marL="0" lvl="1" indent="0" algn="just">
              <a:lnSpc>
                <a:spcPts val="3639"/>
              </a:lnSpc>
            </a:pPr>
            <a:endParaRPr lang="en-US" sz="2599" u="none" strike="noStrike" spc="-70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ransition>
    <p:fade/>
  </p:transition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A57D24-2157-7A64-F0CA-C5EF48F33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CB2B79C-9DB8-1C25-5E28-1FF3EE6F1D4F}"/>
              </a:ext>
            </a:extLst>
          </p:cNvPr>
          <p:cNvSpPr/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 dirty="0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4E277F8E-72A2-3B70-4B7F-9ED2AF2F5C24}"/>
              </a:ext>
            </a:extLst>
          </p:cNvPr>
          <p:cNvGrpSpPr/>
          <p:nvPr/>
        </p:nvGrpSpPr>
        <p:grpSpPr>
          <a:xfrm>
            <a:off x="-698849" y="-1923855"/>
            <a:ext cx="19685699" cy="2666805"/>
            <a:chOff x="0" y="0"/>
            <a:chExt cx="5184711" cy="70236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E12BF95E-953A-ACC3-F92A-E078DAF1ED23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3C9D9046-F85B-FAB9-9D19-464866095793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F7E39F31-951F-D1BB-4B90-0DEDF5BE301B}"/>
              </a:ext>
            </a:extLst>
          </p:cNvPr>
          <p:cNvSpPr/>
          <p:nvPr/>
        </p:nvSpPr>
        <p:spPr>
          <a:xfrm>
            <a:off x="15872392" y="2091327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E9F71381-0BAD-77AD-A941-651EA32D9195}"/>
              </a:ext>
            </a:extLst>
          </p:cNvPr>
          <p:cNvSpPr/>
          <p:nvPr/>
        </p:nvSpPr>
        <p:spPr>
          <a:xfrm>
            <a:off x="16901092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BB31CFC8-BCE5-7463-3F86-55F33716DDC7}"/>
              </a:ext>
            </a:extLst>
          </p:cNvPr>
          <p:cNvSpPr/>
          <p:nvPr/>
        </p:nvSpPr>
        <p:spPr>
          <a:xfrm flipH="1">
            <a:off x="-1389129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1CE6A05D-3FC0-FCE6-FB60-F191EAB70307}"/>
              </a:ext>
            </a:extLst>
          </p:cNvPr>
          <p:cNvSpPr/>
          <p:nvPr/>
        </p:nvSpPr>
        <p:spPr>
          <a:xfrm flipH="1">
            <a:off x="-360429" y="2459791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8B281097-0052-9E5F-52A9-7F07FCCD8A3B}"/>
              </a:ext>
            </a:extLst>
          </p:cNvPr>
          <p:cNvSpPr txBox="1"/>
          <p:nvPr/>
        </p:nvSpPr>
        <p:spPr>
          <a:xfrm>
            <a:off x="1963070" y="2017752"/>
            <a:ext cx="14757808" cy="83499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MX" sz="2800" b="1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Día 1: Primeros pasos, clonado y experimentación local</a:t>
            </a:r>
          </a:p>
          <a:p>
            <a:pPr algn="l">
              <a:lnSpc>
                <a:spcPct val="150000"/>
              </a:lnSpc>
            </a:pPr>
            <a:r>
              <a:rPr lang="es-MX" sz="2400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El objetivo del primer día es que los alumnos pierdan el miedo a la terminal y preparen su entorno de trabajo local.</a:t>
            </a:r>
          </a:p>
          <a:p>
            <a:pPr marL="514350" indent="-514350">
              <a:lnSpc>
                <a:spcPct val="150000"/>
              </a:lnSpc>
              <a:buFontTx/>
              <a:buAutoNum type="arabicPeriod"/>
            </a:pPr>
            <a:r>
              <a:rPr lang="es-MX" sz="2400" b="1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Ingreso a la carpeta: </a:t>
            </a:r>
            <a:r>
              <a:rPr lang="es-MX" sz="2400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Utilizan el comando cd para navegar dentro del directorio donde quieren poner el proyecto clonado</a:t>
            </a:r>
            <a:endParaRPr lang="es-MX" sz="2400" b="1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514350" indent="-514350" algn="l">
              <a:lnSpc>
                <a:spcPct val="150000"/>
              </a:lnSpc>
              <a:buAutoNum type="arabicPeriod"/>
            </a:pPr>
            <a:r>
              <a:rPr lang="es-MX" sz="2400" b="1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Clonado del proyecto: </a:t>
            </a:r>
            <a:r>
              <a:rPr lang="es-MX" sz="2400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Los participantes ejecutan el comando </a:t>
            </a:r>
            <a:r>
              <a:rPr lang="es-MX" sz="2400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git</a:t>
            </a:r>
            <a:r>
              <a:rPr lang="es-MX" sz="2400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clone para traer el repositorio base a su computadora.</a:t>
            </a:r>
          </a:p>
          <a:p>
            <a:pPr marL="514350" indent="-514350" algn="l">
              <a:lnSpc>
                <a:spcPct val="150000"/>
              </a:lnSpc>
              <a:buAutoNum type="arabicPeriod"/>
            </a:pPr>
            <a:r>
              <a:rPr lang="es-MX" sz="2400" b="1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Creación de ramas aisladas: </a:t>
            </a:r>
            <a:r>
              <a:rPr lang="es-MX" sz="2400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Ejecutan </a:t>
            </a:r>
            <a:r>
              <a:rPr lang="es-MX" sz="2400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git</a:t>
            </a:r>
            <a:r>
              <a:rPr lang="es-MX" sz="2400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switch -c </a:t>
            </a:r>
            <a:r>
              <a:rPr lang="es-MX" sz="2400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cancion</a:t>
            </a:r>
            <a:r>
              <a:rPr lang="es-MX" sz="2400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-de-[su-nombre] para crear una rama personal y no alterar el trabajo de los demás.</a:t>
            </a:r>
          </a:p>
          <a:p>
            <a:pPr marL="514350" indent="-514350" algn="l">
              <a:lnSpc>
                <a:spcPct val="150000"/>
              </a:lnSpc>
              <a:buAutoNum type="arabicPeriod"/>
            </a:pPr>
            <a:r>
              <a:rPr lang="es-MX" sz="2400" b="1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Práctica libre en archivos de texto: </a:t>
            </a:r>
            <a:r>
              <a:rPr lang="es-MX" sz="2400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Modifican la letra de una canción, agregan un archivo nuevo con otra letra y borran un archivo existente para experimentar en su entorno local.</a:t>
            </a:r>
          </a:p>
          <a:p>
            <a:pPr marL="514350" indent="-514350" algn="l">
              <a:lnSpc>
                <a:spcPct val="150000"/>
              </a:lnSpc>
              <a:buAutoNum type="arabicPeriod"/>
            </a:pPr>
            <a:r>
              <a:rPr lang="es-MX" sz="2400" b="1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Cierre con </a:t>
            </a:r>
            <a:r>
              <a:rPr lang="es-MX" sz="2400" b="1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git</a:t>
            </a:r>
            <a:r>
              <a:rPr lang="es-MX" sz="2400" b="1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status</a:t>
            </a:r>
            <a:r>
              <a:rPr lang="es-MX" sz="2400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: Ejecutan </a:t>
            </a:r>
            <a:r>
              <a:rPr lang="es-MX" sz="2400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git</a:t>
            </a:r>
            <a:r>
              <a:rPr lang="es-MX" sz="2400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status y observan cómo sus terminales muestran los archivos en color rojo. </a:t>
            </a:r>
          </a:p>
          <a:p>
            <a:pPr algn="l">
              <a:lnSpc>
                <a:spcPct val="150000"/>
              </a:lnSpc>
            </a:pPr>
            <a:r>
              <a:rPr lang="es-MX" sz="2400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 cierra la sesión explicando que Git ya detectó las modificaciones locales, dejando todo preparado para el día siguiente.</a:t>
            </a:r>
            <a:endParaRPr lang="en-US" sz="2400" u="none" strike="noStrike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87ADFFFE-F80D-ECEC-5B1E-819D14D2A67F}"/>
              </a:ext>
            </a:extLst>
          </p:cNvPr>
          <p:cNvSpPr txBox="1"/>
          <p:nvPr/>
        </p:nvSpPr>
        <p:spPr>
          <a:xfrm>
            <a:off x="3048000" y="652959"/>
            <a:ext cx="11638327" cy="13721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717"/>
              </a:lnSpc>
            </a:pPr>
            <a:r>
              <a:rPr lang="en-US" sz="9160" b="1" dirty="0" err="1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Ejercicio</a:t>
            </a:r>
            <a:endParaRPr lang="en-US" sz="9160" b="1" dirty="0">
              <a:solidFill>
                <a:srgbClr val="FFFFFF"/>
              </a:solidFill>
              <a:latin typeface="Lato Bold"/>
              <a:ea typeface="Lato Bold"/>
              <a:cs typeface="Lato Bold"/>
              <a:sym typeface="Lato Bold"/>
            </a:endParaRPr>
          </a:p>
        </p:txBody>
      </p:sp>
    </p:spTree>
    <p:extLst>
      <p:ext uri="{BB962C8B-B14F-4D97-AF65-F5344CB8AC3E}">
        <p14:creationId xmlns:p14="http://schemas.microsoft.com/office/powerpoint/2010/main" val="4171204882"/>
      </p:ext>
    </p:extLst>
  </p:cSld>
  <p:clrMapOvr>
    <a:masterClrMapping/>
  </p:clrMapOvr>
  <p:transition>
    <p:fade/>
  </p:transition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56A60F-FA0E-5C5B-C8D3-946DCB64A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CAB3530-C616-E85D-B71A-4A7A7A08D5DF}"/>
              </a:ext>
            </a:extLst>
          </p:cNvPr>
          <p:cNvSpPr/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 dirty="0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A555CCBE-2F4B-7D9C-7E26-1BE186C93016}"/>
              </a:ext>
            </a:extLst>
          </p:cNvPr>
          <p:cNvGrpSpPr/>
          <p:nvPr/>
        </p:nvGrpSpPr>
        <p:grpSpPr>
          <a:xfrm>
            <a:off x="-698849" y="-1923855"/>
            <a:ext cx="19685699" cy="2666805"/>
            <a:chOff x="0" y="0"/>
            <a:chExt cx="5184711" cy="70236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3D1EC907-A2EF-0ACF-5FD1-71A188B8E7A6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A32E1E58-6919-66E6-821E-BB733A78EFE2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AE93A8A2-DB75-33CC-C57B-3A8F05DAC13B}"/>
              </a:ext>
            </a:extLst>
          </p:cNvPr>
          <p:cNvSpPr/>
          <p:nvPr/>
        </p:nvSpPr>
        <p:spPr>
          <a:xfrm>
            <a:off x="15872392" y="2091327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0B8D9188-BCD7-9FD4-DD16-E0F44CE50224}"/>
              </a:ext>
            </a:extLst>
          </p:cNvPr>
          <p:cNvSpPr/>
          <p:nvPr/>
        </p:nvSpPr>
        <p:spPr>
          <a:xfrm>
            <a:off x="16901092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83D17722-9516-7DBA-413F-5ACE74E55DD4}"/>
              </a:ext>
            </a:extLst>
          </p:cNvPr>
          <p:cNvSpPr/>
          <p:nvPr/>
        </p:nvSpPr>
        <p:spPr>
          <a:xfrm flipH="1">
            <a:off x="-1389129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41C5E425-BA9E-FC94-E756-6952E5B268A8}"/>
              </a:ext>
            </a:extLst>
          </p:cNvPr>
          <p:cNvSpPr/>
          <p:nvPr/>
        </p:nvSpPr>
        <p:spPr>
          <a:xfrm flipH="1">
            <a:off x="-360429" y="2459791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0B4BDA8C-ADC8-DEB0-5F21-9DC682A01FAD}"/>
              </a:ext>
            </a:extLst>
          </p:cNvPr>
          <p:cNvSpPr txBox="1"/>
          <p:nvPr/>
        </p:nvSpPr>
        <p:spPr>
          <a:xfrm>
            <a:off x="1963070" y="2017752"/>
            <a:ext cx="14757808" cy="61339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MX" sz="2800" b="1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Día 2: Guardado oficial, subida a la nube y resolución del conflicto en vivo</a:t>
            </a:r>
          </a:p>
          <a:p>
            <a:pPr algn="l">
              <a:lnSpc>
                <a:spcPct val="150000"/>
              </a:lnSpc>
            </a:pPr>
            <a:r>
              <a:rPr lang="es-MX" sz="2400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El segundo día agrupa los comandos de guardado en orden (</a:t>
            </a:r>
            <a:r>
              <a:rPr lang="es-MX" sz="2400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add</a:t>
            </a:r>
            <a:r>
              <a:rPr lang="es-MX" sz="2400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s-MX" sz="2400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commit</a:t>
            </a:r>
            <a:r>
              <a:rPr lang="es-MX" sz="2400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s-MX" sz="2400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push</a:t>
            </a:r>
            <a:r>
              <a:rPr lang="es-MX" sz="2400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) e introduce el trabajo colaborativo con la resolución del conflicto que solicitaron tus jefes.</a:t>
            </a:r>
          </a:p>
          <a:p>
            <a:pPr marL="457200" indent="-457200" algn="l">
              <a:lnSpc>
                <a:spcPct val="150000"/>
              </a:lnSpc>
              <a:buAutoNum type="arabicPeriod"/>
            </a:pPr>
            <a:r>
              <a:rPr lang="es-MX" sz="2400" b="1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Reanudación del trabajo local: </a:t>
            </a:r>
            <a:r>
              <a:rPr lang="es-MX" sz="2400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Al iniciar, abren la terminal y ejecutan </a:t>
            </a:r>
            <a:r>
              <a:rPr lang="es-MX" sz="2400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git</a:t>
            </a:r>
            <a:r>
              <a:rPr lang="es-MX" sz="2400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status para recordar qué hicieron ayer, verificando que los archivos siguen en rojo.</a:t>
            </a:r>
          </a:p>
          <a:p>
            <a:pPr marL="457200" indent="-457200" algn="l">
              <a:lnSpc>
                <a:spcPct val="150000"/>
              </a:lnSpc>
              <a:buAutoNum type="arabicPeriod"/>
            </a:pPr>
            <a:r>
              <a:rPr lang="es-MX" sz="2400" b="1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Preparación de cambios:</a:t>
            </a:r>
            <a:r>
              <a:rPr lang="es-MX" sz="2400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Ejecutan </a:t>
            </a:r>
            <a:r>
              <a:rPr lang="es-MX" sz="2400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git</a:t>
            </a:r>
            <a:r>
              <a:rPr lang="es-MX" sz="2400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MX" sz="2400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add</a:t>
            </a:r>
            <a:r>
              <a:rPr lang="es-MX" sz="2400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. para pasar las modificaciones a la zona de espera, cambiando las letras de rojo a verde.</a:t>
            </a:r>
          </a:p>
          <a:p>
            <a:pPr marL="457200" indent="-457200" algn="l">
              <a:lnSpc>
                <a:spcPct val="150000"/>
              </a:lnSpc>
              <a:buAutoNum type="arabicPeriod"/>
            </a:pPr>
            <a:r>
              <a:rPr lang="es-MX" sz="2400" b="1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Confirmación y guardado:</a:t>
            </a:r>
            <a:r>
              <a:rPr lang="es-MX" sz="2400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Toman la “fotografía definitiva” de sus cambios utilizando </a:t>
            </a:r>
            <a:r>
              <a:rPr lang="es-MX" sz="2400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git</a:t>
            </a:r>
            <a:r>
              <a:rPr lang="es-MX" sz="2400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MX" sz="2400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commit</a:t>
            </a:r>
            <a:r>
              <a:rPr lang="es-MX" sz="2400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-m "mensaje".</a:t>
            </a:r>
          </a:p>
          <a:p>
            <a:pPr marL="457200" indent="-457200" algn="l">
              <a:lnSpc>
                <a:spcPct val="150000"/>
              </a:lnSpc>
              <a:buAutoNum type="arabicPeriod"/>
            </a:pPr>
            <a:r>
              <a:rPr lang="es-MX" sz="2400" b="1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Publicación en la nube:</a:t>
            </a:r>
            <a:r>
              <a:rPr lang="es-MX" sz="2400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Ejecutan </a:t>
            </a:r>
            <a:r>
              <a:rPr lang="es-MX" sz="2400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git</a:t>
            </a:r>
            <a:r>
              <a:rPr lang="es-MX" sz="2400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MX" sz="2400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push</a:t>
            </a:r>
            <a:r>
              <a:rPr lang="es-MX" sz="2400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--set-</a:t>
            </a:r>
            <a:r>
              <a:rPr lang="es-MX" sz="2400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upstream</a:t>
            </a:r>
            <a:r>
              <a:rPr lang="es-MX" sz="2400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MX" sz="2400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origin</a:t>
            </a:r>
            <a:r>
              <a:rPr lang="es-MX" sz="2400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MX" sz="2400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cancion</a:t>
            </a:r>
            <a:r>
              <a:rPr lang="es-MX" sz="2400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-de-[nombre] para publicar su rama por primera vez en GitHub viendo sus canciones en el repo.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356EE3D4-DBBC-F685-F37C-2B74AE005ACD}"/>
              </a:ext>
            </a:extLst>
          </p:cNvPr>
          <p:cNvSpPr txBox="1"/>
          <p:nvPr/>
        </p:nvSpPr>
        <p:spPr>
          <a:xfrm>
            <a:off x="3048000" y="652959"/>
            <a:ext cx="11638327" cy="13721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717"/>
              </a:lnSpc>
            </a:pPr>
            <a:r>
              <a:rPr lang="en-US" sz="9160" b="1" dirty="0" err="1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Ejercicio</a:t>
            </a:r>
            <a:endParaRPr lang="en-US" sz="9160" b="1" dirty="0">
              <a:solidFill>
                <a:srgbClr val="FFFFFF"/>
              </a:solidFill>
              <a:latin typeface="Lato Bold"/>
              <a:ea typeface="Lato Bold"/>
              <a:cs typeface="Lato Bold"/>
              <a:sym typeface="Lato Bold"/>
            </a:endParaRPr>
          </a:p>
        </p:txBody>
      </p:sp>
    </p:spTree>
    <p:extLst>
      <p:ext uri="{BB962C8B-B14F-4D97-AF65-F5344CB8AC3E}">
        <p14:creationId xmlns:p14="http://schemas.microsoft.com/office/powerpoint/2010/main" val="2201144981"/>
      </p:ext>
    </p:extLst>
  </p:cSld>
  <p:clrMapOvr>
    <a:masterClrMapping/>
  </p:clrMapOvr>
  <p:transition>
    <p:fade/>
  </p:transition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0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419C78-F2E8-AAC0-43A3-E9150C23D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10B2224-E0DE-E230-DAF5-63ED9E0C23BF}"/>
              </a:ext>
            </a:extLst>
          </p:cNvPr>
          <p:cNvSpPr/>
          <p:nvPr/>
        </p:nvSpPr>
        <p:spPr>
          <a:xfrm>
            <a:off x="0" y="0"/>
            <a:ext cx="18288000" cy="10277856"/>
          </a:xfrm>
          <a:custGeom>
            <a:avLst/>
            <a:gdLst/>
            <a:ahLst/>
            <a:cxnLst/>
            <a:rect l="l" t="t" r="r" b="b"/>
            <a:pathLst>
              <a:path w="18288000" h="10277856">
                <a:moveTo>
                  <a:pt x="0" y="0"/>
                </a:moveTo>
                <a:lnTo>
                  <a:pt x="18288000" y="0"/>
                </a:lnTo>
                <a:lnTo>
                  <a:pt x="18288000" y="10277856"/>
                </a:lnTo>
                <a:lnTo>
                  <a:pt x="0" y="10277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/>
            </a:stretch>
          </a:blipFill>
        </p:spPr>
        <p:txBody>
          <a:bodyPr/>
          <a:lstStyle/>
          <a:p>
            <a:endParaRPr lang="es-MX" dirty="0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CFA16CC0-1E19-51C5-FA75-99A007CBFFE3}"/>
              </a:ext>
            </a:extLst>
          </p:cNvPr>
          <p:cNvGrpSpPr/>
          <p:nvPr/>
        </p:nvGrpSpPr>
        <p:grpSpPr>
          <a:xfrm>
            <a:off x="-698849" y="-1923855"/>
            <a:ext cx="19685699" cy="2666805"/>
            <a:chOff x="0" y="0"/>
            <a:chExt cx="5184711" cy="70236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7C22FC11-9027-AB46-1882-FFE7171629EA}"/>
                </a:ext>
              </a:extLst>
            </p:cNvPr>
            <p:cNvSpPr/>
            <p:nvPr/>
          </p:nvSpPr>
          <p:spPr>
            <a:xfrm>
              <a:off x="0" y="0"/>
              <a:ext cx="5184711" cy="702368"/>
            </a:xfrm>
            <a:custGeom>
              <a:avLst/>
              <a:gdLst/>
              <a:ahLst/>
              <a:cxnLst/>
              <a:rect l="l" t="t" r="r" b="b"/>
              <a:pathLst>
                <a:path w="5184711" h="702368">
                  <a:moveTo>
                    <a:pt x="0" y="0"/>
                  </a:moveTo>
                  <a:lnTo>
                    <a:pt x="5184711" y="0"/>
                  </a:lnTo>
                  <a:lnTo>
                    <a:pt x="5184711" y="702368"/>
                  </a:lnTo>
                  <a:lnTo>
                    <a:pt x="0" y="702368"/>
                  </a:lnTo>
                  <a:close/>
                </a:path>
              </a:pathLst>
            </a:custGeom>
            <a:solidFill>
              <a:srgbClr val="F1522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17DC2440-4D0F-9318-7529-49FFA23BD098}"/>
                </a:ext>
              </a:extLst>
            </p:cNvPr>
            <p:cNvSpPr txBox="1"/>
            <p:nvPr/>
          </p:nvSpPr>
          <p:spPr>
            <a:xfrm>
              <a:off x="0" y="-19050"/>
              <a:ext cx="5184711" cy="721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74"/>
                </a:lnSpc>
              </a:pPr>
              <a:endParaRPr/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5EACA256-CABC-7B80-FF27-5AF42BD8373E}"/>
              </a:ext>
            </a:extLst>
          </p:cNvPr>
          <p:cNvSpPr/>
          <p:nvPr/>
        </p:nvSpPr>
        <p:spPr>
          <a:xfrm>
            <a:off x="15872392" y="2091327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0033CBE8-5B69-77E0-CFB9-EDE952CFA141}"/>
              </a:ext>
            </a:extLst>
          </p:cNvPr>
          <p:cNvSpPr/>
          <p:nvPr/>
        </p:nvSpPr>
        <p:spPr>
          <a:xfrm>
            <a:off x="16901092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0" y="0"/>
                </a:moveTo>
                <a:lnTo>
                  <a:pt x="2773816" y="0"/>
                </a:lnTo>
                <a:lnTo>
                  <a:pt x="2773816" y="4609059"/>
                </a:lnTo>
                <a:lnTo>
                  <a:pt x="0" y="460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791C2C1A-7D74-4372-A3D9-39FD62E80866}"/>
              </a:ext>
            </a:extLst>
          </p:cNvPr>
          <p:cNvSpPr/>
          <p:nvPr/>
        </p:nvSpPr>
        <p:spPr>
          <a:xfrm flipH="1">
            <a:off x="-1389129" y="2275559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8D04B834-5DD0-A7B7-DD8A-7791C94445B4}"/>
              </a:ext>
            </a:extLst>
          </p:cNvPr>
          <p:cNvSpPr/>
          <p:nvPr/>
        </p:nvSpPr>
        <p:spPr>
          <a:xfrm flipH="1">
            <a:off x="-360429" y="2459791"/>
            <a:ext cx="2773816" cy="4609059"/>
          </a:xfrm>
          <a:custGeom>
            <a:avLst/>
            <a:gdLst/>
            <a:ahLst/>
            <a:cxnLst/>
            <a:rect l="l" t="t" r="r" b="b"/>
            <a:pathLst>
              <a:path w="2773816" h="4609059">
                <a:moveTo>
                  <a:pt x="2773816" y="0"/>
                </a:moveTo>
                <a:lnTo>
                  <a:pt x="0" y="0"/>
                </a:lnTo>
                <a:lnTo>
                  <a:pt x="0" y="4609059"/>
                </a:lnTo>
                <a:lnTo>
                  <a:pt x="2773816" y="4609059"/>
                </a:lnTo>
                <a:lnTo>
                  <a:pt x="27738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896113F3-3B85-C122-0DA5-9FAD3556A8F7}"/>
              </a:ext>
            </a:extLst>
          </p:cNvPr>
          <p:cNvSpPr txBox="1"/>
          <p:nvPr/>
        </p:nvSpPr>
        <p:spPr>
          <a:xfrm>
            <a:off x="1963070" y="2017752"/>
            <a:ext cx="14757808" cy="27176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52425" indent="-352425" algn="l">
              <a:lnSpc>
                <a:spcPct val="150000"/>
              </a:lnSpc>
            </a:pPr>
            <a:r>
              <a:rPr lang="es-MX" sz="2400" b="1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5. Demostración del conflicto controlado: </a:t>
            </a:r>
            <a:r>
              <a:rPr lang="es-MX" sz="2400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Ejecutamos un intento de unión con </a:t>
            </a:r>
            <a:r>
              <a:rPr lang="es-MX" sz="2400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git</a:t>
            </a:r>
            <a:r>
              <a:rPr lang="es-MX" sz="2400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MX" sz="2400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merge</a:t>
            </a:r>
            <a:r>
              <a:rPr lang="es-MX" sz="2400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entre dos ramas previamente preparadas que modificaron exactamente la misma línea de un archivo.</a:t>
            </a:r>
          </a:p>
          <a:p>
            <a:pPr marL="352425" indent="-352425" algn="l">
              <a:lnSpc>
                <a:spcPct val="150000"/>
              </a:lnSpc>
            </a:pPr>
            <a:r>
              <a:rPr lang="es-MX" sz="2400" b="1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6. Solución en vivo:</a:t>
            </a:r>
            <a:r>
              <a:rPr lang="es-MX" sz="2400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Se muestra el mensaje de error en la terminal, </a:t>
            </a:r>
            <a:r>
              <a:rPr lang="es-MX" sz="2400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esplicación</a:t>
            </a:r>
            <a:r>
              <a:rPr lang="es-MX" sz="2400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y solución</a:t>
            </a:r>
          </a:p>
          <a:p>
            <a:pPr marL="352425" indent="-352425" algn="l">
              <a:lnSpc>
                <a:spcPct val="150000"/>
              </a:lnSpc>
            </a:pPr>
            <a:r>
              <a:rPr lang="es-MX" sz="2400" b="1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7. Sincronización final:</a:t>
            </a:r>
            <a:r>
              <a:rPr lang="es-MX" sz="2400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Diferencia y el uso de </a:t>
            </a:r>
            <a:r>
              <a:rPr lang="es-MX" sz="2400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git</a:t>
            </a:r>
            <a:r>
              <a:rPr lang="es-MX" sz="2400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MX" sz="2400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fetch</a:t>
            </a:r>
            <a:r>
              <a:rPr lang="es-MX" sz="2400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y </a:t>
            </a:r>
            <a:r>
              <a:rPr lang="es-MX" sz="2400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git</a:t>
            </a:r>
            <a:r>
              <a:rPr lang="es-MX" sz="2400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MX" sz="2400" spc="-75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pull</a:t>
            </a:r>
            <a:r>
              <a:rPr lang="es-MX" sz="2400" spc="-7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para explicar cómo el equipo descargaría la solución del conflicto a sus computadoras.</a:t>
            </a:r>
            <a:endParaRPr lang="en-US" sz="2400" u="none" strike="noStrike" spc="-75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6AE9479B-E768-21C7-E67E-8338EA5B20E1}"/>
              </a:ext>
            </a:extLst>
          </p:cNvPr>
          <p:cNvSpPr txBox="1"/>
          <p:nvPr/>
        </p:nvSpPr>
        <p:spPr>
          <a:xfrm>
            <a:off x="3048000" y="652959"/>
            <a:ext cx="11638327" cy="13721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717"/>
              </a:lnSpc>
            </a:pPr>
            <a:r>
              <a:rPr lang="en-US" sz="9160" b="1" dirty="0" err="1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Ejercicio</a:t>
            </a:r>
            <a:endParaRPr lang="en-US" sz="9160" b="1" dirty="0">
              <a:solidFill>
                <a:srgbClr val="FFFFFF"/>
              </a:solidFill>
              <a:latin typeface="Lato Bold"/>
              <a:ea typeface="Lato Bold"/>
              <a:cs typeface="Lato Bold"/>
              <a:sym typeface="Lato Bold"/>
            </a:endParaRPr>
          </a:p>
        </p:txBody>
      </p:sp>
    </p:spTree>
    <p:extLst>
      <p:ext uri="{BB962C8B-B14F-4D97-AF65-F5344CB8AC3E}">
        <p14:creationId xmlns:p14="http://schemas.microsoft.com/office/powerpoint/2010/main" val="1795353502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10872</TotalTime>
  <Words>4645</Words>
  <Application>Microsoft Office PowerPoint</Application>
  <PresentationFormat>Personalizado</PresentationFormat>
  <Paragraphs>699</Paragraphs>
  <Slides>87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11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87</vt:i4>
      </vt:variant>
    </vt:vector>
  </HeadingPairs>
  <TitlesOfParts>
    <vt:vector size="99" baseType="lpstr">
      <vt:lpstr>Roboto</vt:lpstr>
      <vt:lpstr>Arial</vt:lpstr>
      <vt:lpstr>Garet Bold</vt:lpstr>
      <vt:lpstr>Poppins Bold</vt:lpstr>
      <vt:lpstr>Aptos</vt:lpstr>
      <vt:lpstr>Poppins Italics</vt:lpstr>
      <vt:lpstr>Lato</vt:lpstr>
      <vt:lpstr>Lato Bold</vt:lpstr>
      <vt:lpstr>Poppins Medium</vt:lpstr>
      <vt:lpstr>Poppins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Taller Git | Curies</dc:title>
  <dc:creator>ara_mxz</dc:creator>
  <cp:lastModifiedBy>Aranza Alondra Munoz Chavez</cp:lastModifiedBy>
  <cp:revision>4</cp:revision>
  <cp:lastPrinted>2026-07-15T01:25:24Z</cp:lastPrinted>
  <dcterms:created xsi:type="dcterms:W3CDTF">2006-08-16T00:00:00Z</dcterms:created>
  <dcterms:modified xsi:type="dcterms:W3CDTF">2026-08-05T01:43:19Z</dcterms:modified>
  <dc:identifier>DAHOyYaJYPo</dc:identifier>
</cp:coreProperties>
</file>